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ppt/tags/tag133.xml" ContentType="application/vnd.openxmlformats-officedocument.presentationml.tags+xml"/>
  <Override PartName="/ppt/notesSlides/notesSlide1.xml" ContentType="application/vnd.openxmlformats-officedocument.presentationml.notesSlide+xml"/>
  <Override PartName="/ppt/tags/tag134.xml" ContentType="application/vnd.openxmlformats-officedocument.presentationml.tags+xml"/>
  <Override PartName="/ppt/notesSlides/notesSlide2.xml" ContentType="application/vnd.openxmlformats-officedocument.presentationml.notesSlide+xml"/>
  <Override PartName="/ppt/tags/tag135.xml" ContentType="application/vnd.openxmlformats-officedocument.presentationml.tags+xml"/>
  <Override PartName="/ppt/notesSlides/notesSlide3.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4.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5.xml" ContentType="application/vnd.openxmlformats-officedocument.presentationml.notesSlide+xml"/>
  <Override PartName="/ppt/tags/tag154.xml" ContentType="application/vnd.openxmlformats-officedocument.presentationml.tags+xml"/>
  <Override PartName="/ppt/notesSlides/notesSlide6.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7.xml" ContentType="application/vnd.openxmlformats-officedocument.presentationml.notesSlide+xml"/>
  <Override PartName="/ppt/comments/modernComment_7FFFFFD8_D30DEFD2.xml" ContentType="application/vnd.ms-powerpoint.comment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8.xml" ContentType="application/vnd.openxmlformats-officedocument.presentationml.notesSlide+xml"/>
  <Override PartName="/ppt/tags/tag163.xml" ContentType="application/vnd.openxmlformats-officedocument.presentationml.tags+xml"/>
  <Override PartName="/ppt/notesSlides/notesSlide9.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0.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1.xml" ContentType="application/vnd.openxmlformats-officedocument.presentationml.notesSlide+xml"/>
  <Override PartName="/ppt/tags/tag180.xml" ContentType="application/vnd.openxmlformats-officedocument.presentationml.tags+xml"/>
  <Override PartName="/ppt/notesSlides/notesSlide12.xml" ContentType="application/vnd.openxmlformats-officedocument.presentationml.notesSlide+xml"/>
  <Override PartName="/ppt/tags/tag181.xml" ContentType="application/vnd.openxmlformats-officedocument.presentationml.tags+xml"/>
  <Override PartName="/ppt/notesSlides/notesSlide13.xml" ContentType="application/vnd.openxmlformats-officedocument.presentationml.notesSlide+xml"/>
  <Override PartName="/ppt/tags/tag182.xml" ContentType="application/vnd.openxmlformats-officedocument.presentationml.tags+xml"/>
  <Override PartName="/ppt/notesSlides/notesSlide14.xml" ContentType="application/vnd.openxmlformats-officedocument.presentationml.notesSlide+xml"/>
  <Override PartName="/ppt/tags/tag183.xml" ContentType="application/vnd.openxmlformats-officedocument.presentationml.tags+xml"/>
  <Override PartName="/ppt/notesSlides/notesSlide15.xml" ContentType="application/vnd.openxmlformats-officedocument.presentationml.notesSlide+xml"/>
  <Override PartName="/ppt/tags/tag184.xml" ContentType="application/vnd.openxmlformats-officedocument.presentationml.tags+xml"/>
  <Override PartName="/ppt/notesSlides/notesSlide16.xml" ContentType="application/vnd.openxmlformats-officedocument.presentationml.notesSlide+xml"/>
  <Override PartName="/ppt/tags/tag185.xml" ContentType="application/vnd.openxmlformats-officedocument.presentationml.tags+xml"/>
  <Override PartName="/ppt/notesSlides/notesSlide17.xml" ContentType="application/vnd.openxmlformats-officedocument.presentationml.notesSlide+xml"/>
  <Override PartName="/ppt/tags/tag186.xml" ContentType="application/vnd.openxmlformats-officedocument.presentationml.tags+xml"/>
  <Override PartName="/ppt/notesSlides/notesSlide18.xml" ContentType="application/vnd.openxmlformats-officedocument.presentationml.notesSlide+xml"/>
  <Override PartName="/ppt/tags/tag187.xml" ContentType="application/vnd.openxmlformats-officedocument.presentationml.tags+xml"/>
  <Override PartName="/ppt/notesSlides/notesSlide19.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20.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21.xml" ContentType="application/vnd.openxmlformats-officedocument.presentationml.notesSlide+xml"/>
  <Override PartName="/ppt/tags/tag197.xml" ContentType="application/vnd.openxmlformats-officedocument.presentationml.tags+xml"/>
  <Override PartName="/ppt/notesSlides/notesSlide22.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23.xml" ContentType="application/vnd.openxmlformats-officedocument.presentationml.notesSlide+xml"/>
  <Override PartName="/ppt/tags/tag206.xml" ContentType="application/vnd.openxmlformats-officedocument.presentationml.tags+xml"/>
  <Override PartName="/ppt/notesSlides/notesSlide24.xml" ContentType="application/vnd.openxmlformats-officedocument.presentationml.notesSlide+xml"/>
  <Override PartName="/ppt/tags/tag207.xml" ContentType="application/vnd.openxmlformats-officedocument.presentationml.tags+xml"/>
  <Override PartName="/ppt/notesSlides/notesSlide25.xml" ContentType="application/vnd.openxmlformats-officedocument.presentationml.notesSlide+xml"/>
  <Override PartName="/ppt/tags/tag208.xml" ContentType="application/vnd.openxmlformats-officedocument.presentationml.tags+xml"/>
  <Override PartName="/ppt/notesSlides/notesSlide26.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notesSlides/notesSlide27.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28.xml" ContentType="application/vnd.openxmlformats-officedocument.presentationml.notesSlide+xml"/>
  <Override PartName="/ppt/tags/tag218.xml" ContentType="application/vnd.openxmlformats-officedocument.presentationml.tags+xml"/>
  <Override PartName="/ppt/notesSlides/notesSlide29.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30.xml" ContentType="application/vnd.openxmlformats-officedocument.presentationml.notesSlide+xml"/>
  <Override PartName="/ppt/comments/modernComment_111_D03FD18B.xml" ContentType="application/vnd.ms-powerpoint.comments+xml"/>
  <Override PartName="/ppt/tags/tag231.xml" ContentType="application/vnd.openxmlformats-officedocument.presentationml.tags+xml"/>
  <Override PartName="/ppt/notesSlides/notesSlide31.xml" ContentType="application/vnd.openxmlformats-officedocument.presentationml.notesSlide+xml"/>
  <Override PartName="/ppt/tags/tag232.xml" ContentType="application/vnd.openxmlformats-officedocument.presentationml.tags+xml"/>
  <Override PartName="/ppt/notesSlides/notesSlide32.xml" ContentType="application/vnd.openxmlformats-officedocument.presentationml.notesSlide+xml"/>
  <Override PartName="/ppt/tags/tag233.xml" ContentType="application/vnd.openxmlformats-officedocument.presentationml.tags+xml"/>
  <Override PartName="/ppt/notesSlides/notesSlide33.xml" ContentType="application/vnd.openxmlformats-officedocument.presentationml.notesSlide+xml"/>
  <Override PartName="/ppt/tags/tag234.xml" ContentType="application/vnd.openxmlformats-officedocument.presentationml.tags+xml"/>
  <Override PartName="/ppt/notesSlides/notesSlide34.xml" ContentType="application/vnd.openxmlformats-officedocument.presentationml.notesSlide+xml"/>
  <Override PartName="/ppt/tags/tag235.xml" ContentType="application/vnd.openxmlformats-officedocument.presentationml.tags+xml"/>
  <Override PartName="/ppt/notesSlides/notesSlide35.xml" ContentType="application/vnd.openxmlformats-officedocument.presentationml.notesSlide+xml"/>
  <Override PartName="/ppt/tags/tag236.xml" ContentType="application/vnd.openxmlformats-officedocument.presentationml.tags+xml"/>
  <Override PartName="/ppt/notesSlides/notesSlide36.xml" ContentType="application/vnd.openxmlformats-officedocument.presentationml.notesSlide+xml"/>
  <Override PartName="/ppt/comments/modernComment_10A_D1B7272C.xml" ContentType="application/vnd.ms-powerpoint.comments+xml"/>
  <Override PartName="/ppt/tags/tag237.xml" ContentType="application/vnd.openxmlformats-officedocument.presentationml.tags+xml"/>
  <Override PartName="/ppt/notesSlides/notesSlide37.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38.xml" ContentType="application/vnd.openxmlformats-officedocument.presentationml.notesSlide+xml"/>
  <Override PartName="/ppt/tags/tag243.xml" ContentType="application/vnd.openxmlformats-officedocument.presentationml.tags+xml"/>
  <Override PartName="/ppt/notesSlides/notesSlide39.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40.xml" ContentType="application/vnd.openxmlformats-officedocument.presentationml.notesSlide+xml"/>
  <Override PartName="/ppt/tags/tag251.xml" ContentType="application/vnd.openxmlformats-officedocument.presentationml.tags+xml"/>
  <Override PartName="/ppt/notesSlides/notesSlide41.xml" ContentType="application/vnd.openxmlformats-officedocument.presentationml.notesSlide+xml"/>
  <Override PartName="/ppt/tags/tag252.xml" ContentType="application/vnd.openxmlformats-officedocument.presentationml.tags+xml"/>
  <Override PartName="/ppt/notesSlides/notesSlide42.xml" ContentType="application/vnd.openxmlformats-officedocument.presentationml.notesSlide+xml"/>
  <Override PartName="/ppt/tags/tag253.xml" ContentType="application/vnd.openxmlformats-officedocument.presentationml.tags+xml"/>
  <Override PartName="/ppt/tags/tag254.xml" ContentType="application/vnd.openxmlformats-officedocument.presentationml.tags+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62"/>
  </p:notesMasterIdLst>
  <p:sldIdLst>
    <p:sldId id="275" r:id="rId6"/>
    <p:sldId id="258" r:id="rId7"/>
    <p:sldId id="366" r:id="rId8"/>
    <p:sldId id="2147483615" r:id="rId9"/>
    <p:sldId id="442" r:id="rId10"/>
    <p:sldId id="2147483577" r:id="rId11"/>
    <p:sldId id="2147483610" r:id="rId12"/>
    <p:sldId id="2147483578" r:id="rId13"/>
    <p:sldId id="2147483608" r:id="rId14"/>
    <p:sldId id="2147483609" r:id="rId15"/>
    <p:sldId id="439" r:id="rId16"/>
    <p:sldId id="288" r:id="rId17"/>
    <p:sldId id="2147483599" r:id="rId18"/>
    <p:sldId id="2147483600" r:id="rId19"/>
    <p:sldId id="2147483601" r:id="rId20"/>
    <p:sldId id="292" r:id="rId21"/>
    <p:sldId id="2147483598" r:id="rId22"/>
    <p:sldId id="294" r:id="rId23"/>
    <p:sldId id="295" r:id="rId24"/>
    <p:sldId id="261" r:id="rId25"/>
    <p:sldId id="424" r:id="rId26"/>
    <p:sldId id="298" r:id="rId27"/>
    <p:sldId id="426" r:id="rId28"/>
    <p:sldId id="427" r:id="rId29"/>
    <p:sldId id="301" r:id="rId30"/>
    <p:sldId id="429" r:id="rId31"/>
    <p:sldId id="303" r:id="rId32"/>
    <p:sldId id="440" r:id="rId33"/>
    <p:sldId id="443" r:id="rId34"/>
    <p:sldId id="2147483576" r:id="rId35"/>
    <p:sldId id="263" r:id="rId36"/>
    <p:sldId id="404" r:id="rId37"/>
    <p:sldId id="2147483645" r:id="rId38"/>
    <p:sldId id="286" r:id="rId39"/>
    <p:sldId id="405" r:id="rId40"/>
    <p:sldId id="407" r:id="rId41"/>
    <p:sldId id="259" r:id="rId42"/>
    <p:sldId id="441" r:id="rId43"/>
    <p:sldId id="393" r:id="rId44"/>
    <p:sldId id="457" r:id="rId45"/>
    <p:sldId id="2147483616" r:id="rId46"/>
    <p:sldId id="273" r:id="rId47"/>
    <p:sldId id="274" r:id="rId48"/>
    <p:sldId id="2147483629" r:id="rId49"/>
    <p:sldId id="2147483619" r:id="rId50"/>
    <p:sldId id="264" r:id="rId51"/>
    <p:sldId id="2147483571" r:id="rId52"/>
    <p:sldId id="266" r:id="rId53"/>
    <p:sldId id="284" r:id="rId54"/>
    <p:sldId id="2147483589" r:id="rId55"/>
    <p:sldId id="2147483590" r:id="rId56"/>
    <p:sldId id="2147483646" r:id="rId57"/>
    <p:sldId id="2147483647" r:id="rId58"/>
    <p:sldId id="2147483596" r:id="rId59"/>
    <p:sldId id="2147483613" r:id="rId60"/>
    <p:sldId id="2147483623" r:id="rId61"/>
  </p:sldIdLst>
  <p:sldSz cx="12192000" cy="6858000"/>
  <p:notesSz cx="7023100" cy="9309100"/>
  <p:custDataLst>
    <p:tags r:id="rId63"/>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roproceso" id="{E1CFEFFD-552D-4FBE-875F-A561453695E9}">
          <p14:sldIdLst>
            <p14:sldId id="275"/>
            <p14:sldId id="258"/>
            <p14:sldId id="366"/>
            <p14:sldId id="2147483615"/>
          </p14:sldIdLst>
        </p14:section>
        <p14:section name="Identificación" id="{FA0162D7-E09D-4CB4-A662-309A5C035497}">
          <p14:sldIdLst>
            <p14:sldId id="442"/>
            <p14:sldId id="2147483577"/>
            <p14:sldId id="2147483610"/>
            <p14:sldId id="2147483578"/>
            <p14:sldId id="2147483608"/>
            <p14:sldId id="2147483609"/>
          </p14:sldIdLst>
        </p14:section>
        <p14:section name="Planificación" id="{A25667E4-1EC7-4BC7-9109-6769519D9306}">
          <p14:sldIdLst>
            <p14:sldId id="439"/>
            <p14:sldId id="288"/>
            <p14:sldId id="2147483599"/>
            <p14:sldId id="2147483600"/>
            <p14:sldId id="2147483601"/>
            <p14:sldId id="292"/>
            <p14:sldId id="2147483598"/>
            <p14:sldId id="294"/>
            <p14:sldId id="295"/>
            <p14:sldId id="261"/>
            <p14:sldId id="424"/>
            <p14:sldId id="298"/>
            <p14:sldId id="426"/>
            <p14:sldId id="427"/>
            <p14:sldId id="301"/>
            <p14:sldId id="429"/>
            <p14:sldId id="303"/>
          </p14:sldIdLst>
        </p14:section>
        <p14:section name="Programación" id="{2C49919D-69D9-4D5B-986E-64B4C3AA9455}">
          <p14:sldIdLst>
            <p14:sldId id="440"/>
            <p14:sldId id="443"/>
            <p14:sldId id="2147483576"/>
            <p14:sldId id="263"/>
            <p14:sldId id="404"/>
            <p14:sldId id="2147483645"/>
            <p14:sldId id="286"/>
            <p14:sldId id="405"/>
            <p14:sldId id="407"/>
            <p14:sldId id="259"/>
          </p14:sldIdLst>
        </p14:section>
        <p14:section name="Ejecución" id="{1B24D65A-FF65-4B07-83A3-934242B839E5}">
          <p14:sldIdLst>
            <p14:sldId id="441"/>
            <p14:sldId id="393"/>
            <p14:sldId id="457"/>
            <p14:sldId id="2147483616"/>
            <p14:sldId id="273"/>
            <p14:sldId id="274"/>
            <p14:sldId id="2147483629"/>
            <p14:sldId id="2147483619"/>
            <p14:sldId id="264"/>
            <p14:sldId id="2147483571"/>
            <p14:sldId id="266"/>
            <p14:sldId id="284"/>
          </p14:sldIdLst>
        </p14:section>
        <p14:section name="Análisis" id="{6A4B5D71-A0D3-409D-A744-CD2CEB7F5560}">
          <p14:sldIdLst>
            <p14:sldId id="2147483589"/>
            <p14:sldId id="2147483590"/>
            <p14:sldId id="2147483646"/>
            <p14:sldId id="2147483647"/>
            <p14:sldId id="2147483596"/>
            <p14:sldId id="2147483613"/>
            <p14:sldId id="214748362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A54C04-2FB0-06D6-7E12-CDD00483D446}" name="Isidora Patricia Correa Poblete" initials="IC" userId="S::isidora.correa@arauco.com::92aa58fe-1b4e-4258-a311-e3f49bad1b50" providerId="AD"/>
  <p188:author id="{FB21CA4C-8796-B5C0-3534-689FC36BE1F8}" name="Carlos Alberto Contreras Villablanca" initials="CV" userId="S::carlos.contreras@arauco.com::e1b5a32a-a352-466b-b131-6fdebd7aa2f2" providerId="AD"/>
  <p188:author id="{9D857388-7C7A-9BA0-28AD-6B4E4EBE7B6C}" name="Christian Aguayo Seguel" initials="CAS" userId="Christian Aguayo Seguel" providerId="None"/>
  <p188:author id="{4B7CD788-EAE6-C614-C671-F938613A56A6}" name="Williams Santiago Hernández" initials="WS" userId="S::williams.santiago@arauco.com::50a87e8b-7848-4093-8267-4e8b411dda78" providerId="AD"/>
  <p188:author id="{D6E10DB1-69D8-9CD9-9620-E47AF80C7BA9}" name="Jaime Alberto Toro Vega" initials="JV" userId="S::jaime.toro@arauco.com::f97a6e41-c772-4897-a275-c2736f0fe8ce" providerId="AD"/>
  <p188:author id="{E069AFBF-31B8-6394-406C-3AAB18503BE6}" name="Mauricio Alejandro Muñoz Troncoso" initials="MM" userId="S::mauricio.munoz.t@arauco.com::ae5c7700-3b27-493d-aea9-3c0631f72af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F9C8F2-D96C-A85B-BF6F-FCF32B02A630}" v="1" dt="2026-04-15T03:42:16.0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8"/>
    <p:restoredTop sz="94719"/>
  </p:normalViewPr>
  <p:slideViewPr>
    <p:cSldViewPr snapToGrid="0">
      <p:cViewPr varScale="1">
        <p:scale>
          <a:sx n="97" d="100"/>
          <a:sy n="97" d="100"/>
        </p:scale>
        <p:origin x="122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tags" Target="tags/tag1.xml"/><Relationship Id="rId68"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Andres Navarrete Mira" userId="S::pablo.navarrete@arauco.com::0f22b8bd-d14c-4521-afbd-1c03cff89a50" providerId="AD" clId="Web-{B1F9C8F2-D96C-A85B-BF6F-FCF32B02A630}"/>
    <pc:docChg chg="sldOrd">
      <pc:chgData name="Pablo Andres Navarrete Mira" userId="S::pablo.navarrete@arauco.com::0f22b8bd-d14c-4521-afbd-1c03cff89a50" providerId="AD" clId="Web-{B1F9C8F2-D96C-A85B-BF6F-FCF32B02A630}" dt="2026-04-15T03:42:16.048" v="0"/>
      <pc:docMkLst>
        <pc:docMk/>
      </pc:docMkLst>
      <pc:sldChg chg="ord">
        <pc:chgData name="Pablo Andres Navarrete Mira" userId="S::pablo.navarrete@arauco.com::0f22b8bd-d14c-4521-afbd-1c03cff89a50" providerId="AD" clId="Web-{B1F9C8F2-D96C-A85B-BF6F-FCF32B02A630}" dt="2026-04-15T03:42:16.048" v="0"/>
        <pc:sldMkLst>
          <pc:docMk/>
          <pc:sldMk cId="4096494634" sldId="2147483601"/>
        </pc:sldMkLst>
      </pc:sldChg>
    </pc:docChg>
  </pc:docChgLst>
  <pc:docChgLst>
    <pc:chgData name="Williams Santiago Hernández" userId="50a87e8b-7848-4093-8267-4e8b411dda78" providerId="ADAL" clId="{A9A011C8-9723-4377-ACB6-9FD2AA632998}"/>
    <pc:docChg chg="modSld">
      <pc:chgData name="Williams Santiago Hernández" userId="50a87e8b-7848-4093-8267-4e8b411dda78" providerId="ADAL" clId="{A9A011C8-9723-4377-ACB6-9FD2AA632998}" dt="2026-03-26T14:59:25.097" v="37" actId="1035"/>
      <pc:docMkLst>
        <pc:docMk/>
      </pc:docMkLst>
      <pc:sldChg chg="modSp mod">
        <pc:chgData name="Williams Santiago Hernández" userId="50a87e8b-7848-4093-8267-4e8b411dda78" providerId="ADAL" clId="{A9A011C8-9723-4377-ACB6-9FD2AA632998}" dt="2026-03-26T14:59:25.097" v="37" actId="1035"/>
        <pc:sldMkLst>
          <pc:docMk/>
          <pc:sldMk cId="3219617344" sldId="2147483629"/>
        </pc:sldMkLst>
        <pc:spChg chg="mod">
          <ac:chgData name="Williams Santiago Hernández" userId="50a87e8b-7848-4093-8267-4e8b411dda78" providerId="ADAL" clId="{A9A011C8-9723-4377-ACB6-9FD2AA632998}" dt="2026-03-26T14:59:19.380" v="24" actId="14100"/>
          <ac:spMkLst>
            <pc:docMk/>
            <pc:sldMk cId="3219617344" sldId="2147483629"/>
            <ac:spMk id="48" creationId="{E604CB51-D4E0-511E-2F73-149B90CA51FF}"/>
          </ac:spMkLst>
        </pc:spChg>
        <pc:spChg chg="mod">
          <ac:chgData name="Williams Santiago Hernández" userId="50a87e8b-7848-4093-8267-4e8b411dda78" providerId="ADAL" clId="{A9A011C8-9723-4377-ACB6-9FD2AA632998}" dt="2026-03-26T14:59:25.097" v="37" actId="1035"/>
          <ac:spMkLst>
            <pc:docMk/>
            <pc:sldMk cId="3219617344" sldId="2147483629"/>
            <ac:spMk id="49" creationId="{50B39CC8-5E94-910F-452B-66D06D1E2A4E}"/>
          </ac:spMkLst>
        </pc:spChg>
        <pc:cxnChg chg="mod">
          <ac:chgData name="Williams Santiago Hernández" userId="50a87e8b-7848-4093-8267-4e8b411dda78" providerId="ADAL" clId="{A9A011C8-9723-4377-ACB6-9FD2AA632998}" dt="2026-03-26T14:59:19.380" v="24" actId="14100"/>
          <ac:cxnSpMkLst>
            <pc:docMk/>
            <pc:sldMk cId="3219617344" sldId="2147483629"/>
            <ac:cxnSpMk id="41" creationId="{DA4A0A93-EBAC-B57E-55EF-A1B042000E31}"/>
          </ac:cxnSpMkLst>
        </pc:cxnChg>
        <pc:cxnChg chg="mod">
          <ac:chgData name="Williams Santiago Hernández" userId="50a87e8b-7848-4093-8267-4e8b411dda78" providerId="ADAL" clId="{A9A011C8-9723-4377-ACB6-9FD2AA632998}" dt="2026-03-26T14:59:19.380" v="24" actId="14100"/>
          <ac:cxnSpMkLst>
            <pc:docMk/>
            <pc:sldMk cId="3219617344" sldId="2147483629"/>
            <ac:cxnSpMk id="45" creationId="{FACEB7EF-31E8-75DE-567D-96BA47368FAE}"/>
          </ac:cxnSpMkLst>
        </pc:cxnChg>
        <pc:cxnChg chg="mod">
          <ac:chgData name="Williams Santiago Hernández" userId="50a87e8b-7848-4093-8267-4e8b411dda78" providerId="ADAL" clId="{A9A011C8-9723-4377-ACB6-9FD2AA632998}" dt="2026-03-26T14:59:19.380" v="24" actId="14100"/>
          <ac:cxnSpMkLst>
            <pc:docMk/>
            <pc:sldMk cId="3219617344" sldId="2147483629"/>
            <ac:cxnSpMk id="82" creationId="{BAA0F448-AE57-C9B3-CB8C-32C721BA4860}"/>
          </ac:cxnSpMkLst>
        </pc:cxnChg>
      </pc:sldChg>
    </pc:docChg>
  </pc:docChgLst>
</pc:chgInfo>
</file>

<file path=ppt/comments/modernComment_7FFFFFD8_D30DEFD2.xml><?xml version="1.0" encoding="utf-8"?>
<p188:cmLst xmlns:a="http://schemas.openxmlformats.org/drawingml/2006/main" xmlns:r="http://schemas.openxmlformats.org/officeDocument/2006/relationships" xmlns:p188="http://schemas.microsoft.com/office/powerpoint/2018/8/main">
  <p188:cm id="{290DACEF-2A8E-436B-AD3D-5CC028695866}" authorId="{9D857388-7C7A-9BA0-28AD-6B4E4EBE7B6C}" status="resolved" created="2025-08-28T17:07:27.995" complete="100000">
    <ac:txMkLst xmlns:ac="http://schemas.microsoft.com/office/drawing/2013/main/command">
      <pc:docMk xmlns:pc="http://schemas.microsoft.com/office/powerpoint/2013/main/command"/>
      <pc:sldMk xmlns:pc="http://schemas.microsoft.com/office/powerpoint/2013/main/command" cId="3540905938" sldId="2147483608"/>
      <ac:spMk id="36" creationId="{C8F8B124-B7C1-6EC1-8E6C-1C37FD88DFBA}"/>
      <ac:txMk cp="0" len="176">
        <ac:context len="177" hash="1501762385"/>
      </ac:txMk>
    </ac:txMkLst>
    <p188:pos x="7467197" y="314076"/>
    <p188:txBody>
      <a:bodyPr/>
      <a:lstStyle/>
      <a:p>
        <a:r>
          <a:rPr lang="en-US"/>
          <a:t>Propuesta de Objetivo: Gestionar los avisos de mantenimiento con seguimiento y revisión periódica, asegurando su tratamiento oportuno y la reducción controlada del backlog.</a:t>
        </a:r>
      </a:p>
    </p188:txBody>
  </p188:cm>
</p188:cmLst>
</file>

<file path=ppt/comments/modernComment_10A_D1B7272C.xml><?xml version="1.0" encoding="utf-8"?>
<p188:cmLst xmlns:a="http://schemas.openxmlformats.org/drawingml/2006/main" xmlns:r="http://schemas.openxmlformats.org/officeDocument/2006/relationships" xmlns:p188="http://schemas.microsoft.com/office/powerpoint/2018/8/main">
  <p188:cm id="{2E9F40C9-19F7-45E3-8101-6428EC1C47F3}" authorId="{4B7CD788-EAE6-C614-C671-F938613A56A6}" created="2025-10-21T17:18:08.786">
    <pc:sldMkLst xmlns:pc="http://schemas.microsoft.com/office/powerpoint/2013/main/command">
      <pc:docMk/>
      <pc:sldMk cId="3518441260" sldId="266"/>
    </pc:sldMkLst>
    <p188:txBody>
      <a:bodyPr/>
      <a:lstStyle/>
      <a:p>
        <a:r>
          <a:rPr lang="en-US"/>
          <a:t>Se agrega la devolución del equipo. </a:t>
        </a:r>
      </a:p>
    </p188:txBody>
  </p188:cm>
</p188:cmLst>
</file>

<file path=ppt/comments/modernComment_111_D03FD18B.xml><?xml version="1.0" encoding="utf-8"?>
<p188:cmLst xmlns:a="http://schemas.openxmlformats.org/drawingml/2006/main" xmlns:r="http://schemas.openxmlformats.org/officeDocument/2006/relationships" xmlns:p188="http://schemas.microsoft.com/office/powerpoint/2018/8/main">
  <p188:cm id="{8334B699-F132-4AFF-B77C-A950E359F67D}" authorId="{D6E10DB1-69D8-9CD9-9620-E47AF80C7BA9}" created="2025-10-15T18:24:38.936">
    <pc:sldMkLst xmlns:pc="http://schemas.microsoft.com/office/powerpoint/2013/main/command">
      <pc:docMk/>
      <pc:sldMk cId="3493843339" sldId="273"/>
    </pc:sldMkLst>
    <p188:txBody>
      <a:bodyPr/>
      <a:lstStyle/>
      <a:p>
        <a:r>
          <a:rPr lang="en-US"/>
          <a:t>Responsable de gestionar y verificar repuestos para mantenimiento (ejecución) debe ser Planificador ó programador s/c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4/14/2026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F9E2-0503-89CB-852E-FBB21A0FD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8E6FF-A0DB-A21D-65D1-2A9F71A04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BB64B-8E05-BFB5-DA48-F8CE5EF749FB}"/>
              </a:ext>
            </a:extLst>
          </p:cNvPr>
          <p:cNvSpPr>
            <a:spLocks noGrp="1"/>
          </p:cNvSpPr>
          <p:nvPr>
            <p:ph type="body" idx="1"/>
          </p:nvPr>
        </p:nvSpPr>
        <p:spPr/>
        <p:txBody>
          <a:bodyPr/>
          <a:lstStyle/>
          <a:p>
            <a:endParaRPr lang="es-CL"/>
          </a:p>
        </p:txBody>
      </p:sp>
      <p:sp>
        <p:nvSpPr>
          <p:cNvPr id="4" name="Slide Number Placeholder 3">
            <a:extLst>
              <a:ext uri="{FF2B5EF4-FFF2-40B4-BE49-F238E27FC236}">
                <a16:creationId xmlns:a16="http://schemas.microsoft.com/office/drawing/2014/main" id="{E24479B2-6232-E3B9-64B2-4606CD18C67C}"/>
              </a:ext>
            </a:extLst>
          </p:cNvPr>
          <p:cNvSpPr>
            <a:spLocks noGrp="1"/>
          </p:cNvSpPr>
          <p:nvPr>
            <p:ph type="sldNum" sz="quarter" idx="5"/>
          </p:nvPr>
        </p:nvSpPr>
        <p:spPr/>
        <p:txBody>
          <a:bodyPr/>
          <a:lstStyle/>
          <a:p>
            <a:r>
              <a:rPr lang="en-US"/>
              <a:t>Notes view: </a:t>
            </a:r>
            <a:fld id="{128CEAFE-FA94-43E5-B0FF-D47E1CCDD1B4}" type="slidenum">
              <a:rPr lang="en-US" smtClean="0"/>
              <a:pPr/>
              <a:t>1</a:t>
            </a:fld>
            <a:endParaRPr lang="en-US"/>
          </a:p>
        </p:txBody>
      </p:sp>
    </p:spTree>
    <p:extLst>
      <p:ext uri="{BB962C8B-B14F-4D97-AF65-F5344CB8AC3E}">
        <p14:creationId xmlns:p14="http://schemas.microsoft.com/office/powerpoint/2010/main" val="3827557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9DFFE-EC4C-71AD-0F48-E586A8776A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116CEC-4E88-2E91-6660-39261615A2B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F558888E-86CA-E717-0165-DBDCD6F9A0BD}"/>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5F068EF-1327-B772-0869-C7C47EDB7555}"/>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25082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pPr defTabSz="933162">
              <a:defRPr/>
            </a:pPr>
            <a:r>
              <a:rPr lang="es-CL" sz="800">
                <a:solidFill>
                  <a:srgbClr val="6E6F73"/>
                </a:solidFill>
                <a:latin typeface="Calibri" panose="020F0502020204030204" pitchFamily="34" charset="0"/>
                <a:sym typeface="Calibri" panose="020F0502020204030204" pitchFamily="34" charset="0"/>
              </a:rPr>
              <a:t>Notes view: </a:t>
            </a:r>
            <a:fld id="{128CEAFE-FA94-43E5-B0FF-D47E1CCDD1B4}" type="slidenum">
              <a:rPr lang="es-CL" sz="800">
                <a:solidFill>
                  <a:srgbClr val="6E6F73"/>
                </a:solidFill>
                <a:latin typeface="Calibri" panose="020F0502020204030204" pitchFamily="34" charset="0"/>
                <a:sym typeface="Calibri" panose="020F0502020204030204" pitchFamily="34" charset="0"/>
              </a:rPr>
              <a:pPr defTabSz="933162">
                <a:defRPr/>
              </a:pPr>
              <a:t>3</a:t>
            </a:fld>
            <a:endParaRPr lang="es-CL"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5033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177237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1CF87-DE68-EF7B-CAA1-305301C692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B1A2D4-1391-058B-A3CA-20D0469AE88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D5681E97-649D-6595-7CC8-48472F22D5A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Marcador de número de diapositiva 3">
            <a:extLst>
              <a:ext uri="{FF2B5EF4-FFF2-40B4-BE49-F238E27FC236}">
                <a16:creationId xmlns:a16="http://schemas.microsoft.com/office/drawing/2014/main" id="{7DB6A06A-43B9-CDDF-4280-A0349939004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6</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87352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7B39D-2447-F2A9-EA09-E86CC0F2B6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41BE54-B14A-FA66-54B6-688F8F0AEA6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829AF007-0F8A-3C33-B9AC-7048CAEA69F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18FC8444-12BE-2085-9D6A-3A328A2FDBF5}"/>
              </a:ext>
            </a:extLst>
          </p:cNvPr>
          <p:cNvSpPr>
            <a:spLocks noGrp="1"/>
          </p:cNvSpPr>
          <p:nvPr>
            <p:ph type="sldNum" sz="quarter" idx="5"/>
          </p:nvPr>
        </p:nvSpPr>
        <p:spPr/>
        <p:txBody>
          <a:bodyPr/>
          <a:lstStyle/>
          <a:p>
            <a:fld id="{F8B5E8BF-C460-47FE-9BAB-73DF9FBB760D}" type="slidenum">
              <a:rPr lang="es-CL" smtClean="0"/>
              <a:t>7</a:t>
            </a:fld>
            <a:endParaRPr lang="es-CL"/>
          </a:p>
        </p:txBody>
      </p:sp>
    </p:spTree>
    <p:extLst>
      <p:ext uri="{BB962C8B-B14F-4D97-AF65-F5344CB8AC3E}">
        <p14:creationId xmlns:p14="http://schemas.microsoft.com/office/powerpoint/2010/main" val="1175633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047-D3F3-0AE5-CC73-D641326D24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F0F111-B2A6-B339-CCE2-0020277A2B6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594A1168-0BFF-6F95-61BB-28C9D7F64BE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6092F56-6834-1E1A-D13E-462191D2F0A9}"/>
              </a:ext>
            </a:extLst>
          </p:cNvPr>
          <p:cNvSpPr>
            <a:spLocks noGrp="1"/>
          </p:cNvSpPr>
          <p:nvPr>
            <p:ph type="sldNum" sz="quarter" idx="5"/>
          </p:nvPr>
        </p:nvSpPr>
        <p:spPr/>
        <p:txBody>
          <a:bodyPr/>
          <a:lstStyle/>
          <a:p>
            <a:fld id="{F8B5E8BF-C460-47FE-9BAB-73DF9FBB760D}" type="slidenum">
              <a:rPr lang="es-CL" smtClean="0"/>
              <a:t>9</a:t>
            </a:fld>
            <a:endParaRPr lang="es-CL"/>
          </a:p>
        </p:txBody>
      </p:sp>
    </p:spTree>
    <p:extLst>
      <p:ext uri="{BB962C8B-B14F-4D97-AF65-F5344CB8AC3E}">
        <p14:creationId xmlns:p14="http://schemas.microsoft.com/office/powerpoint/2010/main" val="2081886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9246-DE80-EB55-7BD8-C99817897F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D1FE72-22E8-CA7D-DA52-34B16EF1C1F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AEB4EA40-3622-D1E0-72C0-6CF3D9C6441F}"/>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EC8FEC0B-1673-1DEF-BAB8-EA4CCF865DB3}"/>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11</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614382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19012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r>
              <a:rPr lang="en-US"/>
              <a:t>Notes view: </a:t>
            </a:r>
            <a:fld id="{128CEAFE-FA94-43E5-B0FF-D47E1CCDD1B4}" type="slidenum">
              <a:rPr lang="en-US" smtClean="0"/>
              <a:pPr/>
              <a:t>13</a:t>
            </a:fld>
            <a:endParaRPr lang="en-US"/>
          </a:p>
        </p:txBody>
      </p:sp>
    </p:spTree>
    <p:extLst>
      <p:ext uri="{BB962C8B-B14F-4D97-AF65-F5344CB8AC3E}">
        <p14:creationId xmlns:p14="http://schemas.microsoft.com/office/powerpoint/2010/main" val="1012983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15</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90228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16</a:t>
            </a:fld>
            <a:endParaRPr lang="en-US"/>
          </a:p>
        </p:txBody>
      </p:sp>
    </p:spTree>
    <p:extLst>
      <p:ext uri="{BB962C8B-B14F-4D97-AF65-F5344CB8AC3E}">
        <p14:creationId xmlns:p14="http://schemas.microsoft.com/office/powerpoint/2010/main" val="1682613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17</a:t>
            </a:fld>
            <a:endParaRPr lang="en-US"/>
          </a:p>
        </p:txBody>
      </p:sp>
    </p:spTree>
    <p:extLst>
      <p:ext uri="{BB962C8B-B14F-4D97-AF65-F5344CB8AC3E}">
        <p14:creationId xmlns:p14="http://schemas.microsoft.com/office/powerpoint/2010/main" val="2436948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18</a:t>
            </a:fld>
            <a:endParaRPr lang="en-US"/>
          </a:p>
        </p:txBody>
      </p:sp>
    </p:spTree>
    <p:extLst>
      <p:ext uri="{BB962C8B-B14F-4D97-AF65-F5344CB8AC3E}">
        <p14:creationId xmlns:p14="http://schemas.microsoft.com/office/powerpoint/2010/main" val="304753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19</a:t>
            </a:fld>
            <a:endParaRPr lang="en-US"/>
          </a:p>
        </p:txBody>
      </p:sp>
    </p:spTree>
    <p:extLst>
      <p:ext uri="{BB962C8B-B14F-4D97-AF65-F5344CB8AC3E}">
        <p14:creationId xmlns:p14="http://schemas.microsoft.com/office/powerpoint/2010/main" val="1766897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29C8-03D1-2D9A-220B-3948212373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681C3F-8B2E-7A19-B9B0-12DC6048D807}"/>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4B44843-566A-AF75-F49A-79DFAB47E2C6}"/>
              </a:ext>
            </a:extLst>
          </p:cNvPr>
          <p:cNvSpPr>
            <a:spLocks noGrp="1"/>
          </p:cNvSpPr>
          <p:nvPr>
            <p:ph type="body" idx="1"/>
          </p:nvPr>
        </p:nvSpPr>
        <p:spPr/>
        <p:txBody>
          <a:bodyPr/>
          <a:lstStyle/>
          <a:p>
            <a:pPr defTabSz="933162">
              <a:defRPr/>
            </a:pPr>
            <a:r>
              <a:rPr lang="en-US" b="1"/>
              <a:t>Entradas:</a:t>
            </a:r>
          </a:p>
          <a:p>
            <a:pPr marL="174968" indent="-174968" defTabSz="933162">
              <a:buFontTx/>
              <a:buChar char="-"/>
              <a:defRPr/>
            </a:pPr>
            <a:r>
              <a:rPr lang="en-US" b="1" err="1">
                <a:solidFill>
                  <a:srgbClr val="696158"/>
                </a:solidFill>
                <a:highlight>
                  <a:srgbClr val="FFFF00"/>
                </a:highlight>
                <a:sym typeface="Rosario"/>
              </a:rPr>
              <a:t>Análisis</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riesgo</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los</a:t>
            </a:r>
            <a:r>
              <a:rPr lang="en-US" b="1">
                <a:solidFill>
                  <a:srgbClr val="696158"/>
                </a:solidFill>
                <a:highlight>
                  <a:srgbClr val="FFFF00"/>
                </a:highlight>
                <a:sym typeface="Rosario"/>
              </a:rPr>
              <a:t> </a:t>
            </a:r>
            <a:r>
              <a:rPr lang="en-US" b="1" err="1">
                <a:solidFill>
                  <a:srgbClr val="696158"/>
                </a:solidFill>
                <a:highlight>
                  <a:srgbClr val="FFFF00"/>
                </a:highlight>
                <a:sym typeface="Rosario"/>
              </a:rPr>
              <a:t>activos</a:t>
            </a:r>
            <a:r>
              <a:rPr lang="en-US" b="1">
                <a:solidFill>
                  <a:srgbClr val="696158"/>
                </a:solidFill>
                <a:highlight>
                  <a:srgbClr val="FFFF00"/>
                </a:highlight>
                <a:sym typeface="Rosario"/>
              </a:rPr>
              <a:t> y de las </a:t>
            </a:r>
            <a:r>
              <a:rPr lang="en-US" b="1" err="1">
                <a:solidFill>
                  <a:srgbClr val="696158"/>
                </a:solidFill>
                <a:highlight>
                  <a:srgbClr val="FFFF00"/>
                </a:highlight>
                <a:sym typeface="Rosario"/>
              </a:rPr>
              <a:t>actividades</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Condiciones</a:t>
            </a:r>
            <a:r>
              <a:rPr lang="en-US" b="1">
                <a:solidFill>
                  <a:srgbClr val="696158"/>
                </a:solidFill>
                <a:highlight>
                  <a:srgbClr val="FFFF00"/>
                </a:highlight>
                <a:sym typeface="Rosario"/>
              </a:rPr>
              <a:t> </a:t>
            </a:r>
            <a:r>
              <a:rPr lang="en-US" b="1" err="1">
                <a:solidFill>
                  <a:srgbClr val="696158"/>
                </a:solidFill>
                <a:highlight>
                  <a:srgbClr val="FFFF00"/>
                </a:highlight>
                <a:sym typeface="Rosario"/>
              </a:rPr>
              <a:t>operativas</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Requerimientos</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producción</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Recursos</a:t>
            </a:r>
            <a:r>
              <a:rPr lang="en-US" b="1">
                <a:solidFill>
                  <a:srgbClr val="696158"/>
                </a:solidFill>
                <a:highlight>
                  <a:srgbClr val="FFFF00"/>
                </a:highlight>
                <a:sym typeface="Rosario"/>
              </a:rPr>
              <a:t> </a:t>
            </a:r>
            <a:r>
              <a:rPr lang="en-US" b="1" err="1">
                <a:solidFill>
                  <a:srgbClr val="696158"/>
                </a:solidFill>
                <a:highlight>
                  <a:srgbClr val="FFFF00"/>
                </a:highlight>
                <a:sym typeface="Rosario"/>
              </a:rPr>
              <a:t>disponibles</a:t>
            </a:r>
            <a:endParaRPr lang="en-US"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200" b="1" err="1">
                <a:solidFill>
                  <a:srgbClr val="696158"/>
                </a:solidFill>
                <a:highlight>
                  <a:srgbClr val="FFFF00"/>
                </a:highlight>
                <a:sym typeface="Rosario"/>
              </a:rPr>
              <a:t>Estrategia</a:t>
            </a:r>
            <a:r>
              <a:rPr lang="en-US" sz="1200" b="1">
                <a:solidFill>
                  <a:srgbClr val="696158"/>
                </a:solidFill>
                <a:highlight>
                  <a:srgbClr val="FFFF00"/>
                </a:highlight>
                <a:sym typeface="Rosario"/>
              </a:rPr>
              <a:t> de </a:t>
            </a:r>
            <a:r>
              <a:rPr lang="en-US" sz="1200" b="1" err="1">
                <a:solidFill>
                  <a:srgbClr val="696158"/>
                </a:solidFill>
                <a:highlight>
                  <a:srgbClr val="FFFF00"/>
                </a:highlight>
                <a:sym typeface="Rosario"/>
              </a:rPr>
              <a:t>mantenimiento</a:t>
            </a:r>
            <a:endParaRPr lang="en-US" sz="1200"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200" b="1" err="1">
                <a:solidFill>
                  <a:srgbClr val="696158"/>
                </a:solidFill>
                <a:highlight>
                  <a:srgbClr val="FFFF00"/>
                </a:highlight>
                <a:sym typeface="Rosario"/>
              </a:rPr>
              <a:t>Criticidad</a:t>
            </a:r>
            <a:r>
              <a:rPr lang="en-US" sz="1200" b="1">
                <a:solidFill>
                  <a:srgbClr val="696158"/>
                </a:solidFill>
                <a:highlight>
                  <a:srgbClr val="FFFF00"/>
                </a:highlight>
                <a:sym typeface="Rosario"/>
              </a:rPr>
              <a:t> de Activos</a:t>
            </a: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000" b="1" err="1">
                <a:solidFill>
                  <a:srgbClr val="696158"/>
                </a:solidFill>
                <a:highlight>
                  <a:srgbClr val="FFFF00"/>
                </a:highlight>
                <a:sym typeface="Rosario"/>
              </a:rPr>
              <a:t>Normativas</a:t>
            </a:r>
            <a:r>
              <a:rPr lang="en-US" sz="1000" b="1">
                <a:solidFill>
                  <a:srgbClr val="696158"/>
                </a:solidFill>
                <a:highlight>
                  <a:srgbClr val="FFFF00"/>
                </a:highlight>
                <a:sym typeface="Rosario"/>
              </a:rPr>
              <a:t> y </a:t>
            </a:r>
            <a:r>
              <a:rPr lang="en-US" sz="1000" b="1" err="1">
                <a:solidFill>
                  <a:srgbClr val="696158"/>
                </a:solidFill>
                <a:highlight>
                  <a:srgbClr val="FFFF00"/>
                </a:highlight>
                <a:sym typeface="Rosario"/>
              </a:rPr>
              <a:t>políticas</a:t>
            </a:r>
            <a:endParaRPr lang="en-US" sz="1000"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000" b="1" err="1">
                <a:solidFill>
                  <a:srgbClr val="696158"/>
                </a:solidFill>
                <a:highlight>
                  <a:srgbClr val="FFFF00"/>
                </a:highlight>
                <a:sym typeface="Rosario"/>
              </a:rPr>
              <a:t>Registro</a:t>
            </a:r>
            <a:r>
              <a:rPr lang="en-US" sz="1000" b="1">
                <a:solidFill>
                  <a:srgbClr val="696158"/>
                </a:solidFill>
                <a:highlight>
                  <a:srgbClr val="FFFF00"/>
                </a:highlight>
                <a:sym typeface="Rosario"/>
              </a:rPr>
              <a:t> de EESS</a:t>
            </a:r>
          </a:p>
          <a:p>
            <a:pPr defTabSz="933162">
              <a:defRPr/>
            </a:pPr>
            <a:endParaRPr lang="en-US" b="1"/>
          </a:p>
          <a:p>
            <a:pPr defTabSz="933162">
              <a:defRPr/>
            </a:pPr>
            <a:r>
              <a:rPr lang="en-US" b="1"/>
              <a:t>Salida:</a:t>
            </a:r>
          </a:p>
          <a:p>
            <a:pPr marL="174968" indent="-174968" defTabSz="933162">
              <a:buFontTx/>
              <a:buChar char="-"/>
              <a:defRPr/>
            </a:pPr>
            <a:r>
              <a:rPr lang="en-US" b="1">
                <a:solidFill>
                  <a:srgbClr val="696158"/>
                </a:solidFill>
                <a:sym typeface="Rosario"/>
              </a:rPr>
              <a:t>Ordenes </a:t>
            </a:r>
            <a:r>
              <a:rPr lang="en-US" b="1" err="1">
                <a:solidFill>
                  <a:srgbClr val="696158"/>
                </a:solidFill>
                <a:sym typeface="Rosario"/>
              </a:rPr>
              <a:t>Priorizadas</a:t>
            </a:r>
            <a:r>
              <a:rPr lang="en-US" b="1">
                <a:solidFill>
                  <a:srgbClr val="696158"/>
                </a:solidFill>
                <a:sym typeface="Rosario"/>
              </a:rPr>
              <a:t>/Balance de carga HH </a:t>
            </a:r>
            <a:r>
              <a:rPr lang="en-US" b="1" err="1">
                <a:solidFill>
                  <a:srgbClr val="696158"/>
                </a:solidFill>
                <a:sym typeface="Rosario"/>
              </a:rPr>
              <a:t>preventivas</a:t>
            </a:r>
            <a:r>
              <a:rPr lang="en-US" b="1">
                <a:solidFill>
                  <a:srgbClr val="696158"/>
                </a:solidFill>
                <a:sym typeface="Rosario"/>
              </a:rPr>
              <a:t> y </a:t>
            </a:r>
            <a:r>
              <a:rPr lang="en-US" b="1" err="1">
                <a:solidFill>
                  <a:srgbClr val="696158"/>
                </a:solidFill>
                <a:sym typeface="Rosario"/>
              </a:rPr>
              <a:t>correctivas</a:t>
            </a:r>
            <a:endParaRPr lang="en-US" b="1">
              <a:solidFill>
                <a:srgbClr val="696158"/>
              </a:solidFill>
              <a:sym typeface="Rosario"/>
            </a:endParaRPr>
          </a:p>
          <a:p>
            <a:pPr marL="174968" indent="-174968" defTabSz="933162">
              <a:buFontTx/>
              <a:buChar char="-"/>
              <a:defRPr/>
            </a:pPr>
            <a:r>
              <a:rPr lang="en-US" b="1" err="1">
                <a:solidFill>
                  <a:srgbClr val="696158"/>
                </a:solidFill>
                <a:ea typeface="Calibri"/>
                <a:cs typeface="Calibri"/>
                <a:sym typeface="Rosario"/>
              </a:rPr>
              <a:t>Demanda</a:t>
            </a:r>
            <a:r>
              <a:rPr lang="en-US" b="1">
                <a:solidFill>
                  <a:srgbClr val="696158"/>
                </a:solidFill>
                <a:ea typeface="Calibri"/>
                <a:cs typeface="Calibri"/>
                <a:sym typeface="Rosario"/>
              </a:rPr>
              <a:t> de Bienes y </a:t>
            </a:r>
            <a:r>
              <a:rPr lang="en-US" b="1" err="1">
                <a:solidFill>
                  <a:srgbClr val="696158"/>
                </a:solidFill>
                <a:ea typeface="Calibri"/>
                <a:cs typeface="Calibri"/>
                <a:sym typeface="Rosario"/>
              </a:rPr>
              <a:t>servicios</a:t>
            </a:r>
            <a:endParaRPr lang="en-US">
              <a:solidFill>
                <a:srgbClr val="696158"/>
              </a:solidFill>
              <a:highlight>
                <a:srgbClr val="FFFF00"/>
              </a:highlight>
              <a:ea typeface="Calibri"/>
              <a:cs typeface="Calibri"/>
              <a:sym typeface="Rosario"/>
            </a:endParaRPr>
          </a:p>
          <a:p>
            <a:pPr marL="174968" indent="-174968" defTabSz="933162">
              <a:buFontTx/>
              <a:buChar char="-"/>
              <a:defRPr/>
            </a:pPr>
            <a:endParaRPr lang="en-US">
              <a:solidFill>
                <a:srgbClr val="696158"/>
              </a:solidFill>
              <a:highlight>
                <a:srgbClr val="FFFF00"/>
              </a:highlight>
              <a:ea typeface="Calibri"/>
              <a:cs typeface="Calibri"/>
              <a:sym typeface="Rosario"/>
            </a:endParaRPr>
          </a:p>
          <a:p>
            <a:pPr defTabSz="933162">
              <a:defRPr/>
            </a:pPr>
            <a:r>
              <a:rPr lang="en-US" err="1">
                <a:solidFill>
                  <a:srgbClr val="696158"/>
                </a:solidFill>
                <a:highlight>
                  <a:srgbClr val="FFFF00"/>
                </a:highlight>
                <a:ea typeface="Calibri"/>
                <a:cs typeface="Calibri"/>
                <a:sym typeface="Rosario"/>
              </a:rPr>
              <a:t>Asegurar</a:t>
            </a:r>
            <a:r>
              <a:rPr lang="en-US">
                <a:solidFill>
                  <a:srgbClr val="696158"/>
                </a:solidFill>
                <a:highlight>
                  <a:srgbClr val="FFFF00"/>
                </a:highlight>
                <a:ea typeface="Calibri"/>
                <a:cs typeface="Calibri"/>
                <a:sym typeface="Rosario"/>
              </a:rPr>
              <a:t> (revision semestral de planes </a:t>
            </a:r>
            <a:r>
              <a:rPr lang="en-US" err="1">
                <a:solidFill>
                  <a:srgbClr val="696158"/>
                </a:solidFill>
                <a:highlight>
                  <a:srgbClr val="FFFF00"/>
                </a:highlight>
                <a:ea typeface="Calibri"/>
                <a:cs typeface="Calibri"/>
                <a:sym typeface="Rosario"/>
              </a:rPr>
              <a:t>preventivos</a:t>
            </a:r>
            <a:r>
              <a:rPr lang="en-US">
                <a:solidFill>
                  <a:srgbClr val="696158"/>
                </a:solidFill>
                <a:highlight>
                  <a:srgbClr val="FFFF00"/>
                </a:highlight>
                <a:ea typeface="Calibri"/>
                <a:cs typeface="Calibri"/>
                <a:sym typeface="Rosario"/>
              </a:rPr>
              <a:t> PGP)</a:t>
            </a:r>
          </a:p>
          <a:p>
            <a:pPr defTabSz="933162">
              <a:defRPr/>
            </a:pPr>
            <a:r>
              <a:rPr lang="en-US" err="1">
                <a:solidFill>
                  <a:srgbClr val="696158"/>
                </a:solidFill>
                <a:highlight>
                  <a:srgbClr val="FFFF00"/>
                </a:highlight>
                <a:ea typeface="Calibri"/>
                <a:cs typeface="Calibri"/>
                <a:sym typeface="Rosario"/>
              </a:rPr>
              <a:t>Revisión</a:t>
            </a:r>
            <a:r>
              <a:rPr lang="en-US">
                <a:solidFill>
                  <a:srgbClr val="696158"/>
                </a:solidFill>
                <a:highlight>
                  <a:srgbClr val="FFFF00"/>
                </a:highlight>
                <a:ea typeface="Calibri"/>
                <a:cs typeface="Calibri"/>
                <a:sym typeface="Rosario"/>
              </a:rPr>
              <a:t> de planes (</a:t>
            </a:r>
            <a:r>
              <a:rPr lang="en-US" err="1">
                <a:solidFill>
                  <a:srgbClr val="696158"/>
                </a:solidFill>
                <a:highlight>
                  <a:srgbClr val="FFFF00"/>
                </a:highlight>
                <a:ea typeface="Calibri"/>
                <a:cs typeface="Calibri"/>
                <a:sym typeface="Rosario"/>
              </a:rPr>
              <a:t>planificación</a:t>
            </a:r>
            <a:r>
              <a:rPr lang="en-US">
                <a:solidFill>
                  <a:srgbClr val="696158"/>
                </a:solidFill>
                <a:highlight>
                  <a:srgbClr val="FFFF00"/>
                </a:highlight>
                <a:ea typeface="Calibri"/>
                <a:cs typeface="Calibri"/>
                <a:sym typeface="Rosario"/>
              </a:rPr>
              <a:t>) =! </a:t>
            </a:r>
            <a:r>
              <a:rPr lang="en-US" err="1">
                <a:solidFill>
                  <a:srgbClr val="696158"/>
                </a:solidFill>
                <a:highlight>
                  <a:srgbClr val="FFFF00"/>
                </a:highlight>
                <a:ea typeface="Calibri"/>
                <a:cs typeface="Calibri"/>
                <a:sym typeface="Rosario"/>
              </a:rPr>
              <a:t>Revisión</a:t>
            </a:r>
            <a:r>
              <a:rPr lang="en-US">
                <a:solidFill>
                  <a:srgbClr val="696158"/>
                </a:solidFill>
                <a:highlight>
                  <a:srgbClr val="FFFF00"/>
                </a:highlight>
                <a:ea typeface="Calibri"/>
                <a:cs typeface="Calibri"/>
                <a:sym typeface="Rosario"/>
              </a:rPr>
              <a:t> de </a:t>
            </a:r>
            <a:r>
              <a:rPr lang="en-US" err="1">
                <a:solidFill>
                  <a:srgbClr val="696158"/>
                </a:solidFill>
                <a:highlight>
                  <a:srgbClr val="FFFF00"/>
                </a:highlight>
                <a:ea typeface="Calibri"/>
                <a:cs typeface="Calibri"/>
                <a:sym typeface="Rosario"/>
              </a:rPr>
              <a:t>estrategia</a:t>
            </a:r>
            <a:r>
              <a:rPr lang="en-US">
                <a:solidFill>
                  <a:srgbClr val="696158"/>
                </a:solidFill>
                <a:highlight>
                  <a:srgbClr val="FFFF00"/>
                </a:highlight>
                <a:ea typeface="Calibri"/>
                <a:cs typeface="Calibri"/>
                <a:sym typeface="Rosario"/>
              </a:rPr>
              <a:t> (</a:t>
            </a:r>
            <a:r>
              <a:rPr lang="en-US" err="1">
                <a:solidFill>
                  <a:srgbClr val="696158"/>
                </a:solidFill>
                <a:highlight>
                  <a:srgbClr val="FFFF00"/>
                </a:highlight>
                <a:ea typeface="Calibri"/>
                <a:cs typeface="Calibri"/>
                <a:sym typeface="Rosario"/>
              </a:rPr>
              <a:t>confiabilidad</a:t>
            </a:r>
            <a:r>
              <a:rPr lang="en-US">
                <a:solidFill>
                  <a:srgbClr val="696158"/>
                </a:solidFill>
                <a:highlight>
                  <a:srgbClr val="FFFF00"/>
                </a:highlight>
                <a:ea typeface="Calibri"/>
                <a:cs typeface="Calibri"/>
                <a:sym typeface="Rosario"/>
              </a:rPr>
              <a:t>)</a:t>
            </a:r>
          </a:p>
          <a:p>
            <a:pPr defTabSz="933162">
              <a:defRPr/>
            </a:pPr>
            <a:endParaRPr lang="en-US">
              <a:solidFill>
                <a:srgbClr val="696158"/>
              </a:solidFill>
              <a:highlight>
                <a:srgbClr val="FFFF00"/>
              </a:highlight>
              <a:ea typeface="Calibri"/>
              <a:cs typeface="Calibri"/>
              <a:sym typeface="Rosario"/>
            </a:endParaRPr>
          </a:p>
          <a:p>
            <a:pPr defTabSz="933162">
              <a:defRPr/>
            </a:pPr>
            <a:r>
              <a:rPr lang="en-US" err="1">
                <a:solidFill>
                  <a:srgbClr val="696158"/>
                </a:solidFill>
                <a:highlight>
                  <a:srgbClr val="FFFF00"/>
                </a:highlight>
                <a:ea typeface="Calibri"/>
                <a:cs typeface="Calibri"/>
                <a:sym typeface="Rosario"/>
              </a:rPr>
              <a:t>Definición</a:t>
            </a:r>
            <a:r>
              <a:rPr lang="en-US">
                <a:solidFill>
                  <a:srgbClr val="696158"/>
                </a:solidFill>
                <a:highlight>
                  <a:srgbClr val="FFFF00"/>
                </a:highlight>
                <a:ea typeface="Calibri"/>
                <a:cs typeface="Calibri"/>
                <a:sym typeface="Rosario"/>
              </a:rPr>
              <a:t>:</a:t>
            </a:r>
          </a:p>
          <a:p>
            <a:pPr defTabSz="933162">
              <a:defRPr/>
            </a:pPr>
            <a:r>
              <a:rPr lang="en-US">
                <a:solidFill>
                  <a:srgbClr val="696158"/>
                </a:solidFill>
                <a:highlight>
                  <a:srgbClr val="FFFF00"/>
                </a:highlight>
                <a:ea typeface="Calibri"/>
                <a:cs typeface="Calibri"/>
                <a:sym typeface="Rosario"/>
              </a:rPr>
              <a:t>- Workflow de </a:t>
            </a:r>
            <a:r>
              <a:rPr lang="en-US" err="1">
                <a:solidFill>
                  <a:srgbClr val="696158"/>
                </a:solidFill>
                <a:highlight>
                  <a:srgbClr val="FFFF00"/>
                </a:highlight>
                <a:ea typeface="Calibri"/>
                <a:cs typeface="Calibri"/>
                <a:sym typeface="Rosario"/>
              </a:rPr>
              <a:t>aprobación</a:t>
            </a:r>
            <a:r>
              <a:rPr lang="en-US">
                <a:solidFill>
                  <a:srgbClr val="696158"/>
                </a:solidFill>
                <a:highlight>
                  <a:srgbClr val="FFFF00"/>
                </a:highlight>
                <a:ea typeface="Calibri"/>
                <a:cs typeface="Calibri"/>
                <a:sym typeface="Rosario"/>
              </a:rPr>
              <a:t> </a:t>
            </a:r>
            <a:r>
              <a:rPr lang="en-US" err="1">
                <a:solidFill>
                  <a:srgbClr val="696158"/>
                </a:solidFill>
                <a:highlight>
                  <a:srgbClr val="FFFF00"/>
                </a:highlight>
                <a:ea typeface="Calibri"/>
                <a:cs typeface="Calibri"/>
                <a:sym typeface="Rosario"/>
              </a:rPr>
              <a:t>en</a:t>
            </a:r>
            <a:r>
              <a:rPr lang="en-US">
                <a:solidFill>
                  <a:srgbClr val="696158"/>
                </a:solidFill>
                <a:highlight>
                  <a:srgbClr val="FFFF00"/>
                </a:highlight>
                <a:ea typeface="Calibri"/>
                <a:cs typeface="Calibri"/>
                <a:sym typeface="Rosario"/>
              </a:rPr>
              <a:t> SAP (</a:t>
            </a:r>
            <a:r>
              <a:rPr lang="en-US" err="1">
                <a:solidFill>
                  <a:srgbClr val="696158"/>
                </a:solidFill>
                <a:highlight>
                  <a:srgbClr val="FFFF00"/>
                </a:highlight>
                <a:ea typeface="Calibri"/>
                <a:cs typeface="Calibri"/>
                <a:sym typeface="Rosario"/>
              </a:rPr>
              <a:t>mientras</a:t>
            </a:r>
            <a:r>
              <a:rPr lang="en-US">
                <a:solidFill>
                  <a:srgbClr val="696158"/>
                </a:solidFill>
                <a:highlight>
                  <a:srgbClr val="FFFF00"/>
                </a:highlight>
                <a:ea typeface="Calibri"/>
                <a:cs typeface="Calibri"/>
                <a:sym typeface="Rosario"/>
              </a:rPr>
              <a:t> tanto la app de Nueva Aldea)</a:t>
            </a:r>
          </a:p>
          <a:p>
            <a:pPr defTabSz="933162">
              <a:defRPr/>
            </a:pPr>
            <a:r>
              <a:rPr lang="es-CL">
                <a:solidFill>
                  <a:srgbClr val="696158"/>
                </a:solidFill>
                <a:highlight>
                  <a:srgbClr val="FFFF00"/>
                </a:highlight>
                <a:ea typeface="Calibri"/>
                <a:cs typeface="Calibri"/>
              </a:rPr>
              <a:t>- Calendario de fábrica de paradas de áreas –&gt; que los movimientos obedezcan a ese calendario (?) podría cambiar la estrategia</a:t>
            </a:r>
          </a:p>
          <a:p>
            <a:pPr defTabSz="933162">
              <a:defRPr/>
            </a:pPr>
            <a:r>
              <a:rPr lang="es-CL">
                <a:solidFill>
                  <a:srgbClr val="696158"/>
                </a:solidFill>
                <a:highlight>
                  <a:srgbClr val="FFFF00"/>
                </a:highlight>
                <a:ea typeface="Calibri"/>
                <a:cs typeface="Calibri"/>
              </a:rPr>
              <a:t>- Definir en que casos la modificación debe pasar por confiabilidad -&gt; Confiabilidad, que parámetros modifican la estrategia</a:t>
            </a:r>
          </a:p>
          <a:p>
            <a:pPr defTabSz="933162">
              <a:defRPr/>
            </a:pPr>
            <a:r>
              <a:rPr lang="es-CL">
                <a:solidFill>
                  <a:srgbClr val="696158"/>
                </a:solidFill>
                <a:highlight>
                  <a:srgbClr val="FFFF00"/>
                </a:highlight>
                <a:ea typeface="Calibri"/>
                <a:cs typeface="Calibri"/>
              </a:rPr>
              <a:t>- Evaluar opción de proyección de servicios para tener un contrato marco (compresores, lubricación en valdivia)</a:t>
            </a:r>
          </a:p>
          <a:p>
            <a:pPr defTabSz="933162">
              <a:defRPr/>
            </a:pPr>
            <a:r>
              <a:rPr lang="es-CL">
                <a:solidFill>
                  <a:srgbClr val="696158"/>
                </a:solidFill>
                <a:highlight>
                  <a:srgbClr val="FFFF00"/>
                </a:highlight>
                <a:ea typeface="Calibri"/>
                <a:cs typeface="Calibri"/>
              </a:rPr>
              <a:t>- Compras: No puede determinar cuando o no hacer una mantención // tolerancia la riesgo // no se pueden modificar las </a:t>
            </a:r>
            <a:r>
              <a:rPr lang="es-CL" err="1">
                <a:solidFill>
                  <a:srgbClr val="696158"/>
                </a:solidFill>
                <a:highlight>
                  <a:srgbClr val="FFFF00"/>
                </a:highlight>
                <a:ea typeface="Calibri"/>
                <a:cs typeface="Calibri"/>
              </a:rPr>
              <a:t>OTs</a:t>
            </a:r>
            <a:r>
              <a:rPr lang="es-CL">
                <a:solidFill>
                  <a:srgbClr val="696158"/>
                </a:solidFill>
                <a:highlight>
                  <a:srgbClr val="FFFF00"/>
                </a:highlight>
                <a:ea typeface="Calibri"/>
                <a:cs typeface="Calibri"/>
              </a:rPr>
              <a:t> para que quede en MACO (prohibido)</a:t>
            </a:r>
          </a:p>
          <a:p>
            <a:pPr defTabSz="933162">
              <a:defRPr/>
            </a:pPr>
            <a:r>
              <a:rPr lang="es-CL">
                <a:solidFill>
                  <a:srgbClr val="696158"/>
                </a:solidFill>
                <a:highlight>
                  <a:srgbClr val="FFFF00"/>
                </a:highlight>
                <a:ea typeface="Calibri"/>
                <a:cs typeface="Calibri"/>
              </a:rPr>
              <a:t>- Repuestos no críticos de bodega: Que sea consultado antes de retirar sin ser crítico (</a:t>
            </a:r>
            <a:r>
              <a:rPr lang="es-CL" err="1">
                <a:solidFill>
                  <a:srgbClr val="696158"/>
                </a:solidFill>
                <a:highlight>
                  <a:srgbClr val="FFFF00"/>
                </a:highlight>
                <a:ea typeface="Calibri"/>
                <a:cs typeface="Calibri"/>
              </a:rPr>
              <a:t>workflow</a:t>
            </a:r>
            <a:r>
              <a:rPr lang="es-CL">
                <a:solidFill>
                  <a:srgbClr val="696158"/>
                </a:solidFill>
                <a:highlight>
                  <a:srgbClr val="FFFF00"/>
                </a:highlight>
                <a:ea typeface="Calibri"/>
                <a:cs typeface="Calibri"/>
              </a:rPr>
              <a:t>)</a:t>
            </a:r>
          </a:p>
          <a:p>
            <a:pPr defTabSz="933162">
              <a:defRPr/>
            </a:pPr>
            <a:endParaRPr lang="es-CL">
              <a:solidFill>
                <a:srgbClr val="696158"/>
              </a:solidFill>
              <a:highlight>
                <a:srgbClr val="FFFF00"/>
              </a:highlight>
              <a:ea typeface="Calibri"/>
              <a:cs typeface="Calibri"/>
            </a:endParaRPr>
          </a:p>
          <a:p>
            <a:pPr defTabSz="933162">
              <a:defRPr/>
            </a:pPr>
            <a:r>
              <a:rPr lang="es-CL">
                <a:solidFill>
                  <a:srgbClr val="696158"/>
                </a:solidFill>
                <a:highlight>
                  <a:srgbClr val="FFFF00"/>
                </a:highlight>
                <a:ea typeface="Calibri"/>
                <a:cs typeface="Calibri"/>
              </a:rPr>
              <a:t>Revisión de </a:t>
            </a:r>
            <a:r>
              <a:rPr lang="es-CL" err="1">
                <a:solidFill>
                  <a:srgbClr val="696158"/>
                </a:solidFill>
                <a:highlight>
                  <a:srgbClr val="FFFF00"/>
                </a:highlight>
                <a:ea typeface="Calibri"/>
                <a:cs typeface="Calibri"/>
              </a:rPr>
              <a:t>KPIs</a:t>
            </a:r>
            <a:r>
              <a:rPr lang="es-CL">
                <a:solidFill>
                  <a:srgbClr val="696158"/>
                </a:solidFill>
                <a:highlight>
                  <a:srgbClr val="FFFF00"/>
                </a:highlight>
                <a:ea typeface="Calibri"/>
                <a:cs typeface="Calibri"/>
              </a:rPr>
              <a:t> -&gt; Cota, porcentaje de planes revisados/ajustados (control de cambios)</a:t>
            </a:r>
          </a:p>
          <a:p>
            <a:pPr defTabSz="933162">
              <a:defRPr/>
            </a:pPr>
            <a:endParaRPr lang="es-CL">
              <a:solidFill>
                <a:srgbClr val="696158"/>
              </a:solidFill>
              <a:highlight>
                <a:srgbClr val="FFFF00"/>
              </a:highlight>
              <a:ea typeface="Calibri"/>
              <a:cs typeface="Calibri"/>
            </a:endParaRPr>
          </a:p>
        </p:txBody>
      </p:sp>
      <p:sp>
        <p:nvSpPr>
          <p:cNvPr id="4" name="Marcador de número de diapositiva 3">
            <a:extLst>
              <a:ext uri="{FF2B5EF4-FFF2-40B4-BE49-F238E27FC236}">
                <a16:creationId xmlns:a16="http://schemas.microsoft.com/office/drawing/2014/main" id="{EEBEF0B9-01B8-D413-CFEA-9605FDA678CE}"/>
              </a:ext>
            </a:extLst>
          </p:cNvPr>
          <p:cNvSpPr>
            <a:spLocks noGrp="1"/>
          </p:cNvSpPr>
          <p:nvPr>
            <p:ph type="sldNum" sz="quarter" idx="5"/>
          </p:nvPr>
        </p:nvSpPr>
        <p:spPr/>
        <p:txBody>
          <a:bodyPr/>
          <a:lstStyle/>
          <a:p>
            <a:fld id="{3631B0A6-3FCB-43BF-A3B1-F20DCE2A7C2F}" type="slidenum">
              <a:rPr lang="en-US" smtClean="0"/>
              <a:t>20</a:t>
            </a:fld>
            <a:endParaRPr lang="en-US"/>
          </a:p>
        </p:txBody>
      </p:sp>
    </p:spTree>
    <p:extLst>
      <p:ext uri="{BB962C8B-B14F-4D97-AF65-F5344CB8AC3E}">
        <p14:creationId xmlns:p14="http://schemas.microsoft.com/office/powerpoint/2010/main" val="1692693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pPr marL="0" indent="0">
              <a:buFontTx/>
              <a:buNone/>
            </a:pPr>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21</a:t>
            </a:fld>
            <a:endParaRPr lang="en-US"/>
          </a:p>
        </p:txBody>
      </p:sp>
    </p:spTree>
    <p:extLst>
      <p:ext uri="{BB962C8B-B14F-4D97-AF65-F5344CB8AC3E}">
        <p14:creationId xmlns:p14="http://schemas.microsoft.com/office/powerpoint/2010/main" val="710351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667582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23</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93954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26</a:t>
            </a:fld>
            <a:endParaRPr lang="en-US"/>
          </a:p>
        </p:txBody>
      </p:sp>
    </p:spTree>
    <p:extLst>
      <p:ext uri="{BB962C8B-B14F-4D97-AF65-F5344CB8AC3E}">
        <p14:creationId xmlns:p14="http://schemas.microsoft.com/office/powerpoint/2010/main" val="2689657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127A-23DC-3066-1478-9AEE144CF0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935609-8EFE-6420-B523-5269A02AFE2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121A617A-0663-E167-465E-6943666A6BDC}"/>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DAD1BDE-0582-34D6-46BF-F578CE56BE23}"/>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28</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58489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37E24-946A-7C95-4F5C-0384493B0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5F650-857D-6FB4-7256-D939ACA02B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0939DD-FD90-E8FA-1ADD-7BD85DE0E1F0}"/>
              </a:ext>
            </a:extLst>
          </p:cNvPr>
          <p:cNvSpPr>
            <a:spLocks noGrp="1"/>
          </p:cNvSpPr>
          <p:nvPr>
            <p:ph type="body" idx="1"/>
          </p:nvPr>
        </p:nvSpPr>
        <p:spPr/>
        <p:txBody>
          <a:bodyPr/>
          <a:lstStyle/>
          <a:p>
            <a:pPr marL="385577" lvl="1" indent="-256619" defTabSz="933162">
              <a:spcAft>
                <a:spcPts val="204"/>
              </a:spcAft>
              <a:buClr>
                <a:srgbClr val="EA7600"/>
              </a:buClr>
              <a:buFont typeface="Trebuchet MS" panose="020B0603020202020204" pitchFamily="34" charset="0"/>
              <a:buChar char="•"/>
              <a:defRPr/>
            </a:pPr>
            <a:r>
              <a:rPr lang="es-CL">
                <a:solidFill>
                  <a:srgbClr val="696158"/>
                </a:solidFill>
                <a:latin typeface="Calibri"/>
                <a:ea typeface="Calibri"/>
                <a:cs typeface="Calibri"/>
              </a:rPr>
              <a:t>ERP Actualizado / Ordenes Planificadas</a:t>
            </a: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Planes de </a:t>
            </a:r>
            <a:r>
              <a:rPr lang="en-US" err="1">
                <a:solidFill>
                  <a:srgbClr val="696158"/>
                </a:solidFill>
                <a:latin typeface="Calibri"/>
                <a:ea typeface="Calibri"/>
                <a:cs typeface="Calibri"/>
              </a:rPr>
              <a:t>Mantenimiento</a:t>
            </a:r>
            <a:r>
              <a:rPr lang="en-US">
                <a:solidFill>
                  <a:srgbClr val="696158"/>
                </a:solidFill>
                <a:latin typeface="Calibri"/>
                <a:ea typeface="Calibri"/>
                <a:cs typeface="Calibri"/>
              </a:rPr>
              <a:t> </a:t>
            </a:r>
            <a:r>
              <a:rPr lang="en-US" err="1">
                <a:solidFill>
                  <a:srgbClr val="696158"/>
                </a:solidFill>
                <a:latin typeface="Calibri"/>
                <a:ea typeface="Calibri"/>
                <a:cs typeface="Calibri"/>
              </a:rPr>
              <a:t>cargados</a:t>
            </a:r>
            <a:r>
              <a:rPr lang="en-US">
                <a:solidFill>
                  <a:srgbClr val="696158"/>
                </a:solidFill>
                <a:latin typeface="Calibri"/>
                <a:ea typeface="Calibri"/>
                <a:cs typeface="Calibri"/>
              </a:rPr>
              <a:t> en SAP</a:t>
            </a:r>
          </a:p>
          <a:p>
            <a:pPr marL="385577" lvl="1" indent="-256619" defTabSz="933162">
              <a:spcAft>
                <a:spcPts val="204"/>
              </a:spcAft>
              <a:buClr>
                <a:srgbClr val="EA7600"/>
              </a:buClr>
              <a:buFont typeface="Trebuchet MS" panose="020B0603020202020204" pitchFamily="34" charset="0"/>
              <a:buChar char="•"/>
              <a:defRPr/>
            </a:pPr>
            <a:r>
              <a:rPr lang="en-US" err="1">
                <a:solidFill>
                  <a:srgbClr val="696158"/>
                </a:solidFill>
                <a:latin typeface="Calibri"/>
                <a:ea typeface="Calibri"/>
                <a:cs typeface="Calibri"/>
              </a:rPr>
              <a:t>Demanda</a:t>
            </a:r>
            <a:r>
              <a:rPr lang="en-US">
                <a:solidFill>
                  <a:srgbClr val="696158"/>
                </a:solidFill>
                <a:latin typeface="Calibri"/>
                <a:ea typeface="Calibri"/>
                <a:cs typeface="Calibri"/>
              </a:rPr>
              <a:t> de </a:t>
            </a:r>
            <a:r>
              <a:rPr lang="en-US" err="1">
                <a:solidFill>
                  <a:srgbClr val="696158"/>
                </a:solidFill>
                <a:latin typeface="Calibri"/>
                <a:ea typeface="Calibri"/>
                <a:cs typeface="Calibri"/>
              </a:rPr>
              <a:t>bienes</a:t>
            </a:r>
            <a:r>
              <a:rPr lang="en-US">
                <a:solidFill>
                  <a:srgbClr val="696158"/>
                </a:solidFill>
                <a:latin typeface="Calibri"/>
                <a:ea typeface="Calibri"/>
                <a:cs typeface="Calibri"/>
              </a:rPr>
              <a:t> y </a:t>
            </a:r>
            <a:r>
              <a:rPr lang="en-US" err="1">
                <a:solidFill>
                  <a:srgbClr val="696158"/>
                </a:solidFill>
                <a:latin typeface="Calibri"/>
                <a:ea typeface="Calibri"/>
                <a:cs typeface="Calibri"/>
              </a:rPr>
              <a:t>servicios</a:t>
            </a:r>
            <a:endParaRPr lang="en-US">
              <a:solidFill>
                <a:srgbClr val="696158"/>
              </a:solidFill>
              <a:latin typeface="Calibri"/>
              <a:ea typeface="Calibri"/>
              <a:cs typeface="Calibri"/>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Plan </a:t>
            </a:r>
            <a:r>
              <a:rPr lang="en-US" err="1">
                <a:solidFill>
                  <a:srgbClr val="696158"/>
                </a:solidFill>
                <a:latin typeface="Calibri"/>
                <a:ea typeface="Calibri"/>
                <a:cs typeface="Calibri"/>
              </a:rPr>
              <a:t>Quinquenal</a:t>
            </a:r>
            <a:endParaRPr lang="es-CL">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s-CL">
                <a:solidFill>
                  <a:srgbClr val="696158"/>
                </a:solidFill>
                <a:latin typeface="Calibri"/>
                <a:sym typeface="Rosario"/>
              </a:rPr>
              <a:t>Disponibilidad de repuestos Críticos en bodega</a:t>
            </a: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sym typeface="Rosario"/>
              </a:rPr>
              <a:t>Ordenes </a:t>
            </a:r>
            <a:r>
              <a:rPr lang="en-US" err="1">
                <a:solidFill>
                  <a:srgbClr val="696158"/>
                </a:solidFill>
                <a:sym typeface="Rosario"/>
              </a:rPr>
              <a:t>Priorizadas</a:t>
            </a:r>
            <a:r>
              <a:rPr lang="en-US">
                <a:solidFill>
                  <a:srgbClr val="696158"/>
                </a:solidFill>
                <a:sym typeface="Rosario"/>
              </a:rPr>
              <a:t>/Balance de carga HH </a:t>
            </a:r>
            <a:r>
              <a:rPr lang="en-US" err="1">
                <a:solidFill>
                  <a:srgbClr val="696158"/>
                </a:solidFill>
                <a:sym typeface="Rosario"/>
              </a:rPr>
              <a:t>Preventivas</a:t>
            </a:r>
            <a:r>
              <a:rPr lang="en-US">
                <a:solidFill>
                  <a:srgbClr val="696158"/>
                </a:solidFill>
                <a:sym typeface="Rosario"/>
              </a:rPr>
              <a:t> y </a:t>
            </a:r>
            <a:r>
              <a:rPr lang="en-US" err="1">
                <a:solidFill>
                  <a:srgbClr val="696158"/>
                </a:solidFill>
                <a:sym typeface="Rosario"/>
              </a:rPr>
              <a:t>Correctivas</a:t>
            </a:r>
            <a:endParaRPr lang="es-CL">
              <a:solidFill>
                <a:srgbClr val="696158"/>
              </a:solidFill>
              <a:latin typeface="Calibri"/>
              <a:ea typeface="Calibri"/>
              <a:cs typeface="Calibri"/>
            </a:endParaRPr>
          </a:p>
          <a:p>
            <a:pPr marL="385577" lvl="1" indent="-256619" defTabSz="933162">
              <a:spcAft>
                <a:spcPts val="204"/>
              </a:spcAft>
              <a:buClr>
                <a:srgbClr val="EA7600"/>
              </a:buClr>
              <a:buFont typeface="Trebuchet MS" panose="020B0603020202020204" pitchFamily="34" charset="0"/>
              <a:buChar char="•"/>
              <a:defRPr/>
            </a:pPr>
            <a:r>
              <a:rPr lang="en-US" err="1">
                <a:solidFill>
                  <a:srgbClr val="696158"/>
                </a:solidFill>
                <a:latin typeface="Calibri"/>
                <a:sym typeface="Rosario"/>
              </a:rPr>
              <a:t>Presupuesto</a:t>
            </a:r>
            <a:r>
              <a:rPr lang="en-US">
                <a:solidFill>
                  <a:srgbClr val="696158"/>
                </a:solidFill>
                <a:latin typeface="Calibri"/>
                <a:sym typeface="Rosario"/>
              </a:rPr>
              <a:t> </a:t>
            </a:r>
            <a:r>
              <a:rPr lang="en-US" err="1">
                <a:solidFill>
                  <a:srgbClr val="696158"/>
                </a:solidFill>
                <a:latin typeface="Calibri"/>
                <a:sym typeface="Rosario"/>
              </a:rPr>
              <a:t>anual</a:t>
            </a:r>
            <a:r>
              <a:rPr lang="en-US">
                <a:solidFill>
                  <a:srgbClr val="696158"/>
                </a:solidFill>
                <a:latin typeface="Calibri"/>
                <a:sym typeface="Rosario"/>
              </a:rPr>
              <a:t> de </a:t>
            </a:r>
            <a:r>
              <a:rPr lang="en-US" err="1">
                <a:solidFill>
                  <a:srgbClr val="696158"/>
                </a:solidFill>
                <a:latin typeface="Calibri"/>
                <a:sym typeface="Rosario"/>
              </a:rPr>
              <a:t>mantenimiento</a:t>
            </a:r>
            <a:endParaRPr lang="en-US">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Calendario de </a:t>
            </a:r>
            <a:r>
              <a:rPr lang="en-US" err="1">
                <a:solidFill>
                  <a:srgbClr val="696158"/>
                </a:solidFill>
                <a:latin typeface="Calibri"/>
                <a:ea typeface="Calibri"/>
                <a:cs typeface="Calibri"/>
              </a:rPr>
              <a:t>Detenciones</a:t>
            </a:r>
            <a:endParaRPr lang="en-US">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POI de </a:t>
            </a:r>
            <a:r>
              <a:rPr lang="en-US" err="1">
                <a:solidFill>
                  <a:srgbClr val="696158"/>
                </a:solidFill>
                <a:latin typeface="Calibri"/>
                <a:ea typeface="Calibri"/>
                <a:cs typeface="Calibri"/>
              </a:rPr>
              <a:t>Mantenimiento</a:t>
            </a:r>
            <a:endParaRPr lang="en-US">
              <a:solidFill>
                <a:srgbClr val="696158"/>
              </a:solidFill>
              <a:latin typeface="Calibri"/>
              <a:ea typeface="Calibri"/>
              <a:cs typeface="Calibri"/>
            </a:endParaRPr>
          </a:p>
          <a:p>
            <a:endParaRPr lang="en-US"/>
          </a:p>
        </p:txBody>
      </p:sp>
      <p:sp>
        <p:nvSpPr>
          <p:cNvPr id="4" name="Slide Number Placeholder 3">
            <a:extLst>
              <a:ext uri="{FF2B5EF4-FFF2-40B4-BE49-F238E27FC236}">
                <a16:creationId xmlns:a16="http://schemas.microsoft.com/office/drawing/2014/main" id="{077FC8C3-A009-DBFC-9C1D-D4268B765884}"/>
              </a:ext>
            </a:extLst>
          </p:cNvPr>
          <p:cNvSpPr>
            <a:spLocks noGrp="1"/>
          </p:cNvSpPr>
          <p:nvPr>
            <p:ph type="sldNum" sz="quarter" idx="5"/>
          </p:nvPr>
        </p:nvSpPr>
        <p:spPr/>
        <p:txBody>
          <a:bodyPr/>
          <a:lstStyle/>
          <a:p>
            <a:r>
              <a:rPr lang="en-US"/>
              <a:t>Notes view: </a:t>
            </a:r>
            <a:fld id="{128CEAFE-FA94-43E5-B0FF-D47E1CCDD1B4}" type="slidenum">
              <a:rPr lang="en-US" smtClean="0"/>
              <a:pPr/>
              <a:t>29</a:t>
            </a:fld>
            <a:endParaRPr lang="en-US"/>
          </a:p>
        </p:txBody>
      </p:sp>
    </p:spTree>
    <p:extLst>
      <p:ext uri="{BB962C8B-B14F-4D97-AF65-F5344CB8AC3E}">
        <p14:creationId xmlns:p14="http://schemas.microsoft.com/office/powerpoint/2010/main" val="3917355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30</a:t>
            </a:fld>
            <a:endParaRPr lang="en-US"/>
          </a:p>
        </p:txBody>
      </p:sp>
    </p:spTree>
    <p:extLst>
      <p:ext uri="{BB962C8B-B14F-4D97-AF65-F5344CB8AC3E}">
        <p14:creationId xmlns:p14="http://schemas.microsoft.com/office/powerpoint/2010/main" val="1450743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AE2EF-53D8-1872-FFE0-1CEDA7887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B3D1C-7791-FA7C-BEAD-055CC6126E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F5FE07-6585-FA4E-F238-456F6CA376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8F2849-285E-E203-CC54-71F4146AD801}"/>
              </a:ext>
            </a:extLst>
          </p:cNvPr>
          <p:cNvSpPr>
            <a:spLocks noGrp="1"/>
          </p:cNvSpPr>
          <p:nvPr>
            <p:ph type="sldNum" sz="quarter" idx="5"/>
          </p:nvPr>
        </p:nvSpPr>
        <p:spPr/>
        <p:txBody>
          <a:bodyPr/>
          <a:lstStyle/>
          <a:p>
            <a:pPr defTabSz="941561">
              <a:defRPr/>
            </a:pPr>
            <a:r>
              <a:rPr lang="en-US">
                <a:solidFill>
                  <a:srgbClr val="6E6F73"/>
                </a:solidFill>
              </a:rPr>
              <a:t>Notes view: </a:t>
            </a:r>
            <a:fld id="{128CEAFE-FA94-43E5-B0FF-D47E1CCDD1B4}" type="slidenum">
              <a:rPr lang="en-US">
                <a:solidFill>
                  <a:srgbClr val="6E6F73"/>
                </a:solidFill>
              </a:rPr>
              <a:pPr defTabSz="941561">
                <a:defRPr/>
              </a:pPr>
              <a:t>31</a:t>
            </a:fld>
            <a:endParaRPr lang="en-US">
              <a:solidFill>
                <a:srgbClr val="6E6F73"/>
              </a:solidFill>
            </a:endParaRPr>
          </a:p>
        </p:txBody>
      </p:sp>
    </p:spTree>
    <p:extLst>
      <p:ext uri="{BB962C8B-B14F-4D97-AF65-F5344CB8AC3E}">
        <p14:creationId xmlns:p14="http://schemas.microsoft.com/office/powerpoint/2010/main" val="26241213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32</a:t>
            </a:fld>
            <a:endParaRPr lang="en-US"/>
          </a:p>
        </p:txBody>
      </p:sp>
    </p:spTree>
    <p:extLst>
      <p:ext uri="{BB962C8B-B14F-4D97-AF65-F5344CB8AC3E}">
        <p14:creationId xmlns:p14="http://schemas.microsoft.com/office/powerpoint/2010/main" val="307988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7BE9-7B48-75A6-3A7D-06AE3F70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7FB9-1D5F-A451-5063-25B6A693F3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E7ACFD-1B9B-8164-E476-C52901EFC6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E0DA3E-8834-0926-CC22-E84CEBB15B6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33</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05954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7BE9-7B48-75A6-3A7D-06AE3F70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7FB9-1D5F-A451-5063-25B6A693F3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E7ACFD-1B9B-8164-E476-C52901EFC6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E0DA3E-8834-0926-CC22-E84CEBB15B6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35</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05954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2E8E-3FA8-2B1C-EF74-7F363C3106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AE97B1-AE3B-DD65-6A0E-2824B3EB0D46}"/>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B61A78A3-0CC5-D823-F223-0C1775F2D07F}"/>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86797FD3-D5F5-A8C4-1434-D15F0DECC66D}"/>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38</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9006496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pPr marL="330648" lvl="1" indent="-220432">
              <a:buClr>
                <a:srgbClr val="EA7600"/>
              </a:buClr>
              <a:buFont typeface="Trebuchet MS" panose="020B0603020202020204" pitchFamily="34" charset="0"/>
              <a:buChar char="•"/>
            </a:pPr>
            <a:r>
              <a:rPr lang="es-CL" sz="1100">
                <a:solidFill>
                  <a:srgbClr val="696158"/>
                </a:solidFill>
              </a:rPr>
              <a:t>MTTR (Mean Time </a:t>
            </a:r>
            <a:r>
              <a:rPr lang="es-CL" sz="1100" err="1">
                <a:solidFill>
                  <a:srgbClr val="696158"/>
                </a:solidFill>
              </a:rPr>
              <a:t>to</a:t>
            </a:r>
            <a:r>
              <a:rPr lang="es-CL" sz="1100">
                <a:solidFill>
                  <a:srgbClr val="696158"/>
                </a:solidFill>
              </a:rPr>
              <a:t> </a:t>
            </a:r>
            <a:r>
              <a:rPr lang="es-CL" sz="1100" err="1">
                <a:solidFill>
                  <a:srgbClr val="696158"/>
                </a:solidFill>
              </a:rPr>
              <a:t>Repair</a:t>
            </a:r>
            <a:r>
              <a:rPr lang="es-CL" sz="1100">
                <a:solidFill>
                  <a:srgbClr val="696158"/>
                </a:solidFill>
              </a:rPr>
              <a:t>): Tiempo promedio de reparación por equipo</a:t>
            </a:r>
          </a:p>
          <a:p>
            <a:pPr marL="330648" lvl="1" indent="-220432">
              <a:buClr>
                <a:srgbClr val="EA7600"/>
              </a:buClr>
              <a:buFont typeface="Trebuchet MS" panose="020B0603020202020204" pitchFamily="34" charset="0"/>
              <a:buChar char="•"/>
            </a:pPr>
            <a:r>
              <a:rPr lang="es-CL" sz="1100">
                <a:solidFill>
                  <a:srgbClr val="696158"/>
                </a:solidFill>
              </a:rPr>
              <a:t>Cumplimiento del plan/Programa (%): Porcentaje de órdenes planificadas/programada completadas dentro del plazo establecido</a:t>
            </a:r>
          </a:p>
          <a:p>
            <a:pPr marL="330648" lvl="1" indent="-220432">
              <a:buClr>
                <a:srgbClr val="EA7600"/>
              </a:buClr>
              <a:buFont typeface="Trebuchet MS" panose="020B0603020202020204" pitchFamily="34" charset="0"/>
              <a:buChar char="•"/>
            </a:pPr>
            <a:r>
              <a:rPr lang="es-CL" sz="1100">
                <a:solidFill>
                  <a:srgbClr val="696158"/>
                </a:solidFill>
              </a:rPr>
              <a:t>Tasa de fallas recurrentes: Porcentaje de equipos con fallas repetitivas tras intervenciones anteriores</a:t>
            </a:r>
          </a:p>
          <a:p>
            <a:pPr marL="330648" lvl="1" indent="-220432">
              <a:buClr>
                <a:srgbClr val="EA7600"/>
              </a:buClr>
              <a:buFont typeface="Trebuchet MS" panose="020B0603020202020204" pitchFamily="34" charset="0"/>
              <a:buChar char="•"/>
            </a:pPr>
            <a:r>
              <a:rPr lang="es-CL" sz="1100">
                <a:solidFill>
                  <a:srgbClr val="696158"/>
                </a:solidFill>
              </a:rPr>
              <a:t>Uso de recursos (%): Porcentaje de asignación efectiva de materiales, repuestos y técnicos</a:t>
            </a:r>
          </a:p>
          <a:p>
            <a:pPr marL="330648" lvl="1" indent="-220432">
              <a:buClr>
                <a:srgbClr val="EA7600"/>
              </a:buClr>
              <a:buFont typeface="Trebuchet MS" panose="020B0603020202020204" pitchFamily="34" charset="0"/>
              <a:buChar char="•"/>
            </a:pPr>
            <a:r>
              <a:rPr lang="es-CL" sz="1100">
                <a:solidFill>
                  <a:srgbClr val="696158"/>
                </a:solidFill>
              </a:rPr>
              <a:t>Costo específico de mantenimiento por tonelada producida: Relación entre el costo total de mantenimiento y la producción total en toneladas</a:t>
            </a:r>
          </a:p>
        </p:txBody>
      </p:sp>
      <p:sp>
        <p:nvSpPr>
          <p:cNvPr id="4" name="Marcador de número de diapositiva 3"/>
          <p:cNvSpPr>
            <a:spLocks noGrp="1"/>
          </p:cNvSpPr>
          <p:nvPr>
            <p:ph type="sldNum" sz="quarter" idx="5"/>
          </p:nvPr>
        </p:nvSpPr>
        <p:spPr/>
        <p:txBody>
          <a:bodyPr/>
          <a:lstStyle/>
          <a:p>
            <a:r>
              <a:rPr lang="en-US"/>
              <a:t>Notes view: </a:t>
            </a:r>
            <a:fld id="{128CEAFE-FA94-43E5-B0FF-D47E1CCDD1B4}" type="slidenum">
              <a:rPr lang="en-US" smtClean="0"/>
              <a:pPr/>
              <a:t>39</a:t>
            </a:fld>
            <a:endParaRPr lang="en-US"/>
          </a:p>
        </p:txBody>
      </p:sp>
    </p:spTree>
    <p:extLst>
      <p:ext uri="{BB962C8B-B14F-4D97-AF65-F5344CB8AC3E}">
        <p14:creationId xmlns:p14="http://schemas.microsoft.com/office/powerpoint/2010/main" val="1198682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588D-7991-0582-192B-329A01BE50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204CC6-081A-DA54-497E-9F8699B584C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B527188-BAF4-0448-D059-D7A86920B397}"/>
              </a:ext>
            </a:extLst>
          </p:cNvPr>
          <p:cNvSpPr>
            <a:spLocks noGrp="1"/>
          </p:cNvSpPr>
          <p:nvPr>
            <p:ph type="body" idx="1"/>
          </p:nvPr>
        </p:nvSpPr>
        <p:spPr/>
        <p:txBody>
          <a:bodyPr/>
          <a:lstStyle/>
          <a:p>
            <a:endParaRPr lang="en-US" b="1"/>
          </a:p>
          <a:p>
            <a:pPr marL="174968" indent="-174968">
              <a:buFontTx/>
              <a:buChar char="-"/>
            </a:pPr>
            <a:endParaRPr lang="en-US" b="1"/>
          </a:p>
        </p:txBody>
      </p:sp>
      <p:sp>
        <p:nvSpPr>
          <p:cNvPr id="4" name="Marcador de número de diapositiva 3">
            <a:extLst>
              <a:ext uri="{FF2B5EF4-FFF2-40B4-BE49-F238E27FC236}">
                <a16:creationId xmlns:a16="http://schemas.microsoft.com/office/drawing/2014/main" id="{6F30B628-FF51-4E2A-9340-873BB90471A2}"/>
              </a:ext>
            </a:extLst>
          </p:cNvPr>
          <p:cNvSpPr>
            <a:spLocks noGrp="1"/>
          </p:cNvSpPr>
          <p:nvPr>
            <p:ph type="sldNum" sz="quarter" idx="5"/>
          </p:nvPr>
        </p:nvSpPr>
        <p:spPr/>
        <p:txBody>
          <a:bodyPr/>
          <a:lstStyle/>
          <a:p>
            <a:fld id="{042A430B-9264-4951-ABE2-4219E2179341}" type="slidenum">
              <a:rPr lang="en-US" smtClean="0"/>
              <a:t>42</a:t>
            </a:fld>
            <a:endParaRPr lang="en-US"/>
          </a:p>
        </p:txBody>
      </p:sp>
    </p:spTree>
    <p:extLst>
      <p:ext uri="{BB962C8B-B14F-4D97-AF65-F5344CB8AC3E}">
        <p14:creationId xmlns:p14="http://schemas.microsoft.com/office/powerpoint/2010/main" val="27159754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C74EB-88CC-E474-3CA6-6724A33222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A7CF93-5063-98D4-A435-3A91E453DF8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3074998-2D22-32BB-975A-811C6EBCB186}"/>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764F2AC3-865B-512A-F631-6B696AF9061F}"/>
              </a:ext>
            </a:extLst>
          </p:cNvPr>
          <p:cNvSpPr>
            <a:spLocks noGrp="1"/>
          </p:cNvSpPr>
          <p:nvPr>
            <p:ph type="sldNum" sz="quarter" idx="5"/>
          </p:nvPr>
        </p:nvSpPr>
        <p:spPr/>
        <p:txBody>
          <a:bodyPr/>
          <a:lstStyle/>
          <a:p>
            <a:fld id="{3631B0A6-3FCB-43BF-A3B1-F20DCE2A7C2F}" type="slidenum">
              <a:rPr lang="en-US" smtClean="0"/>
              <a:t>43</a:t>
            </a:fld>
            <a:endParaRPr lang="en-US"/>
          </a:p>
        </p:txBody>
      </p:sp>
    </p:spTree>
    <p:extLst>
      <p:ext uri="{BB962C8B-B14F-4D97-AF65-F5344CB8AC3E}">
        <p14:creationId xmlns:p14="http://schemas.microsoft.com/office/powerpoint/2010/main" val="30720612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98650-0A7F-B1DF-29C0-C9C6D957F8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55FB9F-AE94-2417-3C3E-B03F21EF62F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2B7E1552-025D-4EC6-4933-66C1D22E3ED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8B653B7-4B9A-F30B-B76C-56D1B01D8B12}"/>
              </a:ext>
            </a:extLst>
          </p:cNvPr>
          <p:cNvSpPr>
            <a:spLocks noGrp="1"/>
          </p:cNvSpPr>
          <p:nvPr>
            <p:ph type="sldNum" sz="quarter" idx="5"/>
          </p:nvPr>
        </p:nvSpPr>
        <p:spPr/>
        <p:txBody>
          <a:bodyPr/>
          <a:lstStyle/>
          <a:p>
            <a:fld id="{3631B0A6-3FCB-43BF-A3B1-F20DCE2A7C2F}" type="slidenum">
              <a:rPr lang="en-US" smtClean="0"/>
              <a:t>44</a:t>
            </a:fld>
            <a:endParaRPr lang="en-US"/>
          </a:p>
        </p:txBody>
      </p:sp>
    </p:spTree>
    <p:extLst>
      <p:ext uri="{BB962C8B-B14F-4D97-AF65-F5344CB8AC3E}">
        <p14:creationId xmlns:p14="http://schemas.microsoft.com/office/powerpoint/2010/main" val="22108045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6B0BA-FD12-E457-1BBE-D1BE0B7FAF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5FB8A1-0ADF-A117-DDA1-115AFC8894CC}"/>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D0D60E4-9056-FF72-8AB7-06E6D3AB7895}"/>
              </a:ext>
            </a:extLst>
          </p:cNvPr>
          <p:cNvSpPr>
            <a:spLocks noGrp="1"/>
          </p:cNvSpPr>
          <p:nvPr>
            <p:ph type="body" idx="1"/>
          </p:nvPr>
        </p:nvSpPr>
        <p:spPr/>
        <p:txBody>
          <a:bodyPr/>
          <a:lstStyle/>
          <a:p>
            <a:pPr marL="0" indent="0">
              <a:buFontTx/>
              <a:buNone/>
            </a:pPr>
            <a:endParaRPr lang="en-US" b="0"/>
          </a:p>
          <a:p>
            <a:pPr marL="174968" indent="-174968">
              <a:buFontTx/>
              <a:buChar char="-"/>
            </a:pPr>
            <a:endParaRPr lang="en-US" b="1"/>
          </a:p>
        </p:txBody>
      </p:sp>
      <p:sp>
        <p:nvSpPr>
          <p:cNvPr id="4" name="Marcador de número de diapositiva 3">
            <a:extLst>
              <a:ext uri="{FF2B5EF4-FFF2-40B4-BE49-F238E27FC236}">
                <a16:creationId xmlns:a16="http://schemas.microsoft.com/office/drawing/2014/main" id="{EBBAEAB8-5A38-3CD6-5820-A9DAFF313CFB}"/>
              </a:ext>
            </a:extLst>
          </p:cNvPr>
          <p:cNvSpPr>
            <a:spLocks noGrp="1"/>
          </p:cNvSpPr>
          <p:nvPr>
            <p:ph type="sldNum" sz="quarter" idx="5"/>
          </p:nvPr>
        </p:nvSpPr>
        <p:spPr/>
        <p:txBody>
          <a:bodyPr/>
          <a:lstStyle/>
          <a:p>
            <a:fld id="{042A430B-9264-4951-ABE2-4219E2179341}" type="slidenum">
              <a:rPr lang="en-US" smtClean="0"/>
              <a:t>45</a:t>
            </a:fld>
            <a:endParaRPr lang="en-US"/>
          </a:p>
        </p:txBody>
      </p:sp>
    </p:spTree>
    <p:extLst>
      <p:ext uri="{BB962C8B-B14F-4D97-AF65-F5344CB8AC3E}">
        <p14:creationId xmlns:p14="http://schemas.microsoft.com/office/powerpoint/2010/main" val="3386237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27C13-DFEF-253D-8A5C-D4E765E1E3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8FBEAE-BE83-DE0E-CC0B-50E59797601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716595E-BBE3-3CD4-B6BE-E1BA66076867}"/>
              </a:ext>
            </a:extLst>
          </p:cNvPr>
          <p:cNvSpPr>
            <a:spLocks noGrp="1"/>
          </p:cNvSpPr>
          <p:nvPr>
            <p:ph type="body" idx="1"/>
          </p:nvPr>
        </p:nvSpPr>
        <p:spPr/>
        <p:txBody>
          <a:bodyPr/>
          <a:lstStyle/>
          <a:p>
            <a:pPr marL="174968" indent="-174968">
              <a:buFontTx/>
              <a:buChar char="-"/>
            </a:pPr>
            <a:r>
              <a:rPr lang="en-US" err="1"/>
              <a:t>Que</a:t>
            </a:r>
            <a:r>
              <a:rPr lang="en-US"/>
              <a:t> </a:t>
            </a:r>
            <a:r>
              <a:rPr lang="en-US" err="1"/>
              <a:t>diferencia</a:t>
            </a:r>
            <a:r>
              <a:rPr lang="en-US"/>
              <a:t> al </a:t>
            </a:r>
            <a:r>
              <a:rPr lang="en-US" err="1"/>
              <a:t>tratamiento</a:t>
            </a:r>
            <a:r>
              <a:rPr lang="en-US"/>
              <a:t> de un aviso de </a:t>
            </a:r>
            <a:r>
              <a:rPr lang="en-US" err="1"/>
              <a:t>una</a:t>
            </a:r>
            <a:r>
              <a:rPr lang="en-US"/>
              <a:t> gestion de </a:t>
            </a:r>
            <a:r>
              <a:rPr lang="en-US" err="1"/>
              <a:t>falla</a:t>
            </a:r>
            <a:endParaRPr lang="en-US"/>
          </a:p>
          <a:p>
            <a:pPr marL="174968" indent="-174968">
              <a:buFontTx/>
              <a:buChar char="-"/>
            </a:pPr>
            <a:r>
              <a:rPr lang="en-US"/>
              <a:t>Solicitudes de </a:t>
            </a:r>
            <a:r>
              <a:rPr lang="en-US" err="1"/>
              <a:t>operaciones</a:t>
            </a:r>
            <a:r>
              <a:rPr lang="en-US"/>
              <a:t> = </a:t>
            </a:r>
            <a:r>
              <a:rPr lang="en-US" err="1"/>
              <a:t>urgencias</a:t>
            </a:r>
            <a:r>
              <a:rPr lang="en-US"/>
              <a:t> del día a día // </a:t>
            </a:r>
            <a:r>
              <a:rPr lang="en-US" err="1"/>
              <a:t>Cambiarle</a:t>
            </a:r>
            <a:r>
              <a:rPr lang="en-US"/>
              <a:t> </a:t>
            </a:r>
            <a:r>
              <a:rPr lang="en-US" err="1"/>
              <a:t>el</a:t>
            </a:r>
            <a:r>
              <a:rPr lang="en-US"/>
              <a:t> </a:t>
            </a:r>
            <a:r>
              <a:rPr lang="en-US" err="1"/>
              <a:t>nombre</a:t>
            </a:r>
            <a:endParaRPr lang="en-US"/>
          </a:p>
        </p:txBody>
      </p:sp>
      <p:sp>
        <p:nvSpPr>
          <p:cNvPr id="4" name="Marcador de número de diapositiva 3">
            <a:extLst>
              <a:ext uri="{FF2B5EF4-FFF2-40B4-BE49-F238E27FC236}">
                <a16:creationId xmlns:a16="http://schemas.microsoft.com/office/drawing/2014/main" id="{295D4AE8-748E-3AA2-6978-C97DF2239001}"/>
              </a:ext>
            </a:extLst>
          </p:cNvPr>
          <p:cNvSpPr>
            <a:spLocks noGrp="1"/>
          </p:cNvSpPr>
          <p:nvPr>
            <p:ph type="sldNum" sz="quarter" idx="5"/>
          </p:nvPr>
        </p:nvSpPr>
        <p:spPr/>
        <p:txBody>
          <a:bodyPr/>
          <a:lstStyle/>
          <a:p>
            <a:fld id="{3631B0A6-3FCB-43BF-A3B1-F20DCE2A7C2F}" type="slidenum">
              <a:rPr lang="en-US" smtClean="0"/>
              <a:t>46</a:t>
            </a:fld>
            <a:endParaRPr lang="en-US"/>
          </a:p>
        </p:txBody>
      </p:sp>
    </p:spTree>
    <p:extLst>
      <p:ext uri="{BB962C8B-B14F-4D97-AF65-F5344CB8AC3E}">
        <p14:creationId xmlns:p14="http://schemas.microsoft.com/office/powerpoint/2010/main" val="41212132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47</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229058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605DD-14AC-87F0-6609-3B0EFBBA95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5C01B6-3027-0F05-0FB9-A5F1CEAA200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DDEB515-C8D1-FD44-6A37-F83A09340F05}"/>
              </a:ext>
            </a:extLst>
          </p:cNvPr>
          <p:cNvSpPr>
            <a:spLocks noGrp="1"/>
          </p:cNvSpPr>
          <p:nvPr>
            <p:ph type="body" idx="1"/>
          </p:nvPr>
        </p:nvSpPr>
        <p:spPr/>
        <p:txBody>
          <a:bodyPr/>
          <a:lstStyle/>
          <a:p>
            <a:pPr marL="0" indent="0">
              <a:buFontTx/>
              <a:buNone/>
            </a:pPr>
            <a:endParaRPr lang="en-US"/>
          </a:p>
        </p:txBody>
      </p:sp>
      <p:sp>
        <p:nvSpPr>
          <p:cNvPr id="4" name="Marcador de número de diapositiva 3">
            <a:extLst>
              <a:ext uri="{FF2B5EF4-FFF2-40B4-BE49-F238E27FC236}">
                <a16:creationId xmlns:a16="http://schemas.microsoft.com/office/drawing/2014/main" id="{8581F3AA-4D86-5A45-F8ED-32D0B72AAE17}"/>
              </a:ext>
            </a:extLst>
          </p:cNvPr>
          <p:cNvSpPr>
            <a:spLocks noGrp="1"/>
          </p:cNvSpPr>
          <p:nvPr>
            <p:ph type="sldNum" sz="quarter" idx="5"/>
          </p:nvPr>
        </p:nvSpPr>
        <p:spPr/>
        <p:txBody>
          <a:bodyPr/>
          <a:lstStyle/>
          <a:p>
            <a:fld id="{3631B0A6-3FCB-43BF-A3B1-F20DCE2A7C2F}" type="slidenum">
              <a:rPr lang="en-US" smtClean="0"/>
              <a:t>48</a:t>
            </a:fld>
            <a:endParaRPr lang="en-US"/>
          </a:p>
        </p:txBody>
      </p:sp>
    </p:spTree>
    <p:extLst>
      <p:ext uri="{BB962C8B-B14F-4D97-AF65-F5344CB8AC3E}">
        <p14:creationId xmlns:p14="http://schemas.microsoft.com/office/powerpoint/2010/main" val="29699524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49</a:t>
            </a:fld>
            <a:endParaRPr lang="en-US"/>
          </a:p>
        </p:txBody>
      </p:sp>
    </p:spTree>
    <p:extLst>
      <p:ext uri="{BB962C8B-B14F-4D97-AF65-F5344CB8AC3E}">
        <p14:creationId xmlns:p14="http://schemas.microsoft.com/office/powerpoint/2010/main" val="16927644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62087-1662-6125-841D-44E96B8F81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EA5A32-726B-0B73-7CED-EDF9E9362042}"/>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99BE65F-F908-DDAA-E526-35C6AF4BBD46}"/>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A819150-449E-A5B9-ADB6-62927981BA19}"/>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50</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994011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0D85B-D012-6C18-B48A-7A3B4346D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7DF9C-605E-A8A9-1099-811242257C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20C5E7-E643-864C-C8E0-6AD566D68B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D9007C-0138-55DD-246C-C0D29E88442C}"/>
              </a:ext>
            </a:extLst>
          </p:cNvPr>
          <p:cNvSpPr>
            <a:spLocks noGrp="1"/>
          </p:cNvSpPr>
          <p:nvPr>
            <p:ph type="sldNum" sz="quarter" idx="5"/>
          </p:nvPr>
        </p:nvSpPr>
        <p:spPr/>
        <p:txBody>
          <a:bodyPr/>
          <a:lstStyle/>
          <a:p>
            <a:r>
              <a:rPr lang="en-US"/>
              <a:t>Notes view: </a:t>
            </a:r>
            <a:fld id="{128CEAFE-FA94-43E5-B0FF-D47E1CCDD1B4}" type="slidenum">
              <a:rPr lang="en-US" smtClean="0"/>
              <a:pPr/>
              <a:t>51</a:t>
            </a:fld>
            <a:endParaRPr lang="en-US"/>
          </a:p>
        </p:txBody>
      </p:sp>
    </p:spTree>
    <p:extLst>
      <p:ext uri="{BB962C8B-B14F-4D97-AF65-F5344CB8AC3E}">
        <p14:creationId xmlns:p14="http://schemas.microsoft.com/office/powerpoint/2010/main" val="16245964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4CD9B-DCB9-E3C7-29B8-B4C212235C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3FD252-95F6-2BE1-A10C-BC9648CD5B2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01C10986-3177-D7B7-5DEB-F642E47BAFEE}"/>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3EEF243-E2F8-1E0A-3147-D62685B9C06A}"/>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6481725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53</a:t>
            </a:fld>
            <a:endParaRPr lang="en-US"/>
          </a:p>
        </p:txBody>
      </p:sp>
    </p:spTree>
    <p:extLst>
      <p:ext uri="{BB962C8B-B14F-4D97-AF65-F5344CB8AC3E}">
        <p14:creationId xmlns:p14="http://schemas.microsoft.com/office/powerpoint/2010/main" val="22631547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A4874-1044-FB67-3046-02FC5843F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21FAF-1777-4984-92A0-45B6A4B745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EB89A6-C7EE-50EE-A103-82272858D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FRS o AFAL</a:t>
            </a:r>
          </a:p>
          <a:p>
            <a:endParaRPr lang="en-US"/>
          </a:p>
        </p:txBody>
      </p:sp>
      <p:sp>
        <p:nvSpPr>
          <p:cNvPr id="4" name="Slide Number Placeholder 3">
            <a:extLst>
              <a:ext uri="{FF2B5EF4-FFF2-40B4-BE49-F238E27FC236}">
                <a16:creationId xmlns:a16="http://schemas.microsoft.com/office/drawing/2014/main" id="{E50812E8-103B-E283-5046-067D7D1A5A8A}"/>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54</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0824154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37C70-55DA-584A-25E3-374F828BF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2B2FB-B934-018D-4D82-79B15DB12E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9A82DD-DE58-CE12-C8D5-A7D721B9C2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F8B7D3-0D21-3D91-A98A-55957B58D6E5}"/>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56</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9568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14-04-2026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133.x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0.xml"/><Relationship Id="rId1" Type="http://schemas.openxmlformats.org/officeDocument/2006/relationships/tags" Target="../tags/tag134.xml"/><Relationship Id="rId5" Type="http://schemas.openxmlformats.org/officeDocument/2006/relationships/image" Target="../media/image2.emf"/><Relationship Id="rId4" Type="http://schemas.openxmlformats.org/officeDocument/2006/relationships/oleObject" Target="../embeddings/oleObject6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0.xml"/><Relationship Id="rId1" Type="http://schemas.openxmlformats.org/officeDocument/2006/relationships/tags" Target="../tags/tag135.xml"/><Relationship Id="rId5" Type="http://schemas.openxmlformats.org/officeDocument/2006/relationships/image" Target="../media/image17.emf"/><Relationship Id="rId4" Type="http://schemas.openxmlformats.org/officeDocument/2006/relationships/oleObject" Target="../embeddings/oleObject63.bin"/></Relationships>
</file>

<file path=ppt/slides/_rels/slide4.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image" Target="../media/image17.emf"/><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oleObject" Target="../embeddings/oleObject64.bin"/><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slideLayout" Target="../slideLayouts/slideLayout30.xml"/><Relationship Id="rId5" Type="http://schemas.openxmlformats.org/officeDocument/2006/relationships/tags" Target="../tags/tag14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0.xml"/><Relationship Id="rId1" Type="http://schemas.openxmlformats.org/officeDocument/2006/relationships/tags" Target="../tags/tag146.xml"/><Relationship Id="rId5" Type="http://schemas.openxmlformats.org/officeDocument/2006/relationships/image" Target="../media/image17.emf"/><Relationship Id="rId4" Type="http://schemas.openxmlformats.org/officeDocument/2006/relationships/oleObject" Target="../embeddings/oleObject65.bin"/></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tags" Target="../tags/tag149.xml"/><Relationship Id="rId7" Type="http://schemas.openxmlformats.org/officeDocument/2006/relationships/tags" Target="../tags/tag153.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image" Target="../media/image17.emf"/><Relationship Id="rId5" Type="http://schemas.openxmlformats.org/officeDocument/2006/relationships/tags" Target="../tags/tag151.xml"/><Relationship Id="rId10" Type="http://schemas.openxmlformats.org/officeDocument/2006/relationships/oleObject" Target="../embeddings/oleObject66.bin"/><Relationship Id="rId4" Type="http://schemas.openxmlformats.org/officeDocument/2006/relationships/tags" Target="../tags/tag150.xml"/><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0.xml"/><Relationship Id="rId1" Type="http://schemas.openxmlformats.org/officeDocument/2006/relationships/tags" Target="../tags/tag154.xml"/><Relationship Id="rId5" Type="http://schemas.openxmlformats.org/officeDocument/2006/relationships/image" Target="../media/image17.emf"/><Relationship Id="rId4" Type="http://schemas.openxmlformats.org/officeDocument/2006/relationships/oleObject" Target="../embeddings/oleObject67.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30.xml"/><Relationship Id="rId1" Type="http://schemas.openxmlformats.org/officeDocument/2006/relationships/tags" Target="../tags/tag155.xml"/><Relationship Id="rId4" Type="http://schemas.openxmlformats.org/officeDocument/2006/relationships/image" Target="../media/image17.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0.xml"/><Relationship Id="rId1" Type="http://schemas.openxmlformats.org/officeDocument/2006/relationships/tags" Target="../tags/tag156.xml"/><Relationship Id="rId6" Type="http://schemas.openxmlformats.org/officeDocument/2006/relationships/image" Target="../media/image17.emf"/><Relationship Id="rId5" Type="http://schemas.openxmlformats.org/officeDocument/2006/relationships/oleObject" Target="../embeddings/oleObject69.bin"/><Relationship Id="rId4" Type="http://schemas.microsoft.com/office/2018/10/relationships/comments" Target="../comments/modernComment_7FFFFFD8_D30DEFD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30.xml"/><Relationship Id="rId1" Type="http://schemas.openxmlformats.org/officeDocument/2006/relationships/tags" Target="../tags/tag157.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tags" Target="../tags/tag160.xml"/><Relationship Id="rId7" Type="http://schemas.openxmlformats.org/officeDocument/2006/relationships/notesSlide" Target="../notesSlides/notesSlide8.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162.xml"/><Relationship Id="rId10" Type="http://schemas.openxmlformats.org/officeDocument/2006/relationships/oleObject" Target="../embeddings/oleObject72.bin"/><Relationship Id="rId4" Type="http://schemas.openxmlformats.org/officeDocument/2006/relationships/tags" Target="../tags/tag161.xml"/><Relationship Id="rId9"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0.xml"/><Relationship Id="rId1" Type="http://schemas.openxmlformats.org/officeDocument/2006/relationships/tags" Target="../tags/tag163.xml"/><Relationship Id="rId5" Type="http://schemas.openxmlformats.org/officeDocument/2006/relationships/image" Target="../media/image17.emf"/><Relationship Id="rId4" Type="http://schemas.openxmlformats.org/officeDocument/2006/relationships/oleObject" Target="../embeddings/oleObject73.bin"/></Relationships>
</file>

<file path=ppt/slides/_rels/slide13.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slideLayout" Target="../slideLayouts/slideLayout30.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2" Type="http://schemas.openxmlformats.org/officeDocument/2006/relationships/tags" Target="../tags/tag165.xml"/><Relationship Id="rId16" Type="http://schemas.openxmlformats.org/officeDocument/2006/relationships/image" Target="../media/image17.emf"/><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5" Type="http://schemas.openxmlformats.org/officeDocument/2006/relationships/oleObject" Target="../embeddings/oleObject74.bin"/><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tags" Target="../tags/tag178.xml"/><Relationship Id="rId7" Type="http://schemas.openxmlformats.org/officeDocument/2006/relationships/image" Target="../media/image19.svg"/><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image" Target="../media/image18.emf"/><Relationship Id="rId5" Type="http://schemas.openxmlformats.org/officeDocument/2006/relationships/oleObject" Target="../embeddings/oleObject75.bin"/><Relationship Id="rId10" Type="http://schemas.openxmlformats.org/officeDocument/2006/relationships/image" Target="../media/image15.emf"/><Relationship Id="rId4" Type="http://schemas.openxmlformats.org/officeDocument/2006/relationships/slideLayout" Target="../slideLayouts/slideLayout30.xml"/><Relationship Id="rId9" Type="http://schemas.openxmlformats.org/officeDocument/2006/relationships/oleObject" Target="../embeddings/oleObject72.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0.xml"/><Relationship Id="rId1" Type="http://schemas.openxmlformats.org/officeDocument/2006/relationships/tags" Target="../tags/tag179.xml"/><Relationship Id="rId5" Type="http://schemas.openxmlformats.org/officeDocument/2006/relationships/image" Target="../media/image17.emf"/><Relationship Id="rId4" Type="http://schemas.openxmlformats.org/officeDocument/2006/relationships/oleObject" Target="../embeddings/oleObject76.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0.svg"/><Relationship Id="rId2" Type="http://schemas.openxmlformats.org/officeDocument/2006/relationships/slideLayout" Target="../slideLayouts/slideLayout30.xml"/><Relationship Id="rId1" Type="http://schemas.openxmlformats.org/officeDocument/2006/relationships/tags" Target="../tags/tag180.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77.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0.xml"/><Relationship Id="rId1" Type="http://schemas.openxmlformats.org/officeDocument/2006/relationships/tags" Target="../tags/tag181.xml"/><Relationship Id="rId5" Type="http://schemas.openxmlformats.org/officeDocument/2006/relationships/image" Target="../media/image17.emf"/><Relationship Id="rId4" Type="http://schemas.openxmlformats.org/officeDocument/2006/relationships/oleObject" Target="../embeddings/oleObject78.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0.xml"/><Relationship Id="rId1" Type="http://schemas.openxmlformats.org/officeDocument/2006/relationships/tags" Target="../tags/tag182.xml"/><Relationship Id="rId6" Type="http://schemas.openxmlformats.org/officeDocument/2006/relationships/image" Target="../media/image20.svg"/><Relationship Id="rId5" Type="http://schemas.openxmlformats.org/officeDocument/2006/relationships/image" Target="../media/image17.emf"/><Relationship Id="rId4" Type="http://schemas.openxmlformats.org/officeDocument/2006/relationships/oleObject" Target="../embeddings/oleObject79.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0.xml"/><Relationship Id="rId1" Type="http://schemas.openxmlformats.org/officeDocument/2006/relationships/tags" Target="../tags/tag183.xml"/><Relationship Id="rId5" Type="http://schemas.openxmlformats.org/officeDocument/2006/relationships/image" Target="../media/image17.emf"/><Relationship Id="rId4" Type="http://schemas.openxmlformats.org/officeDocument/2006/relationships/oleObject" Target="../embeddings/oleObject80.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0.svg"/><Relationship Id="rId2" Type="http://schemas.openxmlformats.org/officeDocument/2006/relationships/slideLayout" Target="../slideLayouts/slideLayout30.xml"/><Relationship Id="rId1" Type="http://schemas.openxmlformats.org/officeDocument/2006/relationships/tags" Target="../tags/tag184.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8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0.xml"/><Relationship Id="rId1" Type="http://schemas.openxmlformats.org/officeDocument/2006/relationships/tags" Target="../tags/tag185.xml"/><Relationship Id="rId5" Type="http://schemas.openxmlformats.org/officeDocument/2006/relationships/image" Target="../media/image17.emf"/><Relationship Id="rId4" Type="http://schemas.openxmlformats.org/officeDocument/2006/relationships/oleObject" Target="../embeddings/oleObject8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0.xml"/><Relationship Id="rId1" Type="http://schemas.openxmlformats.org/officeDocument/2006/relationships/tags" Target="../tags/tag186.xml"/><Relationship Id="rId6" Type="http://schemas.openxmlformats.org/officeDocument/2006/relationships/image" Target="../media/image20.svg"/><Relationship Id="rId5" Type="http://schemas.openxmlformats.org/officeDocument/2006/relationships/image" Target="../media/image21.emf"/><Relationship Id="rId4" Type="http://schemas.openxmlformats.org/officeDocument/2006/relationships/oleObject" Target="../embeddings/oleObject8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0.xml"/><Relationship Id="rId1" Type="http://schemas.openxmlformats.org/officeDocument/2006/relationships/tags" Target="../tags/tag187.xml"/><Relationship Id="rId5" Type="http://schemas.openxmlformats.org/officeDocument/2006/relationships/image" Target="../media/image17.emf"/><Relationship Id="rId4" Type="http://schemas.openxmlformats.org/officeDocument/2006/relationships/oleObject" Target="../embeddings/oleObject84.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30.xml"/><Relationship Id="rId1" Type="http://schemas.openxmlformats.org/officeDocument/2006/relationships/tags" Target="../tags/tag188.xml"/><Relationship Id="rId5" Type="http://schemas.openxmlformats.org/officeDocument/2006/relationships/image" Target="../media/image19.svg"/><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30.xml"/><Relationship Id="rId1" Type="http://schemas.openxmlformats.org/officeDocument/2006/relationships/tags" Target="../tags/tag189.xml"/><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0.xml"/><Relationship Id="rId1" Type="http://schemas.openxmlformats.org/officeDocument/2006/relationships/tags" Target="../tags/tag190.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87.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30.xml"/><Relationship Id="rId1" Type="http://schemas.openxmlformats.org/officeDocument/2006/relationships/tags" Target="../tags/tag191.xml"/><Relationship Id="rId4" Type="http://schemas.openxmlformats.org/officeDocument/2006/relationships/image" Target="../media/image17.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194.xml"/><Relationship Id="rId7" Type="http://schemas.openxmlformats.org/officeDocument/2006/relationships/notesSlide" Target="../notesSlides/notesSlide21.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196.xml"/><Relationship Id="rId10" Type="http://schemas.openxmlformats.org/officeDocument/2006/relationships/oleObject" Target="../embeddings/oleObject72.bin"/><Relationship Id="rId4" Type="http://schemas.openxmlformats.org/officeDocument/2006/relationships/tags" Target="../tags/tag195.xml"/><Relationship Id="rId9" Type="http://schemas.openxmlformats.org/officeDocument/2006/relationships/image" Target="../media/image2.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0.xml"/><Relationship Id="rId1" Type="http://schemas.openxmlformats.org/officeDocument/2006/relationships/tags" Target="../tags/tag197.xml"/><Relationship Id="rId5" Type="http://schemas.openxmlformats.org/officeDocument/2006/relationships/image" Target="../media/image17.emf"/><Relationship Id="rId4" Type="http://schemas.openxmlformats.org/officeDocument/2006/relationships/oleObject" Target="../embeddings/oleObject90.bin"/></Relationships>
</file>

<file path=ppt/slides/_rels/slide30.xml.rels><?xml version="1.0" encoding="UTF-8" standalone="yes"?>
<Relationships xmlns="http://schemas.openxmlformats.org/package/2006/relationships"><Relationship Id="rId8" Type="http://schemas.openxmlformats.org/officeDocument/2006/relationships/tags" Target="../tags/tag205.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image" Target="../media/image17.emf"/><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oleObject" Target="../embeddings/oleObject91.bin"/><Relationship Id="rId5" Type="http://schemas.openxmlformats.org/officeDocument/2006/relationships/tags" Target="../tags/tag202.xml"/><Relationship Id="rId10" Type="http://schemas.openxmlformats.org/officeDocument/2006/relationships/notesSlide" Target="../notesSlides/notesSlide23.xml"/><Relationship Id="rId4" Type="http://schemas.openxmlformats.org/officeDocument/2006/relationships/tags" Target="../tags/tag201.xml"/><Relationship Id="rId9"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0.xml"/><Relationship Id="rId1" Type="http://schemas.openxmlformats.org/officeDocument/2006/relationships/tags" Target="../tags/tag206.xml"/><Relationship Id="rId6" Type="http://schemas.openxmlformats.org/officeDocument/2006/relationships/image" Target="../media/image20.svg"/><Relationship Id="rId5" Type="http://schemas.openxmlformats.org/officeDocument/2006/relationships/image" Target="../media/image17.emf"/><Relationship Id="rId4" Type="http://schemas.openxmlformats.org/officeDocument/2006/relationships/oleObject" Target="../embeddings/oleObject92.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0.xml"/><Relationship Id="rId1" Type="http://schemas.openxmlformats.org/officeDocument/2006/relationships/tags" Target="../tags/tag207.xml"/><Relationship Id="rId5" Type="http://schemas.openxmlformats.org/officeDocument/2006/relationships/image" Target="../media/image17.emf"/><Relationship Id="rId4" Type="http://schemas.openxmlformats.org/officeDocument/2006/relationships/oleObject" Target="../embeddings/oleObject90.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0.xml"/><Relationship Id="rId1" Type="http://schemas.openxmlformats.org/officeDocument/2006/relationships/tags" Target="../tags/tag208.xml"/><Relationship Id="rId5" Type="http://schemas.openxmlformats.org/officeDocument/2006/relationships/image" Target="../media/image17.emf"/><Relationship Id="rId4" Type="http://schemas.openxmlformats.org/officeDocument/2006/relationships/oleObject" Target="../embeddings/oleObject93.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30.xml"/><Relationship Id="rId1" Type="http://schemas.openxmlformats.org/officeDocument/2006/relationships/tags" Target="../tags/tag209.xml"/><Relationship Id="rId4" Type="http://schemas.openxmlformats.org/officeDocument/2006/relationships/image" Target="../media/image17.e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0.xml"/><Relationship Id="rId1" Type="http://schemas.openxmlformats.org/officeDocument/2006/relationships/tags" Target="../tags/tag210.xml"/><Relationship Id="rId5" Type="http://schemas.openxmlformats.org/officeDocument/2006/relationships/image" Target="../media/image17.emf"/><Relationship Id="rId4" Type="http://schemas.openxmlformats.org/officeDocument/2006/relationships/oleObject" Target="../embeddings/oleObject95.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30.xml"/><Relationship Id="rId1" Type="http://schemas.openxmlformats.org/officeDocument/2006/relationships/tags" Target="../tags/tag211.xml"/><Relationship Id="rId4" Type="http://schemas.openxmlformats.org/officeDocument/2006/relationships/image" Target="../media/image17.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30.xml"/><Relationship Id="rId1" Type="http://schemas.openxmlformats.org/officeDocument/2006/relationships/tags" Target="../tags/tag212.xml"/><Relationship Id="rId4" Type="http://schemas.openxmlformats.org/officeDocument/2006/relationships/image" Target="../media/image17.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215.xml"/><Relationship Id="rId7" Type="http://schemas.openxmlformats.org/officeDocument/2006/relationships/notesSlide" Target="../notesSlides/notesSlide28.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217.xml"/><Relationship Id="rId10" Type="http://schemas.openxmlformats.org/officeDocument/2006/relationships/oleObject" Target="../embeddings/oleObject72.bin"/><Relationship Id="rId4" Type="http://schemas.openxmlformats.org/officeDocument/2006/relationships/tags" Target="../tags/tag216.xml"/><Relationship Id="rId9" Type="http://schemas.openxmlformats.org/officeDocument/2006/relationships/image" Target="../media/image2.e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0.xml"/><Relationship Id="rId1" Type="http://schemas.openxmlformats.org/officeDocument/2006/relationships/tags" Target="../tags/tag218.xml"/><Relationship Id="rId5" Type="http://schemas.openxmlformats.org/officeDocument/2006/relationships/image" Target="../media/image17.emf"/><Relationship Id="rId4" Type="http://schemas.openxmlformats.org/officeDocument/2006/relationships/oleObject" Target="../embeddings/oleObject97.bin"/></Relationships>
</file>

<file path=ppt/slides/_rels/slide40.xml.rels><?xml version="1.0" encoding="UTF-8" standalone="yes"?>
<Relationships xmlns="http://schemas.openxmlformats.org/package/2006/relationships"><Relationship Id="rId8" Type="http://schemas.openxmlformats.org/officeDocument/2006/relationships/tags" Target="../tags/tag226.xml"/><Relationship Id="rId13" Type="http://schemas.openxmlformats.org/officeDocument/2006/relationships/image" Target="../media/image17.emf"/><Relationship Id="rId3" Type="http://schemas.openxmlformats.org/officeDocument/2006/relationships/tags" Target="../tags/tag221.xml"/><Relationship Id="rId7" Type="http://schemas.openxmlformats.org/officeDocument/2006/relationships/tags" Target="../tags/tag225.xml"/><Relationship Id="rId12" Type="http://schemas.openxmlformats.org/officeDocument/2006/relationships/oleObject" Target="../embeddings/oleObject98.bin"/><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tags" Target="../tags/tag224.xml"/><Relationship Id="rId11" Type="http://schemas.openxmlformats.org/officeDocument/2006/relationships/slideLayout" Target="../slideLayouts/slideLayout30.xml"/><Relationship Id="rId5" Type="http://schemas.openxmlformats.org/officeDocument/2006/relationships/tags" Target="../tags/tag223.xml"/><Relationship Id="rId10" Type="http://schemas.openxmlformats.org/officeDocument/2006/relationships/tags" Target="../tags/tag228.xml"/><Relationship Id="rId4" Type="http://schemas.openxmlformats.org/officeDocument/2006/relationships/tags" Target="../tags/tag222.xml"/><Relationship Id="rId9" Type="http://schemas.openxmlformats.org/officeDocument/2006/relationships/tags" Target="../tags/tag22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30.xml"/><Relationship Id="rId1" Type="http://schemas.openxmlformats.org/officeDocument/2006/relationships/tags" Target="../tags/tag229.xml"/><Relationship Id="rId4" Type="http://schemas.openxmlformats.org/officeDocument/2006/relationships/image" Target="../media/image17.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0.xml"/><Relationship Id="rId1" Type="http://schemas.openxmlformats.org/officeDocument/2006/relationships/tags" Target="../tags/tag230.xml"/><Relationship Id="rId6" Type="http://schemas.openxmlformats.org/officeDocument/2006/relationships/image" Target="../media/image17.emf"/><Relationship Id="rId5" Type="http://schemas.openxmlformats.org/officeDocument/2006/relationships/oleObject" Target="../embeddings/oleObject100.bin"/><Relationship Id="rId4" Type="http://schemas.microsoft.com/office/2018/10/relationships/comments" Target="../comments/modernComment_111_D03FD18B.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0.xml"/><Relationship Id="rId1" Type="http://schemas.openxmlformats.org/officeDocument/2006/relationships/tags" Target="../tags/tag231.xml"/><Relationship Id="rId5" Type="http://schemas.openxmlformats.org/officeDocument/2006/relationships/image" Target="../media/image17.emf"/><Relationship Id="rId4" Type="http://schemas.openxmlformats.org/officeDocument/2006/relationships/oleObject" Target="../embeddings/oleObject101.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0.xml"/><Relationship Id="rId1" Type="http://schemas.openxmlformats.org/officeDocument/2006/relationships/tags" Target="../tags/tag232.xml"/><Relationship Id="rId5" Type="http://schemas.openxmlformats.org/officeDocument/2006/relationships/image" Target="../media/image17.emf"/><Relationship Id="rId4" Type="http://schemas.openxmlformats.org/officeDocument/2006/relationships/oleObject" Target="../embeddings/oleObject102.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0.xml"/><Relationship Id="rId1" Type="http://schemas.openxmlformats.org/officeDocument/2006/relationships/tags" Target="../tags/tag233.xml"/><Relationship Id="rId5" Type="http://schemas.openxmlformats.org/officeDocument/2006/relationships/image" Target="../media/image17.emf"/><Relationship Id="rId4" Type="http://schemas.openxmlformats.org/officeDocument/2006/relationships/oleObject" Target="../embeddings/oleObject103.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0.xml"/><Relationship Id="rId1" Type="http://schemas.openxmlformats.org/officeDocument/2006/relationships/tags" Target="../tags/tag234.xml"/><Relationship Id="rId5" Type="http://schemas.openxmlformats.org/officeDocument/2006/relationships/image" Target="../media/image17.emf"/><Relationship Id="rId4" Type="http://schemas.openxmlformats.org/officeDocument/2006/relationships/oleObject" Target="../embeddings/oleObject104.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0.xml"/><Relationship Id="rId1" Type="http://schemas.openxmlformats.org/officeDocument/2006/relationships/tags" Target="../tags/tag235.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0.xml"/><Relationship Id="rId1" Type="http://schemas.openxmlformats.org/officeDocument/2006/relationships/tags" Target="../tags/tag236.xml"/><Relationship Id="rId6" Type="http://schemas.openxmlformats.org/officeDocument/2006/relationships/image" Target="../media/image17.emf"/><Relationship Id="rId5" Type="http://schemas.openxmlformats.org/officeDocument/2006/relationships/oleObject" Target="../embeddings/oleObject106.bin"/><Relationship Id="rId4" Type="http://schemas.microsoft.com/office/2018/10/relationships/comments" Target="../comments/modernComment_10A_D1B7272C.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0.xml"/><Relationship Id="rId1" Type="http://schemas.openxmlformats.org/officeDocument/2006/relationships/tags" Target="../tags/tag237.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240.xml"/><Relationship Id="rId7" Type="http://schemas.openxmlformats.org/officeDocument/2006/relationships/notesSlide" Target="../notesSlides/notesSlide38.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242.xml"/><Relationship Id="rId10" Type="http://schemas.openxmlformats.org/officeDocument/2006/relationships/oleObject" Target="../embeddings/oleObject72.bin"/><Relationship Id="rId4" Type="http://schemas.openxmlformats.org/officeDocument/2006/relationships/tags" Target="../tags/tag241.xml"/><Relationship Id="rId9" Type="http://schemas.openxmlformats.org/officeDocument/2006/relationships/image" Target="../media/image2.e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0.xml"/><Relationship Id="rId1" Type="http://schemas.openxmlformats.org/officeDocument/2006/relationships/tags" Target="../tags/tag243.xml"/><Relationship Id="rId5" Type="http://schemas.openxmlformats.org/officeDocument/2006/relationships/image" Target="../media/image17.emf"/><Relationship Id="rId4" Type="http://schemas.openxmlformats.org/officeDocument/2006/relationships/oleObject" Target="../embeddings/oleObject107.bin"/></Relationships>
</file>

<file path=ppt/slides/_rels/slide5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tags" Target="../tags/tag246.xml"/><Relationship Id="rId7" Type="http://schemas.openxmlformats.org/officeDocument/2006/relationships/tags" Target="../tags/tag250.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image" Target="../media/image17.emf"/><Relationship Id="rId5" Type="http://schemas.openxmlformats.org/officeDocument/2006/relationships/tags" Target="../tags/tag248.xml"/><Relationship Id="rId10" Type="http://schemas.openxmlformats.org/officeDocument/2006/relationships/oleObject" Target="../embeddings/oleObject108.bin"/><Relationship Id="rId4" Type="http://schemas.openxmlformats.org/officeDocument/2006/relationships/tags" Target="../tags/tag247.xml"/><Relationship Id="rId9"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0.xml"/><Relationship Id="rId1" Type="http://schemas.openxmlformats.org/officeDocument/2006/relationships/tags" Target="../tags/tag251.xml"/><Relationship Id="rId5" Type="http://schemas.openxmlformats.org/officeDocument/2006/relationships/image" Target="../media/image17.emf"/><Relationship Id="rId4" Type="http://schemas.openxmlformats.org/officeDocument/2006/relationships/oleObject" Target="../embeddings/oleObject109.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0.xml"/><Relationship Id="rId1" Type="http://schemas.openxmlformats.org/officeDocument/2006/relationships/tags" Target="../tags/tag252.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30.xml"/><Relationship Id="rId1" Type="http://schemas.openxmlformats.org/officeDocument/2006/relationships/tags" Target="../tags/tag253.xml"/><Relationship Id="rId4" Type="http://schemas.openxmlformats.org/officeDocument/2006/relationships/image" Target="../media/image17.e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0.xml"/><Relationship Id="rId1" Type="http://schemas.openxmlformats.org/officeDocument/2006/relationships/tags" Target="../tags/tag254.xml"/><Relationship Id="rId5" Type="http://schemas.openxmlformats.org/officeDocument/2006/relationships/image" Target="../media/image17.emf"/><Relationship Id="rId4" Type="http://schemas.openxmlformats.org/officeDocument/2006/relationships/oleObject" Target="../embeddings/oleObject8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D11FE-E541-2855-97C9-70E71F13DFCD}"/>
            </a:ext>
          </a:extLst>
        </p:cNvPr>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4EEBDE2-C6EC-E310-BC25-67453D5C429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27" imgH="327" progId="TCLayout.ActiveDocument.1">
                  <p:embed/>
                </p:oleObj>
              </mc:Choice>
              <mc:Fallback>
                <p:oleObj name="Diapositiva de think-cell" r:id="rId4" imgW="327" imgH="327" progId="TCLayout.ActiveDocument.1">
                  <p:embed/>
                  <p:pic>
                    <p:nvPicPr>
                      <p:cNvPr id="3" name="Object 2" hidden="1">
                        <a:extLst>
                          <a:ext uri="{FF2B5EF4-FFF2-40B4-BE49-F238E27FC236}">
                            <a16:creationId xmlns:a16="http://schemas.microsoft.com/office/drawing/2014/main" id="{24EEBDE2-C6EC-E310-BC25-67453D5C42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5436AFD-6F2C-7C1F-1CD1-3A8B5F04052B}"/>
              </a:ext>
            </a:extLst>
          </p:cNvPr>
          <p:cNvSpPr>
            <a:spLocks noGrp="1"/>
          </p:cNvSpPr>
          <p:nvPr>
            <p:ph type="title"/>
          </p:nvPr>
        </p:nvSpPr>
        <p:spPr/>
        <p:txBody>
          <a:bodyPr vert="horz"/>
          <a:lstStyle/>
          <a:p>
            <a:r>
              <a:rPr lang="es-ES">
                <a:solidFill>
                  <a:srgbClr val="EA7600"/>
                </a:solidFill>
              </a:rPr>
              <a:t>Macroprocesos | </a:t>
            </a:r>
            <a:r>
              <a:rPr lang="es-ES">
                <a:solidFill>
                  <a:schemeClr val="tx1"/>
                </a:solidFill>
              </a:rPr>
              <a:t>Negocio de celulosa cuenta con 21 macroprocesos</a:t>
            </a:r>
            <a:endParaRPr lang="en-US">
              <a:solidFill>
                <a:schemeClr val="tx1"/>
              </a:solidFill>
            </a:endParaRPr>
          </a:p>
        </p:txBody>
      </p:sp>
      <p:grpSp>
        <p:nvGrpSpPr>
          <p:cNvPr id="191" name="Grupo 190">
            <a:extLst>
              <a:ext uri="{FF2B5EF4-FFF2-40B4-BE49-F238E27FC236}">
                <a16:creationId xmlns:a16="http://schemas.microsoft.com/office/drawing/2014/main" id="{FA1082A4-6F27-123A-00BB-4CFE75D5752E}"/>
              </a:ext>
            </a:extLst>
          </p:cNvPr>
          <p:cNvGrpSpPr/>
          <p:nvPr/>
        </p:nvGrpSpPr>
        <p:grpSpPr>
          <a:xfrm>
            <a:off x="1106657" y="4729213"/>
            <a:ext cx="9980037" cy="1343024"/>
            <a:chOff x="238922" y="4811231"/>
            <a:chExt cx="11672552" cy="1570786"/>
          </a:xfrm>
        </p:grpSpPr>
        <p:sp>
          <p:nvSpPr>
            <p:cNvPr id="140" name="Oval 20">
              <a:extLst>
                <a:ext uri="{FF2B5EF4-FFF2-40B4-BE49-F238E27FC236}">
                  <a16:creationId xmlns:a16="http://schemas.microsoft.com/office/drawing/2014/main" id="{A84FD64A-767F-FB3E-1B2B-B5121EDA9B29}"/>
                </a:ext>
              </a:extLst>
            </p:cNvPr>
            <p:cNvSpPr>
              <a:spLocks noChangeAspect="1" noChangeArrowheads="1"/>
            </p:cNvSpPr>
            <p:nvPr/>
          </p:nvSpPr>
          <p:spPr bwMode="auto">
            <a:xfrm>
              <a:off x="3390797" y="5176000"/>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16</a:t>
              </a:r>
            </a:p>
          </p:txBody>
        </p:sp>
        <p:sp>
          <p:nvSpPr>
            <p:cNvPr id="118" name="TextBox 117">
              <a:extLst>
                <a:ext uri="{FF2B5EF4-FFF2-40B4-BE49-F238E27FC236}">
                  <a16:creationId xmlns:a16="http://schemas.microsoft.com/office/drawing/2014/main" id="{F3A93561-1C6E-161E-1DE0-CC7F05ACF8FF}"/>
                </a:ext>
              </a:extLst>
            </p:cNvPr>
            <p:cNvSpPr txBox="1"/>
            <p:nvPr/>
          </p:nvSpPr>
          <p:spPr>
            <a:xfrm>
              <a:off x="355036" y="4811231"/>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lgn="ctr">
                <a:lnSpc>
                  <a:spcPct val="90000"/>
                </a:lnSpc>
                <a:spcAft>
                  <a:spcPts val="600"/>
                </a:spcAft>
              </a:pPr>
              <a:r>
                <a:rPr lang="es-CL" sz="1368">
                  <a:solidFill>
                    <a:srgbClr val="FFFFFF"/>
                  </a:solidFill>
                  <a:sym typeface="+mn-lt"/>
                </a:rPr>
                <a:t>Macroprocesos de soporte </a:t>
              </a:r>
            </a:p>
          </p:txBody>
        </p:sp>
        <p:sp>
          <p:nvSpPr>
            <p:cNvPr id="119" name="Rectangle: Rounded Corners 118">
              <a:extLst>
                <a:ext uri="{FF2B5EF4-FFF2-40B4-BE49-F238E27FC236}">
                  <a16:creationId xmlns:a16="http://schemas.microsoft.com/office/drawing/2014/main" id="{215C5312-508A-7119-B4E4-E09A2AD044F0}"/>
                </a:ext>
              </a:extLst>
            </p:cNvPr>
            <p:cNvSpPr/>
            <p:nvPr/>
          </p:nvSpPr>
          <p:spPr>
            <a:xfrm>
              <a:off x="238922" y="5114832"/>
              <a:ext cx="11672552" cy="1267185"/>
            </a:xfrm>
            <a:prstGeom prst="roundRect">
              <a:avLst>
                <a:gd name="adj" fmla="val 4704"/>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11" name="Grupo 110">
              <a:extLst>
                <a:ext uri="{FF2B5EF4-FFF2-40B4-BE49-F238E27FC236}">
                  <a16:creationId xmlns:a16="http://schemas.microsoft.com/office/drawing/2014/main" id="{3342015D-9583-6FDD-5DB9-5E83F70E6D8E}"/>
                </a:ext>
              </a:extLst>
            </p:cNvPr>
            <p:cNvGrpSpPr/>
            <p:nvPr/>
          </p:nvGrpSpPr>
          <p:grpSpPr>
            <a:xfrm>
              <a:off x="741161" y="5176000"/>
              <a:ext cx="1036959" cy="1122694"/>
              <a:chOff x="783693" y="4970168"/>
              <a:chExt cx="1036959" cy="1122694"/>
            </a:xfrm>
          </p:grpSpPr>
          <p:grpSp>
            <p:nvGrpSpPr>
              <p:cNvPr id="25" name="bcgIcons_Monolith">
                <a:extLst>
                  <a:ext uri="{FF2B5EF4-FFF2-40B4-BE49-F238E27FC236}">
                    <a16:creationId xmlns:a16="http://schemas.microsoft.com/office/drawing/2014/main" id="{8CE0165C-ACF3-C171-70F9-459D0C3D0303}"/>
                  </a:ext>
                </a:extLst>
              </p:cNvPr>
              <p:cNvGrpSpPr>
                <a:grpSpLocks noChangeAspect="1"/>
              </p:cNvGrpSpPr>
              <p:nvPr/>
            </p:nvGrpSpPr>
            <p:grpSpPr>
              <a:xfrm>
                <a:off x="1160707" y="5141091"/>
                <a:ext cx="380413" cy="380413"/>
                <a:chOff x="1113742" y="1826004"/>
                <a:chExt cx="1644650" cy="1644650"/>
              </a:xfrm>
            </p:grpSpPr>
            <p:sp>
              <p:nvSpPr>
                <p:cNvPr id="26" name="AutoShape 128">
                  <a:extLst>
                    <a:ext uri="{FF2B5EF4-FFF2-40B4-BE49-F238E27FC236}">
                      <a16:creationId xmlns:a16="http://schemas.microsoft.com/office/drawing/2014/main" id="{698B1543-3263-29DF-7901-E19D0434B98A}"/>
                    </a:ext>
                  </a:extLst>
                </p:cNvPr>
                <p:cNvSpPr>
                  <a:spLocks noChangeAspect="1"/>
                </p:cNvSpPr>
                <p:nvPr/>
              </p:nvSpPr>
              <p:spPr bwMode="auto">
                <a:xfrm>
                  <a:off x="1113742" y="1826004"/>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7" name="Group 26">
                  <a:extLst>
                    <a:ext uri="{FF2B5EF4-FFF2-40B4-BE49-F238E27FC236}">
                      <a16:creationId xmlns:a16="http://schemas.microsoft.com/office/drawing/2014/main" id="{B6DD7370-C903-9E74-7E60-851773C269B6}"/>
                    </a:ext>
                  </a:extLst>
                </p:cNvPr>
                <p:cNvGrpSpPr>
                  <a:grpSpLocks/>
                </p:cNvGrpSpPr>
                <p:nvPr/>
              </p:nvGrpSpPr>
              <p:grpSpPr>
                <a:xfrm>
                  <a:off x="1243917" y="1897442"/>
                  <a:ext cx="1374775" cy="1508125"/>
                  <a:chOff x="1243917" y="1897442"/>
                  <a:chExt cx="1374775" cy="1508125"/>
                </a:xfrm>
              </p:grpSpPr>
              <p:sp>
                <p:nvSpPr>
                  <p:cNvPr id="28" name="Freeform 130">
                    <a:extLst>
                      <a:ext uri="{FF2B5EF4-FFF2-40B4-BE49-F238E27FC236}">
                        <a16:creationId xmlns:a16="http://schemas.microsoft.com/office/drawing/2014/main" id="{8A2D6F41-41AC-FB6B-F842-192AFFBA4204}"/>
                      </a:ext>
                    </a:extLst>
                  </p:cNvPr>
                  <p:cNvSpPr>
                    <a:spLocks/>
                  </p:cNvSpPr>
                  <p:nvPr/>
                </p:nvSpPr>
                <p:spPr bwMode="auto">
                  <a:xfrm>
                    <a:off x="1259792" y="1897442"/>
                    <a:ext cx="1349375" cy="1508125"/>
                  </a:xfrm>
                  <a:custGeom>
                    <a:avLst/>
                    <a:gdLst>
                      <a:gd name="T0" fmla="*/ 1059 w 1889"/>
                      <a:gd name="T1" fmla="*/ 116 h 2112"/>
                      <a:gd name="T2" fmla="*/ 828 w 1889"/>
                      <a:gd name="T3" fmla="*/ 116 h 2112"/>
                      <a:gd name="T4" fmla="*/ 944 w 1889"/>
                      <a:gd name="T5" fmla="*/ 1880 h 2112"/>
                      <a:gd name="T6" fmla="*/ 944 w 1889"/>
                      <a:gd name="T7" fmla="*/ 2112 h 2112"/>
                      <a:gd name="T8" fmla="*/ 944 w 1889"/>
                      <a:gd name="T9" fmla="*/ 1880 h 2112"/>
                      <a:gd name="T10" fmla="*/ 232 w 1889"/>
                      <a:gd name="T11" fmla="*/ 606 h 2112"/>
                      <a:gd name="T12" fmla="*/ 0 w 1889"/>
                      <a:gd name="T13" fmla="*/ 606 h 2112"/>
                      <a:gd name="T14" fmla="*/ 137 w 1889"/>
                      <a:gd name="T15" fmla="*/ 1428 h 2112"/>
                      <a:gd name="T16" fmla="*/ 137 w 1889"/>
                      <a:gd name="T17" fmla="*/ 1660 h 2112"/>
                      <a:gd name="T18" fmla="*/ 137 w 1889"/>
                      <a:gd name="T19" fmla="*/ 1428 h 2112"/>
                      <a:gd name="T20" fmla="*/ 1889 w 1889"/>
                      <a:gd name="T21" fmla="*/ 606 h 2112"/>
                      <a:gd name="T22" fmla="*/ 1658 w 1889"/>
                      <a:gd name="T23" fmla="*/ 606 h 2112"/>
                      <a:gd name="T24" fmla="*/ 1750 w 1889"/>
                      <a:gd name="T25" fmla="*/ 1428 h 2112"/>
                      <a:gd name="T26" fmla="*/ 1750 w 1889"/>
                      <a:gd name="T27" fmla="*/ 1660 h 2112"/>
                      <a:gd name="T28" fmla="*/ 1750 w 1889"/>
                      <a:gd name="T29" fmla="*/ 1428 h 2112"/>
                      <a:gd name="T30" fmla="*/ 1607 w 1889"/>
                      <a:gd name="T31" fmla="*/ 1019 h 2112"/>
                      <a:gd name="T32" fmla="*/ 1595 w 1889"/>
                      <a:gd name="T33" fmla="*/ 933 h 2112"/>
                      <a:gd name="T34" fmla="*/ 1595 w 1889"/>
                      <a:gd name="T35" fmla="*/ 930 h 2112"/>
                      <a:gd name="T36" fmla="*/ 1575 w 1889"/>
                      <a:gd name="T37" fmla="*/ 848 h 2112"/>
                      <a:gd name="T38" fmla="*/ 1399 w 1889"/>
                      <a:gd name="T39" fmla="*/ 733 h 2112"/>
                      <a:gd name="T40" fmla="*/ 1424 w 1889"/>
                      <a:gd name="T41" fmla="*/ 594 h 2112"/>
                      <a:gd name="T42" fmla="*/ 1310 w 1889"/>
                      <a:gd name="T43" fmla="*/ 498 h 2112"/>
                      <a:gd name="T44" fmla="*/ 1167 w 1889"/>
                      <a:gd name="T45" fmla="*/ 553 h 2112"/>
                      <a:gd name="T46" fmla="*/ 1038 w 1889"/>
                      <a:gd name="T47" fmla="*/ 390 h 2112"/>
                      <a:gd name="T48" fmla="*/ 939 w 1889"/>
                      <a:gd name="T49" fmla="*/ 384 h 2112"/>
                      <a:gd name="T50" fmla="*/ 839 w 1889"/>
                      <a:gd name="T51" fmla="*/ 390 h 2112"/>
                      <a:gd name="T52" fmla="*/ 711 w 1889"/>
                      <a:gd name="T53" fmla="*/ 553 h 2112"/>
                      <a:gd name="T54" fmla="*/ 568 w 1889"/>
                      <a:gd name="T55" fmla="*/ 497 h 2112"/>
                      <a:gd name="T56" fmla="*/ 494 w 1889"/>
                      <a:gd name="T57" fmla="*/ 556 h 2112"/>
                      <a:gd name="T58" fmla="*/ 437 w 1889"/>
                      <a:gd name="T59" fmla="*/ 612 h 2112"/>
                      <a:gd name="T60" fmla="*/ 423 w 1889"/>
                      <a:gd name="T61" fmla="*/ 824 h 2112"/>
                      <a:gd name="T62" fmla="*/ 297 w 1889"/>
                      <a:gd name="T63" fmla="*/ 872 h 2112"/>
                      <a:gd name="T64" fmla="*/ 280 w 1889"/>
                      <a:gd name="T65" fmla="*/ 948 h 2112"/>
                      <a:gd name="T66" fmla="*/ 268 w 1889"/>
                      <a:gd name="T67" fmla="*/ 1045 h 2112"/>
                      <a:gd name="T68" fmla="*/ 389 w 1889"/>
                      <a:gd name="T69" fmla="*/ 1220 h 2112"/>
                      <a:gd name="T70" fmla="*/ 325 w 1889"/>
                      <a:gd name="T71" fmla="*/ 1336 h 2112"/>
                      <a:gd name="T72" fmla="*/ 354 w 1889"/>
                      <a:gd name="T73" fmla="*/ 1391 h 2112"/>
                      <a:gd name="T74" fmla="*/ 359 w 1889"/>
                      <a:gd name="T75" fmla="*/ 1402 h 2112"/>
                      <a:gd name="T76" fmla="*/ 413 w 1889"/>
                      <a:gd name="T77" fmla="*/ 1486 h 2112"/>
                      <a:gd name="T78" fmla="*/ 617 w 1889"/>
                      <a:gd name="T79" fmla="*/ 1528 h 2112"/>
                      <a:gd name="T80" fmla="*/ 641 w 1889"/>
                      <a:gd name="T81" fmla="*/ 1672 h 2112"/>
                      <a:gd name="T82" fmla="*/ 710 w 1889"/>
                      <a:gd name="T83" fmla="*/ 1701 h 2112"/>
                      <a:gd name="T84" fmla="*/ 779 w 1889"/>
                      <a:gd name="T85" fmla="*/ 1723 h 2112"/>
                      <a:gd name="T86" fmla="*/ 895 w 1889"/>
                      <a:gd name="T87" fmla="*/ 1624 h 2112"/>
                      <a:gd name="T88" fmla="*/ 981 w 1889"/>
                      <a:gd name="T89" fmla="*/ 1624 h 2112"/>
                      <a:gd name="T90" fmla="*/ 1097 w 1889"/>
                      <a:gd name="T91" fmla="*/ 1723 h 2112"/>
                      <a:gd name="T92" fmla="*/ 1235 w 1889"/>
                      <a:gd name="T93" fmla="*/ 1673 h 2112"/>
                      <a:gd name="T94" fmla="*/ 1260 w 1889"/>
                      <a:gd name="T95" fmla="*/ 1529 h 2112"/>
                      <a:gd name="T96" fmla="*/ 1463 w 1889"/>
                      <a:gd name="T97" fmla="*/ 1486 h 2112"/>
                      <a:gd name="T98" fmla="*/ 1518 w 1889"/>
                      <a:gd name="T99" fmla="*/ 1402 h 2112"/>
                      <a:gd name="T100" fmla="*/ 1552 w 1889"/>
                      <a:gd name="T101" fmla="*/ 1334 h 2112"/>
                      <a:gd name="T102" fmla="*/ 1489 w 1889"/>
                      <a:gd name="T103" fmla="*/ 1222 h 2112"/>
                      <a:gd name="T104" fmla="*/ 1609 w 1889"/>
                      <a:gd name="T105" fmla="*/ 1045 h 2112"/>
                      <a:gd name="T106" fmla="*/ 564 w 1889"/>
                      <a:gd name="T107" fmla="*/ 1059 h 2112"/>
                      <a:gd name="T108" fmla="*/ 1318 w 1889"/>
                      <a:gd name="T109" fmla="*/ 1059 h 2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9" h="2112">
                        <a:moveTo>
                          <a:pt x="944" y="232"/>
                        </a:moveTo>
                        <a:cubicBezTo>
                          <a:pt x="1007" y="232"/>
                          <a:pt x="1059" y="180"/>
                          <a:pt x="1059" y="116"/>
                        </a:cubicBezTo>
                        <a:cubicBezTo>
                          <a:pt x="1059" y="52"/>
                          <a:pt x="1007" y="0"/>
                          <a:pt x="944" y="0"/>
                        </a:cubicBezTo>
                        <a:cubicBezTo>
                          <a:pt x="880" y="0"/>
                          <a:pt x="828" y="52"/>
                          <a:pt x="828" y="116"/>
                        </a:cubicBezTo>
                        <a:cubicBezTo>
                          <a:pt x="828" y="180"/>
                          <a:pt x="880" y="232"/>
                          <a:pt x="944" y="232"/>
                        </a:cubicBezTo>
                        <a:close/>
                        <a:moveTo>
                          <a:pt x="944" y="1880"/>
                        </a:moveTo>
                        <a:cubicBezTo>
                          <a:pt x="880" y="1880"/>
                          <a:pt x="828" y="1932"/>
                          <a:pt x="828" y="1996"/>
                        </a:cubicBezTo>
                        <a:cubicBezTo>
                          <a:pt x="828" y="2060"/>
                          <a:pt x="880" y="2112"/>
                          <a:pt x="944" y="2112"/>
                        </a:cubicBezTo>
                        <a:cubicBezTo>
                          <a:pt x="1007" y="2112"/>
                          <a:pt x="1059" y="2060"/>
                          <a:pt x="1059" y="1996"/>
                        </a:cubicBezTo>
                        <a:cubicBezTo>
                          <a:pt x="1059" y="1932"/>
                          <a:pt x="1007" y="1880"/>
                          <a:pt x="944" y="1880"/>
                        </a:cubicBezTo>
                        <a:close/>
                        <a:moveTo>
                          <a:pt x="116" y="722"/>
                        </a:moveTo>
                        <a:cubicBezTo>
                          <a:pt x="180" y="722"/>
                          <a:pt x="232" y="670"/>
                          <a:pt x="232" y="606"/>
                        </a:cubicBezTo>
                        <a:cubicBezTo>
                          <a:pt x="232" y="541"/>
                          <a:pt x="180" y="490"/>
                          <a:pt x="116" y="490"/>
                        </a:cubicBezTo>
                        <a:cubicBezTo>
                          <a:pt x="52" y="490"/>
                          <a:pt x="0" y="541"/>
                          <a:pt x="0" y="606"/>
                        </a:cubicBezTo>
                        <a:cubicBezTo>
                          <a:pt x="0" y="670"/>
                          <a:pt x="52" y="722"/>
                          <a:pt x="116" y="722"/>
                        </a:cubicBezTo>
                        <a:close/>
                        <a:moveTo>
                          <a:pt x="137" y="1428"/>
                        </a:moveTo>
                        <a:cubicBezTo>
                          <a:pt x="73" y="1428"/>
                          <a:pt x="21" y="1480"/>
                          <a:pt x="21" y="1544"/>
                        </a:cubicBezTo>
                        <a:cubicBezTo>
                          <a:pt x="21" y="1608"/>
                          <a:pt x="73" y="1660"/>
                          <a:pt x="137" y="1660"/>
                        </a:cubicBezTo>
                        <a:cubicBezTo>
                          <a:pt x="201" y="1660"/>
                          <a:pt x="253" y="1608"/>
                          <a:pt x="253" y="1544"/>
                        </a:cubicBezTo>
                        <a:cubicBezTo>
                          <a:pt x="253" y="1480"/>
                          <a:pt x="201" y="1428"/>
                          <a:pt x="137" y="1428"/>
                        </a:cubicBezTo>
                        <a:close/>
                        <a:moveTo>
                          <a:pt x="1773" y="722"/>
                        </a:moveTo>
                        <a:cubicBezTo>
                          <a:pt x="1837" y="722"/>
                          <a:pt x="1889" y="670"/>
                          <a:pt x="1889" y="606"/>
                        </a:cubicBezTo>
                        <a:cubicBezTo>
                          <a:pt x="1889" y="541"/>
                          <a:pt x="1837" y="490"/>
                          <a:pt x="1773" y="490"/>
                        </a:cubicBezTo>
                        <a:cubicBezTo>
                          <a:pt x="1709" y="490"/>
                          <a:pt x="1658" y="541"/>
                          <a:pt x="1658" y="606"/>
                        </a:cubicBezTo>
                        <a:cubicBezTo>
                          <a:pt x="1658" y="670"/>
                          <a:pt x="1709" y="722"/>
                          <a:pt x="1773" y="722"/>
                        </a:cubicBezTo>
                        <a:close/>
                        <a:moveTo>
                          <a:pt x="1750" y="1428"/>
                        </a:moveTo>
                        <a:cubicBezTo>
                          <a:pt x="1686" y="1428"/>
                          <a:pt x="1635" y="1480"/>
                          <a:pt x="1635" y="1544"/>
                        </a:cubicBezTo>
                        <a:cubicBezTo>
                          <a:pt x="1635" y="1608"/>
                          <a:pt x="1686" y="1660"/>
                          <a:pt x="1750" y="1660"/>
                        </a:cubicBezTo>
                        <a:cubicBezTo>
                          <a:pt x="1814" y="1660"/>
                          <a:pt x="1866" y="1608"/>
                          <a:pt x="1866" y="1544"/>
                        </a:cubicBezTo>
                        <a:cubicBezTo>
                          <a:pt x="1866" y="1480"/>
                          <a:pt x="1814" y="1428"/>
                          <a:pt x="1750" y="1428"/>
                        </a:cubicBezTo>
                        <a:close/>
                        <a:moveTo>
                          <a:pt x="1609" y="1045"/>
                        </a:moveTo>
                        <a:cubicBezTo>
                          <a:pt x="1607" y="1019"/>
                          <a:pt x="1607" y="1019"/>
                          <a:pt x="1607" y="1019"/>
                        </a:cubicBezTo>
                        <a:cubicBezTo>
                          <a:pt x="1604" y="984"/>
                          <a:pt x="1598" y="947"/>
                          <a:pt x="1598" y="946"/>
                        </a:cubicBezTo>
                        <a:cubicBezTo>
                          <a:pt x="1595" y="933"/>
                          <a:pt x="1595" y="933"/>
                          <a:pt x="1595" y="933"/>
                        </a:cubicBezTo>
                        <a:cubicBezTo>
                          <a:pt x="1595" y="932"/>
                          <a:pt x="1595" y="932"/>
                          <a:pt x="1595" y="932"/>
                        </a:cubicBezTo>
                        <a:cubicBezTo>
                          <a:pt x="1595" y="932"/>
                          <a:pt x="1595" y="931"/>
                          <a:pt x="1595" y="930"/>
                        </a:cubicBezTo>
                        <a:cubicBezTo>
                          <a:pt x="1592" y="917"/>
                          <a:pt x="1588" y="894"/>
                          <a:pt x="1582" y="873"/>
                        </a:cubicBezTo>
                        <a:cubicBezTo>
                          <a:pt x="1575" y="848"/>
                          <a:pt x="1575" y="848"/>
                          <a:pt x="1575" y="848"/>
                        </a:cubicBezTo>
                        <a:cubicBezTo>
                          <a:pt x="1455" y="825"/>
                          <a:pt x="1455" y="825"/>
                          <a:pt x="1455" y="825"/>
                        </a:cubicBezTo>
                        <a:cubicBezTo>
                          <a:pt x="1440" y="793"/>
                          <a:pt x="1422" y="763"/>
                          <a:pt x="1399" y="733"/>
                        </a:cubicBezTo>
                        <a:cubicBezTo>
                          <a:pt x="1441" y="612"/>
                          <a:pt x="1441" y="612"/>
                          <a:pt x="1441" y="612"/>
                        </a:cubicBezTo>
                        <a:cubicBezTo>
                          <a:pt x="1424" y="594"/>
                          <a:pt x="1424" y="594"/>
                          <a:pt x="1424" y="594"/>
                        </a:cubicBezTo>
                        <a:cubicBezTo>
                          <a:pt x="1400" y="570"/>
                          <a:pt x="1373" y="547"/>
                          <a:pt x="1369" y="544"/>
                        </a:cubicBezTo>
                        <a:cubicBezTo>
                          <a:pt x="1366" y="541"/>
                          <a:pt x="1338" y="517"/>
                          <a:pt x="1310" y="498"/>
                        </a:cubicBezTo>
                        <a:cubicBezTo>
                          <a:pt x="1289" y="483"/>
                          <a:pt x="1289" y="483"/>
                          <a:pt x="1289" y="483"/>
                        </a:cubicBezTo>
                        <a:cubicBezTo>
                          <a:pt x="1167" y="553"/>
                          <a:pt x="1167" y="553"/>
                          <a:pt x="1167" y="553"/>
                        </a:cubicBezTo>
                        <a:cubicBezTo>
                          <a:pt x="1142" y="542"/>
                          <a:pt x="1116" y="533"/>
                          <a:pt x="1089" y="526"/>
                        </a:cubicBezTo>
                        <a:cubicBezTo>
                          <a:pt x="1038" y="390"/>
                          <a:pt x="1038" y="390"/>
                          <a:pt x="1038" y="390"/>
                        </a:cubicBezTo>
                        <a:cubicBezTo>
                          <a:pt x="1013" y="387"/>
                          <a:pt x="1013" y="387"/>
                          <a:pt x="1013" y="387"/>
                        </a:cubicBezTo>
                        <a:cubicBezTo>
                          <a:pt x="978" y="384"/>
                          <a:pt x="943" y="384"/>
                          <a:pt x="939" y="384"/>
                        </a:cubicBezTo>
                        <a:cubicBezTo>
                          <a:pt x="937" y="384"/>
                          <a:pt x="901" y="384"/>
                          <a:pt x="865" y="387"/>
                        </a:cubicBezTo>
                        <a:cubicBezTo>
                          <a:pt x="839" y="390"/>
                          <a:pt x="839" y="390"/>
                          <a:pt x="839" y="390"/>
                        </a:cubicBezTo>
                        <a:cubicBezTo>
                          <a:pt x="789" y="526"/>
                          <a:pt x="789" y="526"/>
                          <a:pt x="789" y="526"/>
                        </a:cubicBezTo>
                        <a:cubicBezTo>
                          <a:pt x="763" y="533"/>
                          <a:pt x="738" y="542"/>
                          <a:pt x="711" y="553"/>
                        </a:cubicBezTo>
                        <a:cubicBezTo>
                          <a:pt x="589" y="482"/>
                          <a:pt x="589" y="482"/>
                          <a:pt x="589" y="482"/>
                        </a:cubicBezTo>
                        <a:cubicBezTo>
                          <a:pt x="568" y="497"/>
                          <a:pt x="568" y="497"/>
                          <a:pt x="568" y="497"/>
                        </a:cubicBezTo>
                        <a:cubicBezTo>
                          <a:pt x="549" y="510"/>
                          <a:pt x="532" y="524"/>
                          <a:pt x="521" y="533"/>
                        </a:cubicBezTo>
                        <a:cubicBezTo>
                          <a:pt x="494" y="556"/>
                          <a:pt x="494" y="556"/>
                          <a:pt x="494" y="556"/>
                        </a:cubicBezTo>
                        <a:cubicBezTo>
                          <a:pt x="483" y="566"/>
                          <a:pt x="468" y="580"/>
                          <a:pt x="454" y="594"/>
                        </a:cubicBezTo>
                        <a:cubicBezTo>
                          <a:pt x="437" y="612"/>
                          <a:pt x="437" y="612"/>
                          <a:pt x="437" y="612"/>
                        </a:cubicBezTo>
                        <a:cubicBezTo>
                          <a:pt x="479" y="733"/>
                          <a:pt x="479" y="733"/>
                          <a:pt x="479" y="733"/>
                        </a:cubicBezTo>
                        <a:cubicBezTo>
                          <a:pt x="459" y="759"/>
                          <a:pt x="441" y="789"/>
                          <a:pt x="423" y="824"/>
                        </a:cubicBezTo>
                        <a:cubicBezTo>
                          <a:pt x="303" y="847"/>
                          <a:pt x="303" y="847"/>
                          <a:pt x="303" y="847"/>
                        </a:cubicBezTo>
                        <a:cubicBezTo>
                          <a:pt x="297" y="872"/>
                          <a:pt x="297" y="872"/>
                          <a:pt x="297" y="872"/>
                        </a:cubicBezTo>
                        <a:cubicBezTo>
                          <a:pt x="287" y="906"/>
                          <a:pt x="281" y="943"/>
                          <a:pt x="281" y="945"/>
                        </a:cubicBezTo>
                        <a:cubicBezTo>
                          <a:pt x="280" y="948"/>
                          <a:pt x="280" y="948"/>
                          <a:pt x="280" y="948"/>
                        </a:cubicBezTo>
                        <a:cubicBezTo>
                          <a:pt x="278" y="960"/>
                          <a:pt x="273" y="989"/>
                          <a:pt x="271" y="1019"/>
                        </a:cubicBezTo>
                        <a:cubicBezTo>
                          <a:pt x="268" y="1045"/>
                          <a:pt x="268" y="1045"/>
                          <a:pt x="268" y="1045"/>
                        </a:cubicBezTo>
                        <a:cubicBezTo>
                          <a:pt x="368" y="1105"/>
                          <a:pt x="368" y="1105"/>
                          <a:pt x="368" y="1105"/>
                        </a:cubicBezTo>
                        <a:cubicBezTo>
                          <a:pt x="371" y="1144"/>
                          <a:pt x="378" y="1183"/>
                          <a:pt x="389" y="1220"/>
                        </a:cubicBezTo>
                        <a:cubicBezTo>
                          <a:pt x="314" y="1313"/>
                          <a:pt x="314" y="1313"/>
                          <a:pt x="314" y="1313"/>
                        </a:cubicBezTo>
                        <a:cubicBezTo>
                          <a:pt x="325" y="1336"/>
                          <a:pt x="325" y="1336"/>
                          <a:pt x="325" y="1336"/>
                        </a:cubicBezTo>
                        <a:cubicBezTo>
                          <a:pt x="335" y="1357"/>
                          <a:pt x="346" y="1378"/>
                          <a:pt x="353" y="1390"/>
                        </a:cubicBezTo>
                        <a:cubicBezTo>
                          <a:pt x="353" y="1391"/>
                          <a:pt x="353" y="1391"/>
                          <a:pt x="354" y="1391"/>
                        </a:cubicBezTo>
                        <a:cubicBezTo>
                          <a:pt x="354" y="1392"/>
                          <a:pt x="354" y="1392"/>
                          <a:pt x="354" y="1392"/>
                        </a:cubicBezTo>
                        <a:cubicBezTo>
                          <a:pt x="359" y="1402"/>
                          <a:pt x="359" y="1402"/>
                          <a:pt x="359" y="1402"/>
                        </a:cubicBezTo>
                        <a:cubicBezTo>
                          <a:pt x="360" y="1403"/>
                          <a:pt x="378" y="1435"/>
                          <a:pt x="398" y="1465"/>
                        </a:cubicBezTo>
                        <a:cubicBezTo>
                          <a:pt x="413" y="1486"/>
                          <a:pt x="413" y="1486"/>
                          <a:pt x="413" y="1486"/>
                        </a:cubicBezTo>
                        <a:cubicBezTo>
                          <a:pt x="539" y="1465"/>
                          <a:pt x="539" y="1465"/>
                          <a:pt x="539" y="1465"/>
                        </a:cubicBezTo>
                        <a:cubicBezTo>
                          <a:pt x="562" y="1488"/>
                          <a:pt x="587" y="1508"/>
                          <a:pt x="617" y="1528"/>
                        </a:cubicBezTo>
                        <a:cubicBezTo>
                          <a:pt x="618" y="1661"/>
                          <a:pt x="618" y="1661"/>
                          <a:pt x="618" y="1661"/>
                        </a:cubicBezTo>
                        <a:cubicBezTo>
                          <a:pt x="641" y="1672"/>
                          <a:pt x="641" y="1672"/>
                          <a:pt x="641" y="1672"/>
                        </a:cubicBezTo>
                        <a:cubicBezTo>
                          <a:pt x="674" y="1687"/>
                          <a:pt x="708" y="1700"/>
                          <a:pt x="709" y="1701"/>
                        </a:cubicBezTo>
                        <a:cubicBezTo>
                          <a:pt x="710" y="1701"/>
                          <a:pt x="710" y="1701"/>
                          <a:pt x="710" y="1701"/>
                        </a:cubicBezTo>
                        <a:cubicBezTo>
                          <a:pt x="711" y="1701"/>
                          <a:pt x="711" y="1701"/>
                          <a:pt x="711" y="1701"/>
                        </a:cubicBezTo>
                        <a:cubicBezTo>
                          <a:pt x="712" y="1702"/>
                          <a:pt x="746" y="1714"/>
                          <a:pt x="779" y="1723"/>
                        </a:cubicBezTo>
                        <a:cubicBezTo>
                          <a:pt x="805" y="1730"/>
                          <a:pt x="805" y="1730"/>
                          <a:pt x="805" y="1730"/>
                        </a:cubicBezTo>
                        <a:cubicBezTo>
                          <a:pt x="895" y="1624"/>
                          <a:pt x="895" y="1624"/>
                          <a:pt x="895" y="1624"/>
                        </a:cubicBezTo>
                        <a:cubicBezTo>
                          <a:pt x="910" y="1625"/>
                          <a:pt x="925" y="1625"/>
                          <a:pt x="939" y="1625"/>
                        </a:cubicBezTo>
                        <a:cubicBezTo>
                          <a:pt x="954" y="1625"/>
                          <a:pt x="967" y="1625"/>
                          <a:pt x="981" y="1624"/>
                        </a:cubicBezTo>
                        <a:cubicBezTo>
                          <a:pt x="1072" y="1730"/>
                          <a:pt x="1072" y="1730"/>
                          <a:pt x="1072" y="1730"/>
                        </a:cubicBezTo>
                        <a:cubicBezTo>
                          <a:pt x="1097" y="1723"/>
                          <a:pt x="1097" y="1723"/>
                          <a:pt x="1097" y="1723"/>
                        </a:cubicBezTo>
                        <a:cubicBezTo>
                          <a:pt x="1132" y="1714"/>
                          <a:pt x="1166" y="1702"/>
                          <a:pt x="1167" y="1701"/>
                        </a:cubicBezTo>
                        <a:cubicBezTo>
                          <a:pt x="1177" y="1698"/>
                          <a:pt x="1197" y="1690"/>
                          <a:pt x="1235" y="1673"/>
                        </a:cubicBezTo>
                        <a:cubicBezTo>
                          <a:pt x="1259" y="1662"/>
                          <a:pt x="1259" y="1662"/>
                          <a:pt x="1259" y="1662"/>
                        </a:cubicBezTo>
                        <a:cubicBezTo>
                          <a:pt x="1260" y="1529"/>
                          <a:pt x="1260" y="1529"/>
                          <a:pt x="1260" y="1529"/>
                        </a:cubicBezTo>
                        <a:cubicBezTo>
                          <a:pt x="1286" y="1512"/>
                          <a:pt x="1312" y="1491"/>
                          <a:pt x="1339" y="1466"/>
                        </a:cubicBezTo>
                        <a:cubicBezTo>
                          <a:pt x="1463" y="1486"/>
                          <a:pt x="1463" y="1486"/>
                          <a:pt x="1463" y="1486"/>
                        </a:cubicBezTo>
                        <a:cubicBezTo>
                          <a:pt x="1478" y="1465"/>
                          <a:pt x="1478" y="1465"/>
                          <a:pt x="1478" y="1465"/>
                        </a:cubicBezTo>
                        <a:cubicBezTo>
                          <a:pt x="1501" y="1432"/>
                          <a:pt x="1513" y="1413"/>
                          <a:pt x="1518" y="1402"/>
                        </a:cubicBezTo>
                        <a:cubicBezTo>
                          <a:pt x="1519" y="1402"/>
                          <a:pt x="1519" y="1402"/>
                          <a:pt x="1519" y="1402"/>
                        </a:cubicBezTo>
                        <a:cubicBezTo>
                          <a:pt x="1519" y="1400"/>
                          <a:pt x="1538" y="1368"/>
                          <a:pt x="1552" y="1334"/>
                        </a:cubicBezTo>
                        <a:cubicBezTo>
                          <a:pt x="1562" y="1312"/>
                          <a:pt x="1562" y="1312"/>
                          <a:pt x="1562" y="1312"/>
                        </a:cubicBezTo>
                        <a:cubicBezTo>
                          <a:pt x="1489" y="1222"/>
                          <a:pt x="1489" y="1222"/>
                          <a:pt x="1489" y="1222"/>
                        </a:cubicBezTo>
                        <a:cubicBezTo>
                          <a:pt x="1501" y="1184"/>
                          <a:pt x="1508" y="1144"/>
                          <a:pt x="1510" y="1105"/>
                        </a:cubicBezTo>
                        <a:cubicBezTo>
                          <a:pt x="1609" y="1045"/>
                          <a:pt x="1609" y="1045"/>
                          <a:pt x="1609" y="1045"/>
                        </a:cubicBezTo>
                        <a:close/>
                        <a:moveTo>
                          <a:pt x="940" y="1436"/>
                        </a:moveTo>
                        <a:cubicBezTo>
                          <a:pt x="732" y="1436"/>
                          <a:pt x="564" y="1267"/>
                          <a:pt x="564" y="1059"/>
                        </a:cubicBezTo>
                        <a:cubicBezTo>
                          <a:pt x="564" y="850"/>
                          <a:pt x="732" y="680"/>
                          <a:pt x="940" y="680"/>
                        </a:cubicBezTo>
                        <a:cubicBezTo>
                          <a:pt x="1148" y="680"/>
                          <a:pt x="1318" y="850"/>
                          <a:pt x="1318" y="1059"/>
                        </a:cubicBezTo>
                        <a:cubicBezTo>
                          <a:pt x="1318" y="1267"/>
                          <a:pt x="1148" y="1436"/>
                          <a:pt x="940" y="143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9" name="Freeform 131">
                    <a:extLst>
                      <a:ext uri="{FF2B5EF4-FFF2-40B4-BE49-F238E27FC236}">
                        <a16:creationId xmlns:a16="http://schemas.microsoft.com/office/drawing/2014/main" id="{C0C3B43D-D5B0-85A9-D4F0-FC39A9602F02}"/>
                      </a:ext>
                    </a:extLst>
                  </p:cNvPr>
                  <p:cNvSpPr>
                    <a:spLocks/>
                  </p:cNvSpPr>
                  <p:nvPr/>
                </p:nvSpPr>
                <p:spPr bwMode="auto">
                  <a:xfrm>
                    <a:off x="1243917" y="1973642"/>
                    <a:ext cx="1374775" cy="1360488"/>
                  </a:xfrm>
                  <a:custGeom>
                    <a:avLst/>
                    <a:gdLst>
                      <a:gd name="T0" fmla="*/ 1126 w 1927"/>
                      <a:gd name="T1" fmla="*/ 1 h 1907"/>
                      <a:gd name="T2" fmla="*/ 1126 w 1927"/>
                      <a:gd name="T3" fmla="*/ 11 h 1907"/>
                      <a:gd name="T4" fmla="*/ 1122 w 1927"/>
                      <a:gd name="T5" fmla="*/ 45 h 1907"/>
                      <a:gd name="T6" fmla="*/ 1687 w 1927"/>
                      <a:gd name="T7" fmla="*/ 384 h 1907"/>
                      <a:gd name="T8" fmla="*/ 1722 w 1927"/>
                      <a:gd name="T9" fmla="*/ 359 h 1907"/>
                      <a:gd name="T10" fmla="*/ 1645 w 1927"/>
                      <a:gd name="T11" fmla="*/ 270 h 1907"/>
                      <a:gd name="T12" fmla="*/ 1126 w 1927"/>
                      <a:gd name="T13" fmla="*/ 1 h 1907"/>
                      <a:gd name="T14" fmla="*/ 1875 w 1927"/>
                      <a:gd name="T15" fmla="*/ 640 h 1907"/>
                      <a:gd name="T16" fmla="*/ 1834 w 1927"/>
                      <a:gd name="T17" fmla="*/ 656 h 1907"/>
                      <a:gd name="T18" fmla="*/ 1883 w 1927"/>
                      <a:gd name="T19" fmla="*/ 953 h 1907"/>
                      <a:gd name="T20" fmla="*/ 1821 w 1927"/>
                      <a:gd name="T21" fmla="*/ 1286 h 1907"/>
                      <a:gd name="T22" fmla="*/ 1861 w 1927"/>
                      <a:gd name="T23" fmla="*/ 1305 h 1907"/>
                      <a:gd name="T24" fmla="*/ 1927 w 1927"/>
                      <a:gd name="T25" fmla="*/ 953 h 1907"/>
                      <a:gd name="T26" fmla="*/ 1875 w 1927"/>
                      <a:gd name="T27" fmla="*/ 640 h 1907"/>
                      <a:gd name="T28" fmla="*/ 811 w 1927"/>
                      <a:gd name="T29" fmla="*/ 44 h 1907"/>
                      <a:gd name="T30" fmla="*/ 807 w 1927"/>
                      <a:gd name="T31" fmla="*/ 11 h 1907"/>
                      <a:gd name="T32" fmla="*/ 808 w 1927"/>
                      <a:gd name="T33" fmla="*/ 0 h 1907"/>
                      <a:gd name="T34" fmla="*/ 283 w 1927"/>
                      <a:gd name="T35" fmla="*/ 270 h 1907"/>
                      <a:gd name="T36" fmla="*/ 207 w 1927"/>
                      <a:gd name="T37" fmla="*/ 356 h 1907"/>
                      <a:gd name="T38" fmla="*/ 244 w 1927"/>
                      <a:gd name="T39" fmla="*/ 380 h 1907"/>
                      <a:gd name="T40" fmla="*/ 811 w 1927"/>
                      <a:gd name="T41" fmla="*/ 44 h 1907"/>
                      <a:gd name="T42" fmla="*/ 1662 w 1927"/>
                      <a:gd name="T43" fmla="*/ 1552 h 1907"/>
                      <a:gd name="T44" fmla="*/ 1123 w 1927"/>
                      <a:gd name="T45" fmla="*/ 1861 h 1907"/>
                      <a:gd name="T46" fmla="*/ 1126 w 1927"/>
                      <a:gd name="T47" fmla="*/ 1891 h 1907"/>
                      <a:gd name="T48" fmla="*/ 1125 w 1927"/>
                      <a:gd name="T49" fmla="*/ 1906 h 1907"/>
                      <a:gd name="T50" fmla="*/ 1645 w 1927"/>
                      <a:gd name="T51" fmla="*/ 1636 h 1907"/>
                      <a:gd name="T52" fmla="*/ 1698 w 1927"/>
                      <a:gd name="T53" fmla="*/ 1579 h 1907"/>
                      <a:gd name="T54" fmla="*/ 1662 w 1927"/>
                      <a:gd name="T55" fmla="*/ 1552 h 1907"/>
                      <a:gd name="T56" fmla="*/ 269 w 1927"/>
                      <a:gd name="T57" fmla="*/ 1556 h 1907"/>
                      <a:gd name="T58" fmla="*/ 232 w 1927"/>
                      <a:gd name="T59" fmla="*/ 1582 h 1907"/>
                      <a:gd name="T60" fmla="*/ 283 w 1927"/>
                      <a:gd name="T61" fmla="*/ 1636 h 1907"/>
                      <a:gd name="T62" fmla="*/ 808 w 1927"/>
                      <a:gd name="T63" fmla="*/ 1907 h 1907"/>
                      <a:gd name="T64" fmla="*/ 807 w 1927"/>
                      <a:gd name="T65" fmla="*/ 1891 h 1907"/>
                      <a:gd name="T66" fmla="*/ 810 w 1927"/>
                      <a:gd name="T67" fmla="*/ 1862 h 1907"/>
                      <a:gd name="T68" fmla="*/ 269 w 1927"/>
                      <a:gd name="T69" fmla="*/ 1556 h 1907"/>
                      <a:gd name="T70" fmla="*/ 94 w 1927"/>
                      <a:gd name="T71" fmla="*/ 654 h 1907"/>
                      <a:gd name="T72" fmla="*/ 53 w 1927"/>
                      <a:gd name="T73" fmla="*/ 636 h 1907"/>
                      <a:gd name="T74" fmla="*/ 0 w 1927"/>
                      <a:gd name="T75" fmla="*/ 953 h 1907"/>
                      <a:gd name="T76" fmla="*/ 67 w 1927"/>
                      <a:gd name="T77" fmla="*/ 1309 h 1907"/>
                      <a:gd name="T78" fmla="*/ 107 w 1927"/>
                      <a:gd name="T79" fmla="*/ 1288 h 1907"/>
                      <a:gd name="T80" fmla="*/ 44 w 1927"/>
                      <a:gd name="T81" fmla="*/ 953 h 1907"/>
                      <a:gd name="T82" fmla="*/ 94 w 1927"/>
                      <a:gd name="T83" fmla="*/ 654 h 1907"/>
                      <a:gd name="T84" fmla="*/ 961 w 1927"/>
                      <a:gd name="T85" fmla="*/ 754 h 1907"/>
                      <a:gd name="T86" fmla="*/ 767 w 1927"/>
                      <a:gd name="T87" fmla="*/ 953 h 1907"/>
                      <a:gd name="T88" fmla="*/ 961 w 1927"/>
                      <a:gd name="T89" fmla="*/ 1151 h 1907"/>
                      <a:gd name="T90" fmla="*/ 1157 w 1927"/>
                      <a:gd name="T91" fmla="*/ 953 h 1907"/>
                      <a:gd name="T92" fmla="*/ 961 w 1927"/>
                      <a:gd name="T93" fmla="*/ 754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7" h="1907">
                        <a:moveTo>
                          <a:pt x="1126" y="1"/>
                        </a:moveTo>
                        <a:cubicBezTo>
                          <a:pt x="1126" y="11"/>
                          <a:pt x="1126" y="11"/>
                          <a:pt x="1126" y="11"/>
                        </a:cubicBezTo>
                        <a:cubicBezTo>
                          <a:pt x="1126" y="23"/>
                          <a:pt x="1125" y="34"/>
                          <a:pt x="1122" y="45"/>
                        </a:cubicBezTo>
                        <a:cubicBezTo>
                          <a:pt x="1351" y="85"/>
                          <a:pt x="1549" y="209"/>
                          <a:pt x="1687" y="384"/>
                        </a:cubicBezTo>
                        <a:cubicBezTo>
                          <a:pt x="1698" y="374"/>
                          <a:pt x="1709" y="366"/>
                          <a:pt x="1722" y="359"/>
                        </a:cubicBezTo>
                        <a:cubicBezTo>
                          <a:pt x="1699" y="328"/>
                          <a:pt x="1673" y="298"/>
                          <a:pt x="1645" y="270"/>
                        </a:cubicBezTo>
                        <a:cubicBezTo>
                          <a:pt x="1501" y="127"/>
                          <a:pt x="1322" y="34"/>
                          <a:pt x="1126" y="1"/>
                        </a:cubicBezTo>
                        <a:close/>
                        <a:moveTo>
                          <a:pt x="1875" y="640"/>
                        </a:moveTo>
                        <a:cubicBezTo>
                          <a:pt x="1862" y="647"/>
                          <a:pt x="1848" y="652"/>
                          <a:pt x="1834" y="656"/>
                        </a:cubicBezTo>
                        <a:cubicBezTo>
                          <a:pt x="1865" y="749"/>
                          <a:pt x="1883" y="849"/>
                          <a:pt x="1883" y="953"/>
                        </a:cubicBezTo>
                        <a:cubicBezTo>
                          <a:pt x="1883" y="1071"/>
                          <a:pt x="1861" y="1183"/>
                          <a:pt x="1821" y="1286"/>
                        </a:cubicBezTo>
                        <a:cubicBezTo>
                          <a:pt x="1835" y="1290"/>
                          <a:pt x="1849" y="1297"/>
                          <a:pt x="1861" y="1305"/>
                        </a:cubicBezTo>
                        <a:cubicBezTo>
                          <a:pt x="1904" y="1194"/>
                          <a:pt x="1927" y="1076"/>
                          <a:pt x="1927" y="953"/>
                        </a:cubicBezTo>
                        <a:cubicBezTo>
                          <a:pt x="1927" y="845"/>
                          <a:pt x="1909" y="739"/>
                          <a:pt x="1875" y="640"/>
                        </a:cubicBezTo>
                        <a:close/>
                        <a:moveTo>
                          <a:pt x="811" y="44"/>
                        </a:moveTo>
                        <a:cubicBezTo>
                          <a:pt x="808" y="33"/>
                          <a:pt x="807" y="22"/>
                          <a:pt x="807" y="11"/>
                        </a:cubicBezTo>
                        <a:cubicBezTo>
                          <a:pt x="807" y="7"/>
                          <a:pt x="807" y="4"/>
                          <a:pt x="808" y="0"/>
                        </a:cubicBezTo>
                        <a:cubicBezTo>
                          <a:pt x="610" y="32"/>
                          <a:pt x="427" y="125"/>
                          <a:pt x="283" y="270"/>
                        </a:cubicBezTo>
                        <a:cubicBezTo>
                          <a:pt x="255" y="297"/>
                          <a:pt x="230" y="326"/>
                          <a:pt x="207" y="356"/>
                        </a:cubicBezTo>
                        <a:cubicBezTo>
                          <a:pt x="220" y="362"/>
                          <a:pt x="233" y="370"/>
                          <a:pt x="244" y="380"/>
                        </a:cubicBezTo>
                        <a:cubicBezTo>
                          <a:pt x="382" y="206"/>
                          <a:pt x="583" y="83"/>
                          <a:pt x="811" y="44"/>
                        </a:cubicBezTo>
                        <a:close/>
                        <a:moveTo>
                          <a:pt x="1662" y="1552"/>
                        </a:moveTo>
                        <a:cubicBezTo>
                          <a:pt x="1526" y="1711"/>
                          <a:pt x="1338" y="1823"/>
                          <a:pt x="1123" y="1861"/>
                        </a:cubicBezTo>
                        <a:cubicBezTo>
                          <a:pt x="1125" y="1871"/>
                          <a:pt x="1126" y="1881"/>
                          <a:pt x="1126" y="1891"/>
                        </a:cubicBezTo>
                        <a:cubicBezTo>
                          <a:pt x="1126" y="1896"/>
                          <a:pt x="1126" y="1901"/>
                          <a:pt x="1125" y="1906"/>
                        </a:cubicBezTo>
                        <a:cubicBezTo>
                          <a:pt x="1322" y="1873"/>
                          <a:pt x="1501" y="1780"/>
                          <a:pt x="1645" y="1636"/>
                        </a:cubicBezTo>
                        <a:cubicBezTo>
                          <a:pt x="1663" y="1618"/>
                          <a:pt x="1681" y="1599"/>
                          <a:pt x="1698" y="1579"/>
                        </a:cubicBezTo>
                        <a:cubicBezTo>
                          <a:pt x="1684" y="1572"/>
                          <a:pt x="1672" y="1563"/>
                          <a:pt x="1662" y="1552"/>
                        </a:cubicBezTo>
                        <a:close/>
                        <a:moveTo>
                          <a:pt x="269" y="1556"/>
                        </a:moveTo>
                        <a:cubicBezTo>
                          <a:pt x="258" y="1566"/>
                          <a:pt x="245" y="1575"/>
                          <a:pt x="232" y="1582"/>
                        </a:cubicBezTo>
                        <a:cubicBezTo>
                          <a:pt x="248" y="1600"/>
                          <a:pt x="265" y="1619"/>
                          <a:pt x="283" y="1636"/>
                        </a:cubicBezTo>
                        <a:cubicBezTo>
                          <a:pt x="427" y="1781"/>
                          <a:pt x="610" y="1875"/>
                          <a:pt x="808" y="1907"/>
                        </a:cubicBezTo>
                        <a:cubicBezTo>
                          <a:pt x="807" y="1902"/>
                          <a:pt x="807" y="1896"/>
                          <a:pt x="807" y="1891"/>
                        </a:cubicBezTo>
                        <a:cubicBezTo>
                          <a:pt x="807" y="1881"/>
                          <a:pt x="808" y="1872"/>
                          <a:pt x="810" y="1862"/>
                        </a:cubicBezTo>
                        <a:cubicBezTo>
                          <a:pt x="595" y="1826"/>
                          <a:pt x="405" y="1715"/>
                          <a:pt x="269" y="1556"/>
                        </a:cubicBezTo>
                        <a:close/>
                        <a:moveTo>
                          <a:pt x="94" y="654"/>
                        </a:moveTo>
                        <a:cubicBezTo>
                          <a:pt x="79" y="650"/>
                          <a:pt x="66" y="644"/>
                          <a:pt x="53" y="636"/>
                        </a:cubicBezTo>
                        <a:cubicBezTo>
                          <a:pt x="18" y="736"/>
                          <a:pt x="0" y="843"/>
                          <a:pt x="0" y="953"/>
                        </a:cubicBezTo>
                        <a:cubicBezTo>
                          <a:pt x="0" y="1077"/>
                          <a:pt x="23" y="1197"/>
                          <a:pt x="67" y="1309"/>
                        </a:cubicBezTo>
                        <a:cubicBezTo>
                          <a:pt x="79" y="1300"/>
                          <a:pt x="92" y="1293"/>
                          <a:pt x="107" y="1288"/>
                        </a:cubicBezTo>
                        <a:cubicBezTo>
                          <a:pt x="66" y="1184"/>
                          <a:pt x="44" y="1071"/>
                          <a:pt x="44" y="953"/>
                        </a:cubicBezTo>
                        <a:cubicBezTo>
                          <a:pt x="44" y="849"/>
                          <a:pt x="61" y="748"/>
                          <a:pt x="94" y="654"/>
                        </a:cubicBezTo>
                        <a:close/>
                        <a:moveTo>
                          <a:pt x="961" y="754"/>
                        </a:moveTo>
                        <a:cubicBezTo>
                          <a:pt x="854" y="754"/>
                          <a:pt x="767" y="843"/>
                          <a:pt x="767" y="953"/>
                        </a:cubicBezTo>
                        <a:cubicBezTo>
                          <a:pt x="767" y="1062"/>
                          <a:pt x="854" y="1151"/>
                          <a:pt x="961" y="1151"/>
                        </a:cubicBezTo>
                        <a:cubicBezTo>
                          <a:pt x="1069" y="1151"/>
                          <a:pt x="1157" y="1062"/>
                          <a:pt x="1157" y="953"/>
                        </a:cubicBezTo>
                        <a:cubicBezTo>
                          <a:pt x="1157" y="843"/>
                          <a:pt x="1069" y="754"/>
                          <a:pt x="961" y="75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08" name="Grupo 107">
                <a:extLst>
                  <a:ext uri="{FF2B5EF4-FFF2-40B4-BE49-F238E27FC236}">
                    <a16:creationId xmlns:a16="http://schemas.microsoft.com/office/drawing/2014/main" id="{98585C82-A4AA-6E73-E297-9DE18C951EEA}"/>
                  </a:ext>
                </a:extLst>
              </p:cNvPr>
              <p:cNvGrpSpPr/>
              <p:nvPr/>
            </p:nvGrpSpPr>
            <p:grpSpPr>
              <a:xfrm>
                <a:off x="783693" y="4970168"/>
                <a:ext cx="1036959" cy="1122694"/>
                <a:chOff x="783693" y="4970168"/>
                <a:chExt cx="1036959" cy="1122694"/>
              </a:xfrm>
            </p:grpSpPr>
            <p:sp>
              <p:nvSpPr>
                <p:cNvPr id="5" name="Rectangle: Rounded Corners 4">
                  <a:extLst>
                    <a:ext uri="{FF2B5EF4-FFF2-40B4-BE49-F238E27FC236}">
                      <a16:creationId xmlns:a16="http://schemas.microsoft.com/office/drawing/2014/main" id="{2C4D68E1-F758-ED63-A217-F342F82CE1F3}"/>
                    </a:ext>
                  </a:extLst>
                </p:cNvPr>
                <p:cNvSpPr/>
                <p:nvPr/>
              </p:nvSpPr>
              <p:spPr>
                <a:xfrm>
                  <a:off x="848652"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Confiabilidad </a:t>
                  </a:r>
                  <a:br>
                    <a:rPr lang="es-CL" sz="855">
                      <a:solidFill>
                        <a:schemeClr val="tx1"/>
                      </a:solidFill>
                    </a:rPr>
                  </a:br>
                  <a:r>
                    <a:rPr lang="es-CL" sz="855">
                      <a:solidFill>
                        <a:schemeClr val="tx1"/>
                      </a:solidFill>
                    </a:rPr>
                    <a:t>de Procesos</a:t>
                  </a:r>
                </a:p>
              </p:txBody>
            </p:sp>
            <p:sp>
              <p:nvSpPr>
                <p:cNvPr id="66" name="Oval 20">
                  <a:extLst>
                    <a:ext uri="{FF2B5EF4-FFF2-40B4-BE49-F238E27FC236}">
                      <a16:creationId xmlns:a16="http://schemas.microsoft.com/office/drawing/2014/main" id="{681671F2-0A5B-E149-2E8C-2F268F329535}"/>
                    </a:ext>
                  </a:extLst>
                </p:cNvPr>
                <p:cNvSpPr>
                  <a:spLocks noChangeAspect="1" noChangeArrowheads="1"/>
                </p:cNvSpPr>
                <p:nvPr/>
              </p:nvSpPr>
              <p:spPr bwMode="auto">
                <a:xfrm>
                  <a:off x="783693"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14</a:t>
                  </a:r>
                </a:p>
              </p:txBody>
            </p:sp>
          </p:grpSp>
        </p:grpSp>
        <p:grpSp>
          <p:nvGrpSpPr>
            <p:cNvPr id="113" name="Grupo 112">
              <a:extLst>
                <a:ext uri="{FF2B5EF4-FFF2-40B4-BE49-F238E27FC236}">
                  <a16:creationId xmlns:a16="http://schemas.microsoft.com/office/drawing/2014/main" id="{D8505395-EB29-90E7-1CC8-5319BD48E266}"/>
                </a:ext>
              </a:extLst>
            </p:cNvPr>
            <p:cNvGrpSpPr/>
            <p:nvPr/>
          </p:nvGrpSpPr>
          <p:grpSpPr>
            <a:xfrm>
              <a:off x="4827038" y="5176000"/>
              <a:ext cx="1036959" cy="1122694"/>
              <a:chOff x="3537698" y="4970168"/>
              <a:chExt cx="1036959" cy="1122694"/>
            </a:xfrm>
          </p:grpSpPr>
          <p:grpSp>
            <p:nvGrpSpPr>
              <p:cNvPr id="50" name="bcgIcons_Continuous testing ">
                <a:extLst>
                  <a:ext uri="{FF2B5EF4-FFF2-40B4-BE49-F238E27FC236}">
                    <a16:creationId xmlns:a16="http://schemas.microsoft.com/office/drawing/2014/main" id="{56813B34-C9B4-CBE7-7A70-1012C8F33BB5}"/>
                  </a:ext>
                </a:extLst>
              </p:cNvPr>
              <p:cNvGrpSpPr>
                <a:grpSpLocks noChangeAspect="1"/>
              </p:cNvGrpSpPr>
              <p:nvPr/>
            </p:nvGrpSpPr>
            <p:grpSpPr>
              <a:xfrm>
                <a:off x="3872186" y="5141091"/>
                <a:ext cx="380413" cy="380413"/>
                <a:chOff x="5256341" y="2517774"/>
                <a:chExt cx="1646238" cy="1646238"/>
              </a:xfrm>
            </p:grpSpPr>
            <p:sp>
              <p:nvSpPr>
                <p:cNvPr id="51" name="AutoShape 107">
                  <a:extLst>
                    <a:ext uri="{FF2B5EF4-FFF2-40B4-BE49-F238E27FC236}">
                      <a16:creationId xmlns:a16="http://schemas.microsoft.com/office/drawing/2014/main" id="{D92D02A3-B81B-09C4-C49E-446189F833E2}"/>
                    </a:ext>
                  </a:extLst>
                </p:cNvPr>
                <p:cNvSpPr>
                  <a:spLocks noChangeAspect="1" noChangeArrowheads="1" noTextEdit="1"/>
                </p:cNvSpPr>
                <p:nvPr/>
              </p:nvSpPr>
              <p:spPr bwMode="auto">
                <a:xfrm>
                  <a:off x="5256341" y="2517774"/>
                  <a:ext cx="1646238"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2" name="Group 51">
                  <a:extLst>
                    <a:ext uri="{FF2B5EF4-FFF2-40B4-BE49-F238E27FC236}">
                      <a16:creationId xmlns:a16="http://schemas.microsoft.com/office/drawing/2014/main" id="{C1B3030C-9E93-1F4C-6D26-5596921DEFA7}"/>
                    </a:ext>
                  </a:extLst>
                </p:cNvPr>
                <p:cNvGrpSpPr/>
                <p:nvPr/>
              </p:nvGrpSpPr>
              <p:grpSpPr>
                <a:xfrm>
                  <a:off x="5432682" y="2692400"/>
                  <a:ext cx="1293556" cy="1296987"/>
                  <a:chOff x="5432682" y="2692400"/>
                  <a:chExt cx="1293556" cy="1296987"/>
                </a:xfrm>
              </p:grpSpPr>
              <p:sp>
                <p:nvSpPr>
                  <p:cNvPr id="53" name="Freeform 5">
                    <a:extLst>
                      <a:ext uri="{FF2B5EF4-FFF2-40B4-BE49-F238E27FC236}">
                        <a16:creationId xmlns:a16="http://schemas.microsoft.com/office/drawing/2014/main" id="{FA6009AE-C5ED-7503-A0BA-3B294FF18B6F}"/>
                      </a:ext>
                    </a:extLst>
                  </p:cNvPr>
                  <p:cNvSpPr>
                    <a:spLocks/>
                  </p:cNvSpPr>
                  <p:nvPr/>
                </p:nvSpPr>
                <p:spPr bwMode="auto">
                  <a:xfrm>
                    <a:off x="5432682" y="2753317"/>
                    <a:ext cx="1285289" cy="1236070"/>
                  </a:xfrm>
                  <a:custGeom>
                    <a:avLst/>
                    <a:gdLst>
                      <a:gd name="connsiteX0" fmla="*/ 233276 w 1285289"/>
                      <a:gd name="connsiteY0" fmla="*/ 991595 h 1236070"/>
                      <a:gd name="connsiteX1" fmla="*/ 630639 w 1285289"/>
                      <a:gd name="connsiteY1" fmla="*/ 1202571 h 1236070"/>
                      <a:gd name="connsiteX2" fmla="*/ 1078030 w 1285289"/>
                      <a:gd name="connsiteY2" fmla="*/ 1042201 h 1236070"/>
                      <a:gd name="connsiteX3" fmla="*/ 1008706 w 1285289"/>
                      <a:gd name="connsiteY3" fmla="*/ 1044339 h 1236070"/>
                      <a:gd name="connsiteX4" fmla="*/ 992268 w 1285289"/>
                      <a:gd name="connsiteY4" fmla="*/ 1029371 h 1236070"/>
                      <a:gd name="connsiteX5" fmla="*/ 1007991 w 1285289"/>
                      <a:gd name="connsiteY5" fmla="*/ 1012978 h 1236070"/>
                      <a:gd name="connsiteX6" fmla="*/ 1115908 w 1285289"/>
                      <a:gd name="connsiteY6" fmla="*/ 1010127 h 1236070"/>
                      <a:gd name="connsiteX7" fmla="*/ 1118052 w 1285289"/>
                      <a:gd name="connsiteY7" fmla="*/ 1010127 h 1236070"/>
                      <a:gd name="connsiteX8" fmla="*/ 1118767 w 1285289"/>
                      <a:gd name="connsiteY8" fmla="*/ 1010127 h 1236070"/>
                      <a:gd name="connsiteX9" fmla="*/ 1120911 w 1285289"/>
                      <a:gd name="connsiteY9" fmla="*/ 1010840 h 1236070"/>
                      <a:gd name="connsiteX10" fmla="*/ 1121626 w 1285289"/>
                      <a:gd name="connsiteY10" fmla="*/ 1010840 h 1236070"/>
                      <a:gd name="connsiteX11" fmla="*/ 1123770 w 1285289"/>
                      <a:gd name="connsiteY11" fmla="*/ 1012265 h 1236070"/>
                      <a:gd name="connsiteX12" fmla="*/ 1124484 w 1285289"/>
                      <a:gd name="connsiteY12" fmla="*/ 1012265 h 1236070"/>
                      <a:gd name="connsiteX13" fmla="*/ 1126628 w 1285289"/>
                      <a:gd name="connsiteY13" fmla="*/ 1013691 h 1236070"/>
                      <a:gd name="connsiteX14" fmla="*/ 1127343 w 1285289"/>
                      <a:gd name="connsiteY14" fmla="*/ 1014403 h 1236070"/>
                      <a:gd name="connsiteX15" fmla="*/ 1128772 w 1285289"/>
                      <a:gd name="connsiteY15" fmla="*/ 1015829 h 1236070"/>
                      <a:gd name="connsiteX16" fmla="*/ 1128772 w 1285289"/>
                      <a:gd name="connsiteY16" fmla="*/ 1016542 h 1236070"/>
                      <a:gd name="connsiteX17" fmla="*/ 1130202 w 1285289"/>
                      <a:gd name="connsiteY17" fmla="*/ 1018680 h 1236070"/>
                      <a:gd name="connsiteX18" fmla="*/ 1130202 w 1285289"/>
                      <a:gd name="connsiteY18" fmla="*/ 1019393 h 1236070"/>
                      <a:gd name="connsiteX19" fmla="*/ 1131631 w 1285289"/>
                      <a:gd name="connsiteY19" fmla="*/ 1021531 h 1236070"/>
                      <a:gd name="connsiteX20" fmla="*/ 1131631 w 1285289"/>
                      <a:gd name="connsiteY20" fmla="*/ 1022244 h 1236070"/>
                      <a:gd name="connsiteX21" fmla="*/ 1131631 w 1285289"/>
                      <a:gd name="connsiteY21" fmla="*/ 1024382 h 1236070"/>
                      <a:gd name="connsiteX22" fmla="*/ 1131631 w 1285289"/>
                      <a:gd name="connsiteY22" fmla="*/ 1025095 h 1236070"/>
                      <a:gd name="connsiteX23" fmla="*/ 1131631 w 1285289"/>
                      <a:gd name="connsiteY23" fmla="*/ 1026520 h 1236070"/>
                      <a:gd name="connsiteX24" fmla="*/ 1126628 w 1285289"/>
                      <a:gd name="connsiteY24" fmla="*/ 1132008 h 1236070"/>
                      <a:gd name="connsiteX25" fmla="*/ 1110905 w 1285289"/>
                      <a:gd name="connsiteY25" fmla="*/ 1147689 h 1236070"/>
                      <a:gd name="connsiteX26" fmla="*/ 1110191 w 1285289"/>
                      <a:gd name="connsiteY26" fmla="*/ 1147689 h 1236070"/>
                      <a:gd name="connsiteX27" fmla="*/ 1095182 w 1285289"/>
                      <a:gd name="connsiteY27" fmla="*/ 1130582 h 1236070"/>
                      <a:gd name="connsiteX28" fmla="*/ 1098041 w 1285289"/>
                      <a:gd name="connsiteY28" fmla="*/ 1066434 h 1236070"/>
                      <a:gd name="connsiteX29" fmla="*/ 905077 w 1285289"/>
                      <a:gd name="connsiteY29" fmla="*/ 1192592 h 1236070"/>
                      <a:gd name="connsiteX30" fmla="*/ 679952 w 1285289"/>
                      <a:gd name="connsiteY30" fmla="*/ 1236070 h 1236070"/>
                      <a:gd name="connsiteX31" fmla="*/ 627780 w 1285289"/>
                      <a:gd name="connsiteY31" fmla="*/ 1233932 h 1236070"/>
                      <a:gd name="connsiteX32" fmla="*/ 361918 w 1285289"/>
                      <a:gd name="connsiteY32" fmla="*/ 1146263 h 1236070"/>
                      <a:gd name="connsiteX33" fmla="*/ 206118 w 1285289"/>
                      <a:gd name="connsiteY33" fmla="*/ 1007988 h 1236070"/>
                      <a:gd name="connsiteX34" fmla="*/ 233276 w 1285289"/>
                      <a:gd name="connsiteY34" fmla="*/ 991595 h 1236070"/>
                      <a:gd name="connsiteX35" fmla="*/ 520755 w 1285289"/>
                      <a:gd name="connsiteY35" fmla="*/ 47032 h 1236070"/>
                      <a:gd name="connsiteX36" fmla="*/ 520755 w 1285289"/>
                      <a:gd name="connsiteY36" fmla="*/ 49891 h 1236070"/>
                      <a:gd name="connsiteX37" fmla="*/ 523619 w 1285289"/>
                      <a:gd name="connsiteY37" fmla="*/ 78479 h 1236070"/>
                      <a:gd name="connsiteX38" fmla="*/ 108403 w 1285289"/>
                      <a:gd name="connsiteY38" fmla="*/ 563049 h 1236070"/>
                      <a:gd name="connsiteX39" fmla="*/ 106255 w 1285289"/>
                      <a:gd name="connsiteY39" fmla="*/ 678831 h 1236070"/>
                      <a:gd name="connsiteX40" fmla="*/ 147061 w 1285289"/>
                      <a:gd name="connsiteY40" fmla="*/ 624513 h 1236070"/>
                      <a:gd name="connsiteX41" fmla="*/ 169253 w 1285289"/>
                      <a:gd name="connsiteY41" fmla="*/ 620940 h 1236070"/>
                      <a:gd name="connsiteX42" fmla="*/ 172833 w 1285289"/>
                      <a:gd name="connsiteY42" fmla="*/ 643096 h 1236070"/>
                      <a:gd name="connsiteX43" fmla="*/ 108403 w 1285289"/>
                      <a:gd name="connsiteY43" fmla="*/ 728860 h 1236070"/>
                      <a:gd name="connsiteX44" fmla="*/ 107687 w 1285289"/>
                      <a:gd name="connsiteY44" fmla="*/ 729575 h 1236070"/>
                      <a:gd name="connsiteX45" fmla="*/ 106255 w 1285289"/>
                      <a:gd name="connsiteY45" fmla="*/ 731719 h 1236070"/>
                      <a:gd name="connsiteX46" fmla="*/ 105539 w 1285289"/>
                      <a:gd name="connsiteY46" fmla="*/ 731719 h 1236070"/>
                      <a:gd name="connsiteX47" fmla="*/ 104107 w 1285289"/>
                      <a:gd name="connsiteY47" fmla="*/ 733148 h 1236070"/>
                      <a:gd name="connsiteX48" fmla="*/ 102676 w 1285289"/>
                      <a:gd name="connsiteY48" fmla="*/ 733863 h 1236070"/>
                      <a:gd name="connsiteX49" fmla="*/ 101244 w 1285289"/>
                      <a:gd name="connsiteY49" fmla="*/ 734578 h 1236070"/>
                      <a:gd name="connsiteX50" fmla="*/ 98380 w 1285289"/>
                      <a:gd name="connsiteY50" fmla="*/ 735292 h 1236070"/>
                      <a:gd name="connsiteX51" fmla="*/ 97664 w 1285289"/>
                      <a:gd name="connsiteY51" fmla="*/ 735292 h 1236070"/>
                      <a:gd name="connsiteX52" fmla="*/ 96949 w 1285289"/>
                      <a:gd name="connsiteY52" fmla="*/ 735292 h 1236070"/>
                      <a:gd name="connsiteX53" fmla="*/ 96949 w 1285289"/>
                      <a:gd name="connsiteY53" fmla="*/ 736007 h 1236070"/>
                      <a:gd name="connsiteX54" fmla="*/ 95517 w 1285289"/>
                      <a:gd name="connsiteY54" fmla="*/ 736007 h 1236070"/>
                      <a:gd name="connsiteX55" fmla="*/ 92653 w 1285289"/>
                      <a:gd name="connsiteY55" fmla="*/ 735292 h 1236070"/>
                      <a:gd name="connsiteX56" fmla="*/ 89790 w 1285289"/>
                      <a:gd name="connsiteY56" fmla="*/ 734578 h 1236070"/>
                      <a:gd name="connsiteX57" fmla="*/ 87642 w 1285289"/>
                      <a:gd name="connsiteY57" fmla="*/ 733863 h 1236070"/>
                      <a:gd name="connsiteX58" fmla="*/ 85494 w 1285289"/>
                      <a:gd name="connsiteY58" fmla="*/ 732434 h 1236070"/>
                      <a:gd name="connsiteX59" fmla="*/ 84778 w 1285289"/>
                      <a:gd name="connsiteY59" fmla="*/ 731719 h 1236070"/>
                      <a:gd name="connsiteX60" fmla="*/ 5315 w 1285289"/>
                      <a:gd name="connsiteY60" fmla="*/ 660963 h 1236070"/>
                      <a:gd name="connsiteX61" fmla="*/ 3883 w 1285289"/>
                      <a:gd name="connsiteY61" fmla="*/ 638807 h 1236070"/>
                      <a:gd name="connsiteX62" fmla="*/ 26075 w 1285289"/>
                      <a:gd name="connsiteY62" fmla="*/ 637378 h 1236070"/>
                      <a:gd name="connsiteX63" fmla="*/ 74756 w 1285289"/>
                      <a:gd name="connsiteY63" fmla="*/ 680975 h 1236070"/>
                      <a:gd name="connsiteX64" fmla="*/ 76904 w 1285289"/>
                      <a:gd name="connsiteY64" fmla="*/ 559475 h 1236070"/>
                      <a:gd name="connsiteX65" fmla="*/ 520755 w 1285289"/>
                      <a:gd name="connsiteY65" fmla="*/ 47032 h 1236070"/>
                      <a:gd name="connsiteX66" fmla="*/ 932443 w 1285289"/>
                      <a:gd name="connsiteY66" fmla="*/ 1029 h 1236070"/>
                      <a:gd name="connsiteX67" fmla="*/ 941187 w 1285289"/>
                      <a:gd name="connsiteY67" fmla="*/ 9230 h 1236070"/>
                      <a:gd name="connsiteX68" fmla="*/ 933335 w 1285289"/>
                      <a:gd name="connsiteY68" fmla="*/ 29910 h 1236070"/>
                      <a:gd name="connsiteX69" fmla="*/ 874090 w 1285289"/>
                      <a:gd name="connsiteY69" fmla="*/ 57009 h 1236070"/>
                      <a:gd name="connsiteX70" fmla="*/ 1283809 w 1285289"/>
                      <a:gd name="connsiteY70" fmla="*/ 671716 h 1236070"/>
                      <a:gd name="connsiteX71" fmla="*/ 1270960 w 1285289"/>
                      <a:gd name="connsiteY71" fmla="*/ 762995 h 1236070"/>
                      <a:gd name="connsiteX72" fmla="*/ 1242409 w 1285289"/>
                      <a:gd name="connsiteY72" fmla="*/ 745880 h 1236070"/>
                      <a:gd name="connsiteX73" fmla="*/ 1252402 w 1285289"/>
                      <a:gd name="connsiteY73" fmla="*/ 669577 h 1236070"/>
                      <a:gd name="connsiteX74" fmla="*/ 862669 w 1285289"/>
                      <a:gd name="connsiteY74" fmla="*/ 86247 h 1236070"/>
                      <a:gd name="connsiteX75" fmla="*/ 896932 w 1285289"/>
                      <a:gd name="connsiteY75" fmla="*/ 146149 h 1236070"/>
                      <a:gd name="connsiteX76" fmla="*/ 890507 w 1285289"/>
                      <a:gd name="connsiteY76" fmla="*/ 167542 h 1236070"/>
                      <a:gd name="connsiteX77" fmla="*/ 882656 w 1285289"/>
                      <a:gd name="connsiteY77" fmla="*/ 169681 h 1236070"/>
                      <a:gd name="connsiteX78" fmla="*/ 869094 w 1285289"/>
                      <a:gd name="connsiteY78" fmla="*/ 161837 h 1236070"/>
                      <a:gd name="connsiteX79" fmla="*/ 815559 w 1285289"/>
                      <a:gd name="connsiteY79" fmla="*/ 67706 h 1236070"/>
                      <a:gd name="connsiteX80" fmla="*/ 815559 w 1285289"/>
                      <a:gd name="connsiteY80" fmla="*/ 66993 h 1236070"/>
                      <a:gd name="connsiteX81" fmla="*/ 815559 w 1285289"/>
                      <a:gd name="connsiteY81" fmla="*/ 66279 h 1236070"/>
                      <a:gd name="connsiteX82" fmla="*/ 814845 w 1285289"/>
                      <a:gd name="connsiteY82" fmla="*/ 65566 h 1236070"/>
                      <a:gd name="connsiteX83" fmla="*/ 814845 w 1285289"/>
                      <a:gd name="connsiteY83" fmla="*/ 64853 h 1236070"/>
                      <a:gd name="connsiteX84" fmla="*/ 814845 w 1285289"/>
                      <a:gd name="connsiteY84" fmla="*/ 64140 h 1236070"/>
                      <a:gd name="connsiteX85" fmla="*/ 814131 w 1285289"/>
                      <a:gd name="connsiteY85" fmla="*/ 63427 h 1236070"/>
                      <a:gd name="connsiteX86" fmla="*/ 814131 w 1285289"/>
                      <a:gd name="connsiteY86" fmla="*/ 62714 h 1236070"/>
                      <a:gd name="connsiteX87" fmla="*/ 814131 w 1285289"/>
                      <a:gd name="connsiteY87" fmla="*/ 62001 h 1236070"/>
                      <a:gd name="connsiteX88" fmla="*/ 814131 w 1285289"/>
                      <a:gd name="connsiteY88" fmla="*/ 61288 h 1236070"/>
                      <a:gd name="connsiteX89" fmla="*/ 814131 w 1285289"/>
                      <a:gd name="connsiteY89" fmla="*/ 60574 h 1236070"/>
                      <a:gd name="connsiteX90" fmla="*/ 814131 w 1285289"/>
                      <a:gd name="connsiteY90" fmla="*/ 59861 h 1236070"/>
                      <a:gd name="connsiteX91" fmla="*/ 814131 w 1285289"/>
                      <a:gd name="connsiteY91" fmla="*/ 58435 h 1236070"/>
                      <a:gd name="connsiteX92" fmla="*/ 814131 w 1285289"/>
                      <a:gd name="connsiteY92" fmla="*/ 57722 h 1236070"/>
                      <a:gd name="connsiteX93" fmla="*/ 814131 w 1285289"/>
                      <a:gd name="connsiteY93" fmla="*/ 57009 h 1236070"/>
                      <a:gd name="connsiteX94" fmla="*/ 814131 w 1285289"/>
                      <a:gd name="connsiteY94" fmla="*/ 56296 h 1236070"/>
                      <a:gd name="connsiteX95" fmla="*/ 814845 w 1285289"/>
                      <a:gd name="connsiteY95" fmla="*/ 55583 h 1236070"/>
                      <a:gd name="connsiteX96" fmla="*/ 814845 w 1285289"/>
                      <a:gd name="connsiteY96" fmla="*/ 54870 h 1236070"/>
                      <a:gd name="connsiteX97" fmla="*/ 815559 w 1285289"/>
                      <a:gd name="connsiteY97" fmla="*/ 52017 h 1236070"/>
                      <a:gd name="connsiteX98" fmla="*/ 816273 w 1285289"/>
                      <a:gd name="connsiteY98" fmla="*/ 52017 h 1236070"/>
                      <a:gd name="connsiteX99" fmla="*/ 817700 w 1285289"/>
                      <a:gd name="connsiteY99" fmla="*/ 49878 h 1236070"/>
                      <a:gd name="connsiteX100" fmla="*/ 819842 w 1285289"/>
                      <a:gd name="connsiteY100" fmla="*/ 47738 h 1236070"/>
                      <a:gd name="connsiteX101" fmla="*/ 820555 w 1285289"/>
                      <a:gd name="connsiteY101" fmla="*/ 47738 h 1236070"/>
                      <a:gd name="connsiteX102" fmla="*/ 822697 w 1285289"/>
                      <a:gd name="connsiteY102" fmla="*/ 45599 h 1236070"/>
                      <a:gd name="connsiteX103" fmla="*/ 920487 w 1285289"/>
                      <a:gd name="connsiteY103" fmla="*/ 1386 h 1236070"/>
                      <a:gd name="connsiteX104" fmla="*/ 932443 w 1285289"/>
                      <a:gd name="connsiteY104" fmla="*/ 1029 h 123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85289" h="1236070">
                        <a:moveTo>
                          <a:pt x="233276" y="991595"/>
                        </a:moveTo>
                        <a:cubicBezTo>
                          <a:pt x="331187" y="1112763"/>
                          <a:pt x="472694" y="1189741"/>
                          <a:pt x="630639" y="1202571"/>
                        </a:cubicBezTo>
                        <a:cubicBezTo>
                          <a:pt x="797874" y="1216826"/>
                          <a:pt x="958678" y="1159093"/>
                          <a:pt x="1078030" y="1042201"/>
                        </a:cubicBezTo>
                        <a:cubicBezTo>
                          <a:pt x="1078030" y="1042201"/>
                          <a:pt x="1078030" y="1042201"/>
                          <a:pt x="1008706" y="1044339"/>
                        </a:cubicBezTo>
                        <a:cubicBezTo>
                          <a:pt x="1000130" y="1045052"/>
                          <a:pt x="992983" y="1037924"/>
                          <a:pt x="992268" y="1029371"/>
                        </a:cubicBezTo>
                        <a:cubicBezTo>
                          <a:pt x="992268" y="1020818"/>
                          <a:pt x="999415" y="1013691"/>
                          <a:pt x="1007991" y="1012978"/>
                        </a:cubicBezTo>
                        <a:cubicBezTo>
                          <a:pt x="1007991" y="1012978"/>
                          <a:pt x="1007991" y="1012978"/>
                          <a:pt x="1115908" y="1010127"/>
                        </a:cubicBezTo>
                        <a:cubicBezTo>
                          <a:pt x="1116623" y="1010127"/>
                          <a:pt x="1117338" y="1010127"/>
                          <a:pt x="1118052" y="1010127"/>
                        </a:cubicBezTo>
                        <a:cubicBezTo>
                          <a:pt x="1118052" y="1010127"/>
                          <a:pt x="1118052" y="1010127"/>
                          <a:pt x="1118767" y="1010127"/>
                        </a:cubicBezTo>
                        <a:cubicBezTo>
                          <a:pt x="1119482" y="1010127"/>
                          <a:pt x="1120196" y="1010127"/>
                          <a:pt x="1120911" y="1010840"/>
                        </a:cubicBezTo>
                        <a:cubicBezTo>
                          <a:pt x="1120911" y="1010840"/>
                          <a:pt x="1120911" y="1010840"/>
                          <a:pt x="1121626" y="1010840"/>
                        </a:cubicBezTo>
                        <a:cubicBezTo>
                          <a:pt x="1122340" y="1010840"/>
                          <a:pt x="1123055" y="1011552"/>
                          <a:pt x="1123770" y="1012265"/>
                        </a:cubicBezTo>
                        <a:cubicBezTo>
                          <a:pt x="1123770" y="1012265"/>
                          <a:pt x="1123770" y="1012265"/>
                          <a:pt x="1124484" y="1012265"/>
                        </a:cubicBezTo>
                        <a:cubicBezTo>
                          <a:pt x="1125199" y="1012265"/>
                          <a:pt x="1125914" y="1012978"/>
                          <a:pt x="1126628" y="1013691"/>
                        </a:cubicBezTo>
                        <a:cubicBezTo>
                          <a:pt x="1126628" y="1014403"/>
                          <a:pt x="1127343" y="1014403"/>
                          <a:pt x="1127343" y="1014403"/>
                        </a:cubicBezTo>
                        <a:cubicBezTo>
                          <a:pt x="1128058" y="1015116"/>
                          <a:pt x="1128058" y="1015829"/>
                          <a:pt x="1128772" y="1015829"/>
                        </a:cubicBezTo>
                        <a:cubicBezTo>
                          <a:pt x="1128772" y="1016542"/>
                          <a:pt x="1128772" y="1016542"/>
                          <a:pt x="1128772" y="1016542"/>
                        </a:cubicBezTo>
                        <a:cubicBezTo>
                          <a:pt x="1129487" y="1017254"/>
                          <a:pt x="1130202" y="1017967"/>
                          <a:pt x="1130202" y="1018680"/>
                        </a:cubicBezTo>
                        <a:cubicBezTo>
                          <a:pt x="1130202" y="1018680"/>
                          <a:pt x="1130202" y="1018680"/>
                          <a:pt x="1130202" y="1019393"/>
                        </a:cubicBezTo>
                        <a:cubicBezTo>
                          <a:pt x="1130917" y="1020105"/>
                          <a:pt x="1130917" y="1020818"/>
                          <a:pt x="1131631" y="1021531"/>
                        </a:cubicBezTo>
                        <a:cubicBezTo>
                          <a:pt x="1131631" y="1021531"/>
                          <a:pt x="1131631" y="1021531"/>
                          <a:pt x="1131631" y="1022244"/>
                        </a:cubicBezTo>
                        <a:cubicBezTo>
                          <a:pt x="1131631" y="1022956"/>
                          <a:pt x="1131631" y="1023669"/>
                          <a:pt x="1131631" y="1024382"/>
                        </a:cubicBezTo>
                        <a:cubicBezTo>
                          <a:pt x="1131631" y="1024382"/>
                          <a:pt x="1131631" y="1024382"/>
                          <a:pt x="1131631" y="1025095"/>
                        </a:cubicBezTo>
                        <a:cubicBezTo>
                          <a:pt x="1131631" y="1025095"/>
                          <a:pt x="1131631" y="1025807"/>
                          <a:pt x="1131631" y="1026520"/>
                        </a:cubicBezTo>
                        <a:cubicBezTo>
                          <a:pt x="1131631" y="1026520"/>
                          <a:pt x="1131631" y="1026520"/>
                          <a:pt x="1126628" y="1132008"/>
                        </a:cubicBezTo>
                        <a:cubicBezTo>
                          <a:pt x="1125914" y="1140561"/>
                          <a:pt x="1118767" y="1147689"/>
                          <a:pt x="1110905" y="1147689"/>
                        </a:cubicBezTo>
                        <a:cubicBezTo>
                          <a:pt x="1110191" y="1147689"/>
                          <a:pt x="1110191" y="1147689"/>
                          <a:pt x="1110191" y="1147689"/>
                        </a:cubicBezTo>
                        <a:cubicBezTo>
                          <a:pt x="1100900" y="1147689"/>
                          <a:pt x="1094468" y="1139135"/>
                          <a:pt x="1095182" y="1130582"/>
                        </a:cubicBezTo>
                        <a:cubicBezTo>
                          <a:pt x="1095182" y="1130582"/>
                          <a:pt x="1095182" y="1130582"/>
                          <a:pt x="1098041" y="1066434"/>
                        </a:cubicBezTo>
                        <a:cubicBezTo>
                          <a:pt x="1042296" y="1119891"/>
                          <a:pt x="976545" y="1163369"/>
                          <a:pt x="905077" y="1192592"/>
                        </a:cubicBezTo>
                        <a:cubicBezTo>
                          <a:pt x="833609" y="1221815"/>
                          <a:pt x="757852" y="1236070"/>
                          <a:pt x="679952" y="1236070"/>
                        </a:cubicBezTo>
                        <a:cubicBezTo>
                          <a:pt x="662799" y="1236070"/>
                          <a:pt x="645647" y="1235357"/>
                          <a:pt x="627780" y="1233932"/>
                        </a:cubicBezTo>
                        <a:cubicBezTo>
                          <a:pt x="532013" y="1226092"/>
                          <a:pt x="441963" y="1196156"/>
                          <a:pt x="361918" y="1146263"/>
                        </a:cubicBezTo>
                        <a:cubicBezTo>
                          <a:pt x="302600" y="1109200"/>
                          <a:pt x="249713" y="1062158"/>
                          <a:pt x="206118" y="1007988"/>
                        </a:cubicBezTo>
                        <a:cubicBezTo>
                          <a:pt x="216123" y="1003712"/>
                          <a:pt x="224699" y="998010"/>
                          <a:pt x="233276" y="991595"/>
                        </a:cubicBezTo>
                        <a:close/>
                        <a:moveTo>
                          <a:pt x="520755" y="47032"/>
                        </a:moveTo>
                        <a:cubicBezTo>
                          <a:pt x="520755" y="47747"/>
                          <a:pt x="520755" y="49176"/>
                          <a:pt x="520755" y="49891"/>
                        </a:cubicBezTo>
                        <a:cubicBezTo>
                          <a:pt x="520755" y="59897"/>
                          <a:pt x="521471" y="69188"/>
                          <a:pt x="523619" y="78479"/>
                        </a:cubicBezTo>
                        <a:cubicBezTo>
                          <a:pt x="303841" y="139944"/>
                          <a:pt x="136322" y="329340"/>
                          <a:pt x="108403" y="563049"/>
                        </a:cubicBezTo>
                        <a:cubicBezTo>
                          <a:pt x="104107" y="601643"/>
                          <a:pt x="103392" y="640237"/>
                          <a:pt x="106255" y="678831"/>
                        </a:cubicBezTo>
                        <a:cubicBezTo>
                          <a:pt x="106255" y="678831"/>
                          <a:pt x="106255" y="678831"/>
                          <a:pt x="147061" y="624513"/>
                        </a:cubicBezTo>
                        <a:cubicBezTo>
                          <a:pt x="152788" y="617366"/>
                          <a:pt x="162094" y="615937"/>
                          <a:pt x="169253" y="620940"/>
                        </a:cubicBezTo>
                        <a:cubicBezTo>
                          <a:pt x="176412" y="625943"/>
                          <a:pt x="177844" y="635949"/>
                          <a:pt x="172833" y="643096"/>
                        </a:cubicBezTo>
                        <a:cubicBezTo>
                          <a:pt x="172833" y="643096"/>
                          <a:pt x="172833" y="643096"/>
                          <a:pt x="108403" y="728860"/>
                        </a:cubicBezTo>
                        <a:cubicBezTo>
                          <a:pt x="108403" y="728860"/>
                          <a:pt x="108403" y="728860"/>
                          <a:pt x="107687" y="729575"/>
                        </a:cubicBezTo>
                        <a:cubicBezTo>
                          <a:pt x="106971" y="730290"/>
                          <a:pt x="106255" y="731004"/>
                          <a:pt x="106255" y="731719"/>
                        </a:cubicBezTo>
                        <a:cubicBezTo>
                          <a:pt x="105539" y="731719"/>
                          <a:pt x="105539" y="731719"/>
                          <a:pt x="105539" y="731719"/>
                        </a:cubicBezTo>
                        <a:cubicBezTo>
                          <a:pt x="104823" y="732434"/>
                          <a:pt x="104107" y="733148"/>
                          <a:pt x="104107" y="733148"/>
                        </a:cubicBezTo>
                        <a:cubicBezTo>
                          <a:pt x="103392" y="733148"/>
                          <a:pt x="103392" y="733863"/>
                          <a:pt x="102676" y="733863"/>
                        </a:cubicBezTo>
                        <a:cubicBezTo>
                          <a:pt x="101960" y="733863"/>
                          <a:pt x="101960" y="734578"/>
                          <a:pt x="101244" y="734578"/>
                        </a:cubicBezTo>
                        <a:cubicBezTo>
                          <a:pt x="100528" y="734578"/>
                          <a:pt x="99096" y="735292"/>
                          <a:pt x="98380" y="735292"/>
                        </a:cubicBezTo>
                        <a:cubicBezTo>
                          <a:pt x="98380" y="735292"/>
                          <a:pt x="98380" y="735292"/>
                          <a:pt x="97664" y="735292"/>
                        </a:cubicBezTo>
                        <a:cubicBezTo>
                          <a:pt x="97664" y="735292"/>
                          <a:pt x="97664" y="735292"/>
                          <a:pt x="96949" y="735292"/>
                        </a:cubicBezTo>
                        <a:cubicBezTo>
                          <a:pt x="96949" y="735292"/>
                          <a:pt x="96949" y="735292"/>
                          <a:pt x="96949" y="736007"/>
                        </a:cubicBezTo>
                        <a:cubicBezTo>
                          <a:pt x="96233" y="736007"/>
                          <a:pt x="96233" y="736007"/>
                          <a:pt x="95517" y="736007"/>
                        </a:cubicBezTo>
                        <a:cubicBezTo>
                          <a:pt x="94085" y="736007"/>
                          <a:pt x="93369" y="736007"/>
                          <a:pt x="92653" y="735292"/>
                        </a:cubicBezTo>
                        <a:cubicBezTo>
                          <a:pt x="91937" y="735292"/>
                          <a:pt x="90506" y="735292"/>
                          <a:pt x="89790" y="734578"/>
                        </a:cubicBezTo>
                        <a:cubicBezTo>
                          <a:pt x="89074" y="734578"/>
                          <a:pt x="88358" y="734578"/>
                          <a:pt x="87642" y="733863"/>
                        </a:cubicBezTo>
                        <a:cubicBezTo>
                          <a:pt x="86926" y="733148"/>
                          <a:pt x="86210" y="733148"/>
                          <a:pt x="85494" y="732434"/>
                        </a:cubicBezTo>
                        <a:cubicBezTo>
                          <a:pt x="85494" y="732434"/>
                          <a:pt x="84778" y="732434"/>
                          <a:pt x="84778" y="731719"/>
                        </a:cubicBezTo>
                        <a:cubicBezTo>
                          <a:pt x="84778" y="731719"/>
                          <a:pt x="84778" y="731719"/>
                          <a:pt x="5315" y="660963"/>
                        </a:cubicBezTo>
                        <a:cubicBezTo>
                          <a:pt x="-1128" y="655246"/>
                          <a:pt x="-1844" y="645954"/>
                          <a:pt x="3883" y="638807"/>
                        </a:cubicBezTo>
                        <a:cubicBezTo>
                          <a:pt x="9610" y="632375"/>
                          <a:pt x="19632" y="631660"/>
                          <a:pt x="26075" y="637378"/>
                        </a:cubicBezTo>
                        <a:cubicBezTo>
                          <a:pt x="26075" y="637378"/>
                          <a:pt x="26075" y="637378"/>
                          <a:pt x="74756" y="680975"/>
                        </a:cubicBezTo>
                        <a:cubicBezTo>
                          <a:pt x="71176" y="640237"/>
                          <a:pt x="72608" y="599499"/>
                          <a:pt x="76904" y="559475"/>
                        </a:cubicBezTo>
                        <a:cubicBezTo>
                          <a:pt x="106971" y="310758"/>
                          <a:pt x="286659" y="109926"/>
                          <a:pt x="520755" y="47032"/>
                        </a:cubicBezTo>
                        <a:close/>
                        <a:moveTo>
                          <a:pt x="932443" y="1029"/>
                        </a:moveTo>
                        <a:cubicBezTo>
                          <a:pt x="936190" y="2455"/>
                          <a:pt x="939402" y="5308"/>
                          <a:pt x="941187" y="9230"/>
                        </a:cubicBezTo>
                        <a:cubicBezTo>
                          <a:pt x="944756" y="17074"/>
                          <a:pt x="941187" y="26345"/>
                          <a:pt x="933335" y="29910"/>
                        </a:cubicBezTo>
                        <a:cubicBezTo>
                          <a:pt x="933335" y="29910"/>
                          <a:pt x="933335" y="29910"/>
                          <a:pt x="874090" y="57009"/>
                        </a:cubicBezTo>
                        <a:cubicBezTo>
                          <a:pt x="1132484" y="144009"/>
                          <a:pt x="1303081" y="395740"/>
                          <a:pt x="1283809" y="671716"/>
                        </a:cubicBezTo>
                        <a:cubicBezTo>
                          <a:pt x="1281667" y="702380"/>
                          <a:pt x="1277385" y="733044"/>
                          <a:pt x="1270960" y="762995"/>
                        </a:cubicBezTo>
                        <a:cubicBezTo>
                          <a:pt x="1261681" y="755864"/>
                          <a:pt x="1252402" y="750159"/>
                          <a:pt x="1242409" y="745880"/>
                        </a:cubicBezTo>
                        <a:cubicBezTo>
                          <a:pt x="1247405" y="720921"/>
                          <a:pt x="1250974" y="695249"/>
                          <a:pt x="1252402" y="669577"/>
                        </a:cubicBezTo>
                        <a:cubicBezTo>
                          <a:pt x="1270960" y="407150"/>
                          <a:pt x="1108215" y="168255"/>
                          <a:pt x="862669" y="86247"/>
                        </a:cubicBezTo>
                        <a:cubicBezTo>
                          <a:pt x="862669" y="86247"/>
                          <a:pt x="862669" y="86247"/>
                          <a:pt x="896932" y="146149"/>
                        </a:cubicBezTo>
                        <a:cubicBezTo>
                          <a:pt x="901214" y="153993"/>
                          <a:pt x="898359" y="163263"/>
                          <a:pt x="890507" y="167542"/>
                        </a:cubicBezTo>
                        <a:cubicBezTo>
                          <a:pt x="887652" y="168968"/>
                          <a:pt x="884797" y="169681"/>
                          <a:pt x="882656" y="169681"/>
                        </a:cubicBezTo>
                        <a:cubicBezTo>
                          <a:pt x="876945" y="169681"/>
                          <a:pt x="871949" y="166829"/>
                          <a:pt x="869094" y="161837"/>
                        </a:cubicBezTo>
                        <a:cubicBezTo>
                          <a:pt x="869094" y="161837"/>
                          <a:pt x="869094" y="161837"/>
                          <a:pt x="815559" y="67706"/>
                        </a:cubicBezTo>
                        <a:cubicBezTo>
                          <a:pt x="815559" y="67706"/>
                          <a:pt x="815559" y="67706"/>
                          <a:pt x="815559" y="66993"/>
                        </a:cubicBezTo>
                        <a:cubicBezTo>
                          <a:pt x="815559" y="66993"/>
                          <a:pt x="815559" y="66993"/>
                          <a:pt x="815559" y="66279"/>
                        </a:cubicBezTo>
                        <a:cubicBezTo>
                          <a:pt x="814845" y="66279"/>
                          <a:pt x="814845" y="66279"/>
                          <a:pt x="814845" y="65566"/>
                        </a:cubicBezTo>
                        <a:cubicBezTo>
                          <a:pt x="814845" y="65566"/>
                          <a:pt x="814845" y="65566"/>
                          <a:pt x="814845" y="64853"/>
                        </a:cubicBezTo>
                        <a:cubicBezTo>
                          <a:pt x="814845" y="64853"/>
                          <a:pt x="814845" y="64853"/>
                          <a:pt x="814845" y="64140"/>
                        </a:cubicBezTo>
                        <a:cubicBezTo>
                          <a:pt x="814131" y="64140"/>
                          <a:pt x="814131" y="63427"/>
                          <a:pt x="814131" y="63427"/>
                        </a:cubicBezTo>
                        <a:cubicBezTo>
                          <a:pt x="814131" y="63427"/>
                          <a:pt x="814131" y="63427"/>
                          <a:pt x="814131" y="62714"/>
                        </a:cubicBezTo>
                        <a:cubicBezTo>
                          <a:pt x="814131" y="62714"/>
                          <a:pt x="814131" y="62714"/>
                          <a:pt x="814131" y="62001"/>
                        </a:cubicBezTo>
                        <a:cubicBezTo>
                          <a:pt x="814131" y="62001"/>
                          <a:pt x="814131" y="62001"/>
                          <a:pt x="814131" y="61288"/>
                        </a:cubicBezTo>
                        <a:cubicBezTo>
                          <a:pt x="814131" y="61288"/>
                          <a:pt x="814131" y="61288"/>
                          <a:pt x="814131" y="60574"/>
                        </a:cubicBezTo>
                        <a:cubicBezTo>
                          <a:pt x="814131" y="59861"/>
                          <a:pt x="814131" y="59861"/>
                          <a:pt x="814131" y="59861"/>
                        </a:cubicBezTo>
                        <a:cubicBezTo>
                          <a:pt x="814131" y="59148"/>
                          <a:pt x="814131" y="59148"/>
                          <a:pt x="814131" y="58435"/>
                        </a:cubicBezTo>
                        <a:cubicBezTo>
                          <a:pt x="814131" y="58435"/>
                          <a:pt x="814131" y="58435"/>
                          <a:pt x="814131" y="57722"/>
                        </a:cubicBezTo>
                        <a:cubicBezTo>
                          <a:pt x="814131" y="57722"/>
                          <a:pt x="814131" y="57722"/>
                          <a:pt x="814131" y="57009"/>
                        </a:cubicBezTo>
                        <a:cubicBezTo>
                          <a:pt x="814131" y="57009"/>
                          <a:pt x="814131" y="57009"/>
                          <a:pt x="814131" y="56296"/>
                        </a:cubicBezTo>
                        <a:cubicBezTo>
                          <a:pt x="814131" y="55583"/>
                          <a:pt x="814845" y="55583"/>
                          <a:pt x="814845" y="55583"/>
                        </a:cubicBezTo>
                        <a:cubicBezTo>
                          <a:pt x="814845" y="55583"/>
                          <a:pt x="814845" y="55583"/>
                          <a:pt x="814845" y="54870"/>
                        </a:cubicBezTo>
                        <a:cubicBezTo>
                          <a:pt x="814845" y="54156"/>
                          <a:pt x="815559" y="53443"/>
                          <a:pt x="815559" y="52017"/>
                        </a:cubicBezTo>
                        <a:cubicBezTo>
                          <a:pt x="816273" y="52017"/>
                          <a:pt x="816273" y="52017"/>
                          <a:pt x="816273" y="52017"/>
                        </a:cubicBezTo>
                        <a:cubicBezTo>
                          <a:pt x="816273" y="51304"/>
                          <a:pt x="816986" y="50591"/>
                          <a:pt x="817700" y="49878"/>
                        </a:cubicBezTo>
                        <a:cubicBezTo>
                          <a:pt x="818414" y="49165"/>
                          <a:pt x="819128" y="48451"/>
                          <a:pt x="819842" y="47738"/>
                        </a:cubicBezTo>
                        <a:cubicBezTo>
                          <a:pt x="820555" y="47738"/>
                          <a:pt x="820555" y="47738"/>
                          <a:pt x="820555" y="47738"/>
                        </a:cubicBezTo>
                        <a:cubicBezTo>
                          <a:pt x="821269" y="47025"/>
                          <a:pt x="821983" y="46312"/>
                          <a:pt x="822697" y="45599"/>
                        </a:cubicBezTo>
                        <a:cubicBezTo>
                          <a:pt x="822697" y="45599"/>
                          <a:pt x="822697" y="45599"/>
                          <a:pt x="920487" y="1386"/>
                        </a:cubicBezTo>
                        <a:cubicBezTo>
                          <a:pt x="924413" y="-397"/>
                          <a:pt x="928696" y="-397"/>
                          <a:pt x="932443" y="102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54" name="Freeform 6">
                    <a:extLst>
                      <a:ext uri="{FF2B5EF4-FFF2-40B4-BE49-F238E27FC236}">
                        <a16:creationId xmlns:a16="http://schemas.microsoft.com/office/drawing/2014/main" id="{A56F6428-61ED-AC81-4B61-D63EDA892B21}"/>
                      </a:ext>
                    </a:extLst>
                  </p:cNvPr>
                  <p:cNvSpPr>
                    <a:spLocks/>
                  </p:cNvSpPr>
                  <p:nvPr/>
                </p:nvSpPr>
                <p:spPr bwMode="auto">
                  <a:xfrm>
                    <a:off x="5468938" y="2692400"/>
                    <a:ext cx="1257300" cy="1049338"/>
                  </a:xfrm>
                  <a:custGeom>
                    <a:avLst/>
                    <a:gdLst>
                      <a:gd name="connsiteX0" fmla="*/ 1202365 w 1257300"/>
                      <a:gd name="connsiteY0" fmla="*/ 890162 h 1049338"/>
                      <a:gd name="connsiteX1" fmla="*/ 1194553 w 1257300"/>
                      <a:gd name="connsiteY1" fmla="*/ 893290 h 1049338"/>
                      <a:gd name="connsiteX2" fmla="*/ 1188871 w 1257300"/>
                      <a:gd name="connsiteY2" fmla="*/ 899010 h 1049338"/>
                      <a:gd name="connsiteX3" fmla="*/ 1131345 w 1257300"/>
                      <a:gd name="connsiteY3" fmla="*/ 956209 h 1049338"/>
                      <a:gd name="connsiteX4" fmla="*/ 1099386 w 1257300"/>
                      <a:gd name="connsiteY4" fmla="*/ 929754 h 1049338"/>
                      <a:gd name="connsiteX5" fmla="*/ 1083761 w 1257300"/>
                      <a:gd name="connsiteY5" fmla="*/ 931184 h 1049338"/>
                      <a:gd name="connsiteX6" fmla="*/ 1085182 w 1257300"/>
                      <a:gd name="connsiteY6" fmla="*/ 947629 h 1049338"/>
                      <a:gd name="connsiteX7" fmla="*/ 1124953 w 1257300"/>
                      <a:gd name="connsiteY7" fmla="*/ 979803 h 1049338"/>
                      <a:gd name="connsiteX8" fmla="*/ 1132055 w 1257300"/>
                      <a:gd name="connsiteY8" fmla="*/ 982663 h 1049338"/>
                      <a:gd name="connsiteX9" fmla="*/ 1139157 w 1257300"/>
                      <a:gd name="connsiteY9" fmla="*/ 979088 h 1049338"/>
                      <a:gd name="connsiteX10" fmla="*/ 1210177 w 1257300"/>
                      <a:gd name="connsiteY10" fmla="*/ 909735 h 1049338"/>
                      <a:gd name="connsiteX11" fmla="*/ 1212308 w 1257300"/>
                      <a:gd name="connsiteY11" fmla="*/ 896150 h 1049338"/>
                      <a:gd name="connsiteX12" fmla="*/ 1210177 w 1257300"/>
                      <a:gd name="connsiteY12" fmla="*/ 894005 h 1049338"/>
                      <a:gd name="connsiteX13" fmla="*/ 1202365 w 1257300"/>
                      <a:gd name="connsiteY13" fmla="*/ 890162 h 1049338"/>
                      <a:gd name="connsiteX14" fmla="*/ 111919 w 1257300"/>
                      <a:gd name="connsiteY14" fmla="*/ 877406 h 1049338"/>
                      <a:gd name="connsiteX15" fmla="*/ 111210 w 1257300"/>
                      <a:gd name="connsiteY15" fmla="*/ 893816 h 1049338"/>
                      <a:gd name="connsiteX16" fmla="*/ 140963 w 1257300"/>
                      <a:gd name="connsiteY16" fmla="*/ 927350 h 1049338"/>
                      <a:gd name="connsiteX17" fmla="*/ 57372 w 1257300"/>
                      <a:gd name="connsiteY17" fmla="*/ 927350 h 1049338"/>
                      <a:gd name="connsiteX18" fmla="*/ 46037 w 1257300"/>
                      <a:gd name="connsiteY18" fmla="*/ 938766 h 1049338"/>
                      <a:gd name="connsiteX19" fmla="*/ 57372 w 1257300"/>
                      <a:gd name="connsiteY19" fmla="*/ 950181 h 1049338"/>
                      <a:gd name="connsiteX20" fmla="*/ 140255 w 1257300"/>
                      <a:gd name="connsiteY20" fmla="*/ 950181 h 1049338"/>
                      <a:gd name="connsiteX21" fmla="*/ 111210 w 1257300"/>
                      <a:gd name="connsiteY21" fmla="*/ 980861 h 1049338"/>
                      <a:gd name="connsiteX22" fmla="*/ 111919 w 1257300"/>
                      <a:gd name="connsiteY22" fmla="*/ 997271 h 1049338"/>
                      <a:gd name="connsiteX23" fmla="*/ 119711 w 1257300"/>
                      <a:gd name="connsiteY23" fmla="*/ 1000125 h 1049338"/>
                      <a:gd name="connsiteX24" fmla="*/ 128212 w 1257300"/>
                      <a:gd name="connsiteY24" fmla="*/ 996558 h 1049338"/>
                      <a:gd name="connsiteX25" fmla="*/ 174258 w 1257300"/>
                      <a:gd name="connsiteY25" fmla="*/ 946614 h 1049338"/>
                      <a:gd name="connsiteX26" fmla="*/ 174967 w 1257300"/>
                      <a:gd name="connsiteY26" fmla="*/ 946614 h 1049338"/>
                      <a:gd name="connsiteX27" fmla="*/ 175675 w 1257300"/>
                      <a:gd name="connsiteY27" fmla="*/ 945187 h 1049338"/>
                      <a:gd name="connsiteX28" fmla="*/ 176383 w 1257300"/>
                      <a:gd name="connsiteY28" fmla="*/ 944473 h 1049338"/>
                      <a:gd name="connsiteX29" fmla="*/ 176383 w 1257300"/>
                      <a:gd name="connsiteY29" fmla="*/ 943760 h 1049338"/>
                      <a:gd name="connsiteX30" fmla="*/ 177092 w 1257300"/>
                      <a:gd name="connsiteY30" fmla="*/ 943046 h 1049338"/>
                      <a:gd name="connsiteX31" fmla="*/ 177092 w 1257300"/>
                      <a:gd name="connsiteY31" fmla="*/ 942333 h 1049338"/>
                      <a:gd name="connsiteX32" fmla="*/ 177092 w 1257300"/>
                      <a:gd name="connsiteY32" fmla="*/ 940906 h 1049338"/>
                      <a:gd name="connsiteX33" fmla="*/ 177800 w 1257300"/>
                      <a:gd name="connsiteY33" fmla="*/ 940906 h 1049338"/>
                      <a:gd name="connsiteX34" fmla="*/ 177800 w 1257300"/>
                      <a:gd name="connsiteY34" fmla="*/ 938766 h 1049338"/>
                      <a:gd name="connsiteX35" fmla="*/ 177800 w 1257300"/>
                      <a:gd name="connsiteY35" fmla="*/ 938052 h 1049338"/>
                      <a:gd name="connsiteX36" fmla="*/ 177800 w 1257300"/>
                      <a:gd name="connsiteY36" fmla="*/ 936625 h 1049338"/>
                      <a:gd name="connsiteX37" fmla="*/ 177092 w 1257300"/>
                      <a:gd name="connsiteY37" fmla="*/ 935912 h 1049338"/>
                      <a:gd name="connsiteX38" fmla="*/ 177092 w 1257300"/>
                      <a:gd name="connsiteY38" fmla="*/ 934485 h 1049338"/>
                      <a:gd name="connsiteX39" fmla="*/ 176383 w 1257300"/>
                      <a:gd name="connsiteY39" fmla="*/ 934485 h 1049338"/>
                      <a:gd name="connsiteX40" fmla="*/ 175675 w 1257300"/>
                      <a:gd name="connsiteY40" fmla="*/ 932344 h 1049338"/>
                      <a:gd name="connsiteX41" fmla="*/ 174967 w 1257300"/>
                      <a:gd name="connsiteY41" fmla="*/ 930917 h 1049338"/>
                      <a:gd name="connsiteX42" fmla="*/ 128212 w 1257300"/>
                      <a:gd name="connsiteY42" fmla="*/ 878120 h 1049338"/>
                      <a:gd name="connsiteX43" fmla="*/ 111919 w 1257300"/>
                      <a:gd name="connsiteY43" fmla="*/ 877406 h 1049338"/>
                      <a:gd name="connsiteX44" fmla="*/ 1146614 w 1257300"/>
                      <a:gd name="connsiteY44" fmla="*/ 825500 h 1049338"/>
                      <a:gd name="connsiteX45" fmla="*/ 1197700 w 1257300"/>
                      <a:gd name="connsiteY45" fmla="*/ 838363 h 1049338"/>
                      <a:gd name="connsiteX46" fmla="*/ 1224662 w 1257300"/>
                      <a:gd name="connsiteY46" fmla="*/ 857658 h 1049338"/>
                      <a:gd name="connsiteX47" fmla="*/ 1257300 w 1257300"/>
                      <a:gd name="connsiteY47" fmla="*/ 936982 h 1049338"/>
                      <a:gd name="connsiteX48" fmla="*/ 1146614 w 1257300"/>
                      <a:gd name="connsiteY48" fmla="*/ 1047750 h 1049338"/>
                      <a:gd name="connsiteX49" fmla="*/ 1036637 w 1257300"/>
                      <a:gd name="connsiteY49" fmla="*/ 936268 h 1049338"/>
                      <a:gd name="connsiteX50" fmla="*/ 1146614 w 1257300"/>
                      <a:gd name="connsiteY50" fmla="*/ 825500 h 1049338"/>
                      <a:gd name="connsiteX51" fmla="*/ 111919 w 1257300"/>
                      <a:gd name="connsiteY51" fmla="*/ 825500 h 1049338"/>
                      <a:gd name="connsiteX52" fmla="*/ 223838 w 1257300"/>
                      <a:gd name="connsiteY52" fmla="*/ 937777 h 1049338"/>
                      <a:gd name="connsiteX53" fmla="*/ 179358 w 1257300"/>
                      <a:gd name="connsiteY53" fmla="*/ 1026454 h 1049338"/>
                      <a:gd name="connsiteX54" fmla="*/ 151378 w 1257300"/>
                      <a:gd name="connsiteY54" fmla="*/ 1042187 h 1049338"/>
                      <a:gd name="connsiteX55" fmla="*/ 111919 w 1257300"/>
                      <a:gd name="connsiteY55" fmla="*/ 1049338 h 1049338"/>
                      <a:gd name="connsiteX56" fmla="*/ 0 w 1257300"/>
                      <a:gd name="connsiteY56" fmla="*/ 937062 h 1049338"/>
                      <a:gd name="connsiteX57" fmla="*/ 111919 w 1257300"/>
                      <a:gd name="connsiteY57" fmla="*/ 825500 h 1049338"/>
                      <a:gd name="connsiteX58" fmla="*/ 582076 w 1257300"/>
                      <a:gd name="connsiteY58" fmla="*/ 64618 h 1049338"/>
                      <a:gd name="connsiteX59" fmla="*/ 582076 w 1257300"/>
                      <a:gd name="connsiteY59" fmla="*/ 81074 h 1049338"/>
                      <a:gd name="connsiteX60" fmla="*/ 590528 w 1257300"/>
                      <a:gd name="connsiteY60" fmla="*/ 89660 h 1049338"/>
                      <a:gd name="connsiteX61" fmla="*/ 611657 w 1257300"/>
                      <a:gd name="connsiteY61" fmla="*/ 111841 h 1049338"/>
                      <a:gd name="connsiteX62" fmla="*/ 603206 w 1257300"/>
                      <a:gd name="connsiteY62" fmla="*/ 120427 h 1049338"/>
                      <a:gd name="connsiteX63" fmla="*/ 582076 w 1257300"/>
                      <a:gd name="connsiteY63" fmla="*/ 142607 h 1049338"/>
                      <a:gd name="connsiteX64" fmla="*/ 582076 w 1257300"/>
                      <a:gd name="connsiteY64" fmla="*/ 159063 h 1049338"/>
                      <a:gd name="connsiteX65" fmla="*/ 589824 w 1257300"/>
                      <a:gd name="connsiteY65" fmla="*/ 161925 h 1049338"/>
                      <a:gd name="connsiteX66" fmla="*/ 598275 w 1257300"/>
                      <a:gd name="connsiteY66" fmla="*/ 159063 h 1049338"/>
                      <a:gd name="connsiteX67" fmla="*/ 627857 w 1257300"/>
                      <a:gd name="connsiteY67" fmla="*/ 128297 h 1049338"/>
                      <a:gd name="connsiteX68" fmla="*/ 657438 w 1257300"/>
                      <a:gd name="connsiteY68" fmla="*/ 159063 h 1049338"/>
                      <a:gd name="connsiteX69" fmla="*/ 665890 w 1257300"/>
                      <a:gd name="connsiteY69" fmla="*/ 161925 h 1049338"/>
                      <a:gd name="connsiteX70" fmla="*/ 673637 w 1257300"/>
                      <a:gd name="connsiteY70" fmla="*/ 159063 h 1049338"/>
                      <a:gd name="connsiteX71" fmla="*/ 673637 w 1257300"/>
                      <a:gd name="connsiteY71" fmla="*/ 142607 h 1049338"/>
                      <a:gd name="connsiteX72" fmla="*/ 644056 w 1257300"/>
                      <a:gd name="connsiteY72" fmla="*/ 111841 h 1049338"/>
                      <a:gd name="connsiteX73" fmla="*/ 673637 w 1257300"/>
                      <a:gd name="connsiteY73" fmla="*/ 81074 h 1049338"/>
                      <a:gd name="connsiteX74" fmla="*/ 673637 w 1257300"/>
                      <a:gd name="connsiteY74" fmla="*/ 64618 h 1049338"/>
                      <a:gd name="connsiteX75" fmla="*/ 657438 w 1257300"/>
                      <a:gd name="connsiteY75" fmla="*/ 64618 h 1049338"/>
                      <a:gd name="connsiteX76" fmla="*/ 627857 w 1257300"/>
                      <a:gd name="connsiteY76" fmla="*/ 95384 h 1049338"/>
                      <a:gd name="connsiteX77" fmla="*/ 598275 w 1257300"/>
                      <a:gd name="connsiteY77" fmla="*/ 64618 h 1049338"/>
                      <a:gd name="connsiteX78" fmla="*/ 582076 w 1257300"/>
                      <a:gd name="connsiteY78" fmla="*/ 64618 h 1049338"/>
                      <a:gd name="connsiteX79" fmla="*/ 627856 w 1257300"/>
                      <a:gd name="connsiteY79" fmla="*/ 0 h 1049338"/>
                      <a:gd name="connsiteX80" fmla="*/ 739775 w 1257300"/>
                      <a:gd name="connsiteY80" fmla="*/ 111562 h 1049338"/>
                      <a:gd name="connsiteX81" fmla="*/ 627856 w 1257300"/>
                      <a:gd name="connsiteY81" fmla="*/ 223838 h 1049338"/>
                      <a:gd name="connsiteX82" fmla="*/ 518076 w 1257300"/>
                      <a:gd name="connsiteY82" fmla="*/ 133016 h 1049338"/>
                      <a:gd name="connsiteX83" fmla="*/ 515937 w 1257300"/>
                      <a:gd name="connsiteY83" fmla="*/ 110846 h 1049338"/>
                      <a:gd name="connsiteX84" fmla="*/ 516650 w 1257300"/>
                      <a:gd name="connsiteY84" fmla="*/ 100119 h 1049338"/>
                      <a:gd name="connsiteX85" fmla="*/ 627856 w 1257300"/>
                      <a:gd name="connsiteY85" fmla="*/ 0 h 104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57300" h="1049338">
                        <a:moveTo>
                          <a:pt x="1202365" y="890162"/>
                        </a:moveTo>
                        <a:cubicBezTo>
                          <a:pt x="1199524" y="890073"/>
                          <a:pt x="1196684" y="891145"/>
                          <a:pt x="1194553" y="893290"/>
                        </a:cubicBezTo>
                        <a:cubicBezTo>
                          <a:pt x="1194553" y="893290"/>
                          <a:pt x="1194553" y="893290"/>
                          <a:pt x="1188871" y="899010"/>
                        </a:cubicBezTo>
                        <a:cubicBezTo>
                          <a:pt x="1188871" y="899010"/>
                          <a:pt x="1188871" y="899010"/>
                          <a:pt x="1131345" y="956209"/>
                        </a:cubicBezTo>
                        <a:cubicBezTo>
                          <a:pt x="1131345" y="956209"/>
                          <a:pt x="1131345" y="956209"/>
                          <a:pt x="1099386" y="929754"/>
                        </a:cubicBezTo>
                        <a:cubicBezTo>
                          <a:pt x="1094414" y="925464"/>
                          <a:pt x="1087312" y="926179"/>
                          <a:pt x="1083761" y="931184"/>
                        </a:cubicBezTo>
                        <a:cubicBezTo>
                          <a:pt x="1079500" y="936189"/>
                          <a:pt x="1080210" y="943339"/>
                          <a:pt x="1085182" y="947629"/>
                        </a:cubicBezTo>
                        <a:cubicBezTo>
                          <a:pt x="1085182" y="947629"/>
                          <a:pt x="1085182" y="947629"/>
                          <a:pt x="1124953" y="979803"/>
                        </a:cubicBezTo>
                        <a:cubicBezTo>
                          <a:pt x="1127084" y="981233"/>
                          <a:pt x="1129214" y="982663"/>
                          <a:pt x="1132055" y="982663"/>
                        </a:cubicBezTo>
                        <a:cubicBezTo>
                          <a:pt x="1134186" y="982663"/>
                          <a:pt x="1137026" y="981233"/>
                          <a:pt x="1139157" y="979088"/>
                        </a:cubicBezTo>
                        <a:cubicBezTo>
                          <a:pt x="1139157" y="979088"/>
                          <a:pt x="1139157" y="979088"/>
                          <a:pt x="1210177" y="909735"/>
                        </a:cubicBezTo>
                        <a:cubicBezTo>
                          <a:pt x="1213728" y="906160"/>
                          <a:pt x="1214438" y="900440"/>
                          <a:pt x="1212308" y="896150"/>
                        </a:cubicBezTo>
                        <a:cubicBezTo>
                          <a:pt x="1211597" y="895435"/>
                          <a:pt x="1210887" y="894720"/>
                          <a:pt x="1210177" y="894005"/>
                        </a:cubicBezTo>
                        <a:cubicBezTo>
                          <a:pt x="1208047" y="891503"/>
                          <a:pt x="1205206" y="890251"/>
                          <a:pt x="1202365" y="890162"/>
                        </a:cubicBezTo>
                        <a:close/>
                        <a:moveTo>
                          <a:pt x="111919" y="877406"/>
                        </a:moveTo>
                        <a:cubicBezTo>
                          <a:pt x="107668" y="881687"/>
                          <a:pt x="106960" y="888822"/>
                          <a:pt x="111210" y="893816"/>
                        </a:cubicBezTo>
                        <a:cubicBezTo>
                          <a:pt x="111210" y="893816"/>
                          <a:pt x="111210" y="893816"/>
                          <a:pt x="140963" y="927350"/>
                        </a:cubicBezTo>
                        <a:cubicBezTo>
                          <a:pt x="140963" y="927350"/>
                          <a:pt x="140963" y="927350"/>
                          <a:pt x="57372" y="927350"/>
                        </a:cubicBezTo>
                        <a:cubicBezTo>
                          <a:pt x="50996" y="927350"/>
                          <a:pt x="46037" y="932344"/>
                          <a:pt x="46037" y="938766"/>
                        </a:cubicBezTo>
                        <a:cubicBezTo>
                          <a:pt x="46037" y="945187"/>
                          <a:pt x="50996" y="950181"/>
                          <a:pt x="57372" y="950181"/>
                        </a:cubicBezTo>
                        <a:cubicBezTo>
                          <a:pt x="57372" y="950181"/>
                          <a:pt x="57372" y="950181"/>
                          <a:pt x="140255" y="950181"/>
                        </a:cubicBezTo>
                        <a:cubicBezTo>
                          <a:pt x="140255" y="950181"/>
                          <a:pt x="140255" y="950181"/>
                          <a:pt x="111210" y="980861"/>
                        </a:cubicBezTo>
                        <a:cubicBezTo>
                          <a:pt x="106960" y="985142"/>
                          <a:pt x="106960" y="992990"/>
                          <a:pt x="111919" y="997271"/>
                        </a:cubicBezTo>
                        <a:cubicBezTo>
                          <a:pt x="114044" y="999412"/>
                          <a:pt x="116878" y="1000125"/>
                          <a:pt x="119711" y="1000125"/>
                        </a:cubicBezTo>
                        <a:cubicBezTo>
                          <a:pt x="122545" y="1000125"/>
                          <a:pt x="125378" y="998698"/>
                          <a:pt x="128212" y="996558"/>
                        </a:cubicBezTo>
                        <a:cubicBezTo>
                          <a:pt x="128212" y="996558"/>
                          <a:pt x="128212" y="996558"/>
                          <a:pt x="174258" y="946614"/>
                        </a:cubicBezTo>
                        <a:cubicBezTo>
                          <a:pt x="174967" y="946614"/>
                          <a:pt x="174967" y="946614"/>
                          <a:pt x="174967" y="946614"/>
                        </a:cubicBezTo>
                        <a:cubicBezTo>
                          <a:pt x="174967" y="945900"/>
                          <a:pt x="175675" y="945900"/>
                          <a:pt x="175675" y="945187"/>
                        </a:cubicBezTo>
                        <a:cubicBezTo>
                          <a:pt x="175675" y="945187"/>
                          <a:pt x="175675" y="945187"/>
                          <a:pt x="176383" y="944473"/>
                        </a:cubicBezTo>
                        <a:cubicBezTo>
                          <a:pt x="176383" y="944473"/>
                          <a:pt x="176383" y="944473"/>
                          <a:pt x="176383" y="943760"/>
                        </a:cubicBezTo>
                        <a:cubicBezTo>
                          <a:pt x="177092" y="943760"/>
                          <a:pt x="177092" y="943046"/>
                          <a:pt x="177092" y="943046"/>
                        </a:cubicBezTo>
                        <a:cubicBezTo>
                          <a:pt x="177092" y="943046"/>
                          <a:pt x="177092" y="943046"/>
                          <a:pt x="177092" y="942333"/>
                        </a:cubicBezTo>
                        <a:cubicBezTo>
                          <a:pt x="177092" y="942333"/>
                          <a:pt x="177092" y="941620"/>
                          <a:pt x="177092" y="940906"/>
                        </a:cubicBezTo>
                        <a:cubicBezTo>
                          <a:pt x="177800" y="940906"/>
                          <a:pt x="177800" y="940906"/>
                          <a:pt x="177800" y="940906"/>
                        </a:cubicBezTo>
                        <a:cubicBezTo>
                          <a:pt x="177800" y="940193"/>
                          <a:pt x="177800" y="939479"/>
                          <a:pt x="177800" y="938766"/>
                        </a:cubicBezTo>
                        <a:cubicBezTo>
                          <a:pt x="177800" y="938766"/>
                          <a:pt x="177800" y="938766"/>
                          <a:pt x="177800" y="938052"/>
                        </a:cubicBezTo>
                        <a:cubicBezTo>
                          <a:pt x="177800" y="938052"/>
                          <a:pt x="177800" y="937339"/>
                          <a:pt x="177800" y="936625"/>
                        </a:cubicBezTo>
                        <a:cubicBezTo>
                          <a:pt x="177092" y="936625"/>
                          <a:pt x="177092" y="936625"/>
                          <a:pt x="177092" y="935912"/>
                        </a:cubicBezTo>
                        <a:cubicBezTo>
                          <a:pt x="177092" y="935912"/>
                          <a:pt x="177092" y="935198"/>
                          <a:pt x="177092" y="934485"/>
                        </a:cubicBezTo>
                        <a:cubicBezTo>
                          <a:pt x="177092" y="934485"/>
                          <a:pt x="177092" y="934485"/>
                          <a:pt x="176383" y="934485"/>
                        </a:cubicBezTo>
                        <a:cubicBezTo>
                          <a:pt x="176383" y="933771"/>
                          <a:pt x="176383" y="933058"/>
                          <a:pt x="175675" y="932344"/>
                        </a:cubicBezTo>
                        <a:cubicBezTo>
                          <a:pt x="174967" y="931631"/>
                          <a:pt x="174967" y="931631"/>
                          <a:pt x="174967" y="930917"/>
                        </a:cubicBezTo>
                        <a:cubicBezTo>
                          <a:pt x="174967" y="930917"/>
                          <a:pt x="174967" y="930917"/>
                          <a:pt x="128212" y="878120"/>
                        </a:cubicBezTo>
                        <a:cubicBezTo>
                          <a:pt x="123962" y="873839"/>
                          <a:pt x="116878" y="873125"/>
                          <a:pt x="111919" y="877406"/>
                        </a:cubicBezTo>
                        <a:close/>
                        <a:moveTo>
                          <a:pt x="1146614" y="825500"/>
                        </a:moveTo>
                        <a:cubicBezTo>
                          <a:pt x="1165062" y="825500"/>
                          <a:pt x="1182800" y="829788"/>
                          <a:pt x="1197700" y="838363"/>
                        </a:cubicBezTo>
                        <a:cubicBezTo>
                          <a:pt x="1207633" y="843366"/>
                          <a:pt x="1216857" y="849798"/>
                          <a:pt x="1224662" y="857658"/>
                        </a:cubicBezTo>
                        <a:cubicBezTo>
                          <a:pt x="1245238" y="878383"/>
                          <a:pt x="1257300" y="906253"/>
                          <a:pt x="1257300" y="936982"/>
                        </a:cubicBezTo>
                        <a:cubicBezTo>
                          <a:pt x="1257300" y="997726"/>
                          <a:pt x="1207633" y="1047750"/>
                          <a:pt x="1146614" y="1047750"/>
                        </a:cubicBezTo>
                        <a:cubicBezTo>
                          <a:pt x="1086304" y="1047750"/>
                          <a:pt x="1036637" y="997726"/>
                          <a:pt x="1036637" y="936268"/>
                        </a:cubicBezTo>
                        <a:cubicBezTo>
                          <a:pt x="1036637" y="874810"/>
                          <a:pt x="1086304" y="825500"/>
                          <a:pt x="1146614" y="825500"/>
                        </a:cubicBezTo>
                        <a:close/>
                        <a:moveTo>
                          <a:pt x="111919" y="825500"/>
                        </a:moveTo>
                        <a:cubicBezTo>
                          <a:pt x="173618" y="825500"/>
                          <a:pt x="223838" y="875560"/>
                          <a:pt x="223838" y="937777"/>
                        </a:cubicBezTo>
                        <a:cubicBezTo>
                          <a:pt x="223838" y="974249"/>
                          <a:pt x="205903" y="1006430"/>
                          <a:pt x="179358" y="1026454"/>
                        </a:cubicBezTo>
                        <a:cubicBezTo>
                          <a:pt x="170748" y="1032890"/>
                          <a:pt x="161422" y="1037896"/>
                          <a:pt x="151378" y="1042187"/>
                        </a:cubicBezTo>
                        <a:cubicBezTo>
                          <a:pt x="139182" y="1046478"/>
                          <a:pt x="125550" y="1049338"/>
                          <a:pt x="111919" y="1049338"/>
                        </a:cubicBezTo>
                        <a:cubicBezTo>
                          <a:pt x="50220" y="1049338"/>
                          <a:pt x="0" y="999279"/>
                          <a:pt x="0" y="937062"/>
                        </a:cubicBezTo>
                        <a:cubicBezTo>
                          <a:pt x="0" y="874845"/>
                          <a:pt x="50220" y="825500"/>
                          <a:pt x="111919" y="825500"/>
                        </a:cubicBezTo>
                        <a:close/>
                        <a:moveTo>
                          <a:pt x="582076" y="64618"/>
                        </a:moveTo>
                        <a:cubicBezTo>
                          <a:pt x="577850" y="69627"/>
                          <a:pt x="577850" y="76781"/>
                          <a:pt x="582076" y="81074"/>
                        </a:cubicBezTo>
                        <a:cubicBezTo>
                          <a:pt x="582076" y="81074"/>
                          <a:pt x="582076" y="81074"/>
                          <a:pt x="590528" y="89660"/>
                        </a:cubicBezTo>
                        <a:cubicBezTo>
                          <a:pt x="590528" y="89660"/>
                          <a:pt x="590528" y="89660"/>
                          <a:pt x="611657" y="111841"/>
                        </a:cubicBezTo>
                        <a:cubicBezTo>
                          <a:pt x="611657" y="111841"/>
                          <a:pt x="611657" y="111841"/>
                          <a:pt x="603206" y="120427"/>
                        </a:cubicBezTo>
                        <a:cubicBezTo>
                          <a:pt x="603206" y="120427"/>
                          <a:pt x="603206" y="120427"/>
                          <a:pt x="582076" y="142607"/>
                        </a:cubicBezTo>
                        <a:cubicBezTo>
                          <a:pt x="577850" y="146900"/>
                          <a:pt x="577850" y="154055"/>
                          <a:pt x="582076" y="159063"/>
                        </a:cubicBezTo>
                        <a:cubicBezTo>
                          <a:pt x="584189" y="161210"/>
                          <a:pt x="587006" y="161925"/>
                          <a:pt x="589824" y="161925"/>
                        </a:cubicBezTo>
                        <a:cubicBezTo>
                          <a:pt x="592641" y="161925"/>
                          <a:pt x="595458" y="161210"/>
                          <a:pt x="598275" y="159063"/>
                        </a:cubicBezTo>
                        <a:cubicBezTo>
                          <a:pt x="598275" y="159063"/>
                          <a:pt x="598275" y="159063"/>
                          <a:pt x="627857" y="128297"/>
                        </a:cubicBezTo>
                        <a:cubicBezTo>
                          <a:pt x="627857" y="128297"/>
                          <a:pt x="627857" y="128297"/>
                          <a:pt x="657438" y="159063"/>
                        </a:cubicBezTo>
                        <a:cubicBezTo>
                          <a:pt x="660255" y="161210"/>
                          <a:pt x="663073" y="161925"/>
                          <a:pt x="665890" y="161925"/>
                        </a:cubicBezTo>
                        <a:cubicBezTo>
                          <a:pt x="668707" y="161925"/>
                          <a:pt x="671524" y="161210"/>
                          <a:pt x="673637" y="159063"/>
                        </a:cubicBezTo>
                        <a:cubicBezTo>
                          <a:pt x="677863" y="154055"/>
                          <a:pt x="677863" y="146900"/>
                          <a:pt x="673637" y="142607"/>
                        </a:cubicBezTo>
                        <a:cubicBezTo>
                          <a:pt x="673637" y="142607"/>
                          <a:pt x="673637" y="142607"/>
                          <a:pt x="644056" y="111841"/>
                        </a:cubicBezTo>
                        <a:cubicBezTo>
                          <a:pt x="644056" y="111841"/>
                          <a:pt x="644056" y="111841"/>
                          <a:pt x="673637" y="81074"/>
                        </a:cubicBezTo>
                        <a:cubicBezTo>
                          <a:pt x="677863" y="76781"/>
                          <a:pt x="677863" y="69627"/>
                          <a:pt x="673637" y="64618"/>
                        </a:cubicBezTo>
                        <a:cubicBezTo>
                          <a:pt x="669411" y="60325"/>
                          <a:pt x="662368" y="60325"/>
                          <a:pt x="657438" y="64618"/>
                        </a:cubicBezTo>
                        <a:cubicBezTo>
                          <a:pt x="657438" y="64618"/>
                          <a:pt x="657438" y="64618"/>
                          <a:pt x="627857" y="95384"/>
                        </a:cubicBezTo>
                        <a:cubicBezTo>
                          <a:pt x="627857" y="95384"/>
                          <a:pt x="627857" y="95384"/>
                          <a:pt x="598275" y="64618"/>
                        </a:cubicBezTo>
                        <a:cubicBezTo>
                          <a:pt x="593345" y="60325"/>
                          <a:pt x="586302" y="60325"/>
                          <a:pt x="582076" y="64618"/>
                        </a:cubicBezTo>
                        <a:close/>
                        <a:moveTo>
                          <a:pt x="627856" y="0"/>
                        </a:moveTo>
                        <a:cubicBezTo>
                          <a:pt x="689875" y="0"/>
                          <a:pt x="739775" y="50060"/>
                          <a:pt x="739775" y="111562"/>
                        </a:cubicBezTo>
                        <a:cubicBezTo>
                          <a:pt x="739775" y="173779"/>
                          <a:pt x="689875" y="223838"/>
                          <a:pt x="627856" y="223838"/>
                        </a:cubicBezTo>
                        <a:cubicBezTo>
                          <a:pt x="573679" y="223123"/>
                          <a:pt x="527343" y="184506"/>
                          <a:pt x="518076" y="133016"/>
                        </a:cubicBezTo>
                        <a:cubicBezTo>
                          <a:pt x="516650" y="125149"/>
                          <a:pt x="515937" y="117998"/>
                          <a:pt x="515937" y="110846"/>
                        </a:cubicBezTo>
                        <a:cubicBezTo>
                          <a:pt x="515937" y="107271"/>
                          <a:pt x="515937" y="103695"/>
                          <a:pt x="516650" y="100119"/>
                        </a:cubicBezTo>
                        <a:cubicBezTo>
                          <a:pt x="521640" y="43624"/>
                          <a:pt x="570115" y="0"/>
                          <a:pt x="6278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110" name="Grupo 109">
                <a:extLst>
                  <a:ext uri="{FF2B5EF4-FFF2-40B4-BE49-F238E27FC236}">
                    <a16:creationId xmlns:a16="http://schemas.microsoft.com/office/drawing/2014/main" id="{4E579B60-A39A-796D-F79E-A8AE59301525}"/>
                  </a:ext>
                </a:extLst>
              </p:cNvPr>
              <p:cNvGrpSpPr/>
              <p:nvPr/>
            </p:nvGrpSpPr>
            <p:grpSpPr>
              <a:xfrm>
                <a:off x="3537698" y="4970168"/>
                <a:ext cx="1036959" cy="1122694"/>
                <a:chOff x="3537698" y="4970168"/>
                <a:chExt cx="1036959" cy="1122694"/>
              </a:xfrm>
            </p:grpSpPr>
            <p:sp>
              <p:nvSpPr>
                <p:cNvPr id="121" name="Rectangle: Rounded Corners 120">
                  <a:extLst>
                    <a:ext uri="{FF2B5EF4-FFF2-40B4-BE49-F238E27FC236}">
                      <a16:creationId xmlns:a16="http://schemas.microsoft.com/office/drawing/2014/main" id="{8A40BA29-F03B-E9A1-A0D0-994919837685}"/>
                    </a:ext>
                  </a:extLst>
                </p:cNvPr>
                <p:cNvSpPr/>
                <p:nvPr/>
              </p:nvSpPr>
              <p:spPr>
                <a:xfrm>
                  <a:off x="3602657"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Activos</a:t>
                  </a:r>
                </a:p>
              </p:txBody>
            </p:sp>
            <p:sp>
              <p:nvSpPr>
                <p:cNvPr id="67" name="Oval 20">
                  <a:extLst>
                    <a:ext uri="{FF2B5EF4-FFF2-40B4-BE49-F238E27FC236}">
                      <a16:creationId xmlns:a16="http://schemas.microsoft.com/office/drawing/2014/main" id="{A634EA64-185E-F930-4FBA-DD059E65A190}"/>
                    </a:ext>
                  </a:extLst>
                </p:cNvPr>
                <p:cNvSpPr>
                  <a:spLocks noChangeAspect="1" noChangeArrowheads="1"/>
                </p:cNvSpPr>
                <p:nvPr/>
              </p:nvSpPr>
              <p:spPr bwMode="auto">
                <a:xfrm>
                  <a:off x="3537698"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17</a:t>
                  </a:r>
                </a:p>
              </p:txBody>
            </p:sp>
          </p:grpSp>
        </p:grpSp>
        <p:grpSp>
          <p:nvGrpSpPr>
            <p:cNvPr id="117" name="Grupo 116">
              <a:extLst>
                <a:ext uri="{FF2B5EF4-FFF2-40B4-BE49-F238E27FC236}">
                  <a16:creationId xmlns:a16="http://schemas.microsoft.com/office/drawing/2014/main" id="{53CFF59E-9F05-29B8-A713-BABD67C5BFA5}"/>
                </a:ext>
              </a:extLst>
            </p:cNvPr>
            <p:cNvGrpSpPr/>
            <p:nvPr/>
          </p:nvGrpSpPr>
          <p:grpSpPr>
            <a:xfrm>
              <a:off x="8977874" y="5176000"/>
              <a:ext cx="1036959" cy="1122694"/>
              <a:chOff x="8918125" y="4970168"/>
              <a:chExt cx="1036959" cy="1122694"/>
            </a:xfrm>
          </p:grpSpPr>
          <p:sp>
            <p:nvSpPr>
              <p:cNvPr id="124" name="Rectangle: Rounded Corners 123">
                <a:extLst>
                  <a:ext uri="{FF2B5EF4-FFF2-40B4-BE49-F238E27FC236}">
                    <a16:creationId xmlns:a16="http://schemas.microsoft.com/office/drawing/2014/main" id="{010283D5-BD7B-BF45-FED4-6DCF821946A2}"/>
                  </a:ext>
                </a:extLst>
              </p:cNvPr>
              <p:cNvSpPr/>
              <p:nvPr/>
            </p:nvSpPr>
            <p:spPr>
              <a:xfrm>
                <a:off x="898308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Logística</a:t>
                </a:r>
              </a:p>
            </p:txBody>
          </p:sp>
          <p:grpSp>
            <p:nvGrpSpPr>
              <p:cNvPr id="20" name="bcgIcons_Long truck ">
                <a:extLst>
                  <a:ext uri="{FF2B5EF4-FFF2-40B4-BE49-F238E27FC236}">
                    <a16:creationId xmlns:a16="http://schemas.microsoft.com/office/drawing/2014/main" id="{F21071D4-CFF0-99A3-D419-02F527F4B93F}"/>
                  </a:ext>
                </a:extLst>
              </p:cNvPr>
              <p:cNvGrpSpPr>
                <a:grpSpLocks noChangeAspect="1"/>
              </p:cNvGrpSpPr>
              <p:nvPr/>
            </p:nvGrpSpPr>
            <p:grpSpPr>
              <a:xfrm>
                <a:off x="9295141" y="5141091"/>
                <a:ext cx="380413" cy="380413"/>
                <a:chOff x="5273675" y="2606675"/>
                <a:chExt cx="1644650" cy="1644650"/>
              </a:xfrm>
            </p:grpSpPr>
            <p:sp>
              <p:nvSpPr>
                <p:cNvPr id="21" name="AutoShape 3">
                  <a:extLst>
                    <a:ext uri="{FF2B5EF4-FFF2-40B4-BE49-F238E27FC236}">
                      <a16:creationId xmlns:a16="http://schemas.microsoft.com/office/drawing/2014/main" id="{5B2DB15A-D77E-58E1-7615-3C8F1ED6A456}"/>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2" name="Group 21">
                  <a:extLst>
                    <a:ext uri="{FF2B5EF4-FFF2-40B4-BE49-F238E27FC236}">
                      <a16:creationId xmlns:a16="http://schemas.microsoft.com/office/drawing/2014/main" id="{7973A42C-8936-939E-E577-2CBF999CF41D}"/>
                    </a:ext>
                  </a:extLst>
                </p:cNvPr>
                <p:cNvGrpSpPr>
                  <a:grpSpLocks/>
                </p:cNvGrpSpPr>
                <p:nvPr/>
              </p:nvGrpSpPr>
              <p:grpSpPr>
                <a:xfrm>
                  <a:off x="5341938" y="3120232"/>
                  <a:ext cx="1508125" cy="617537"/>
                  <a:chOff x="5341938" y="3201988"/>
                  <a:chExt cx="1508125" cy="617537"/>
                </a:xfrm>
              </p:grpSpPr>
              <p:sp>
                <p:nvSpPr>
                  <p:cNvPr id="23" name="Freeform 5">
                    <a:extLst>
                      <a:ext uri="{FF2B5EF4-FFF2-40B4-BE49-F238E27FC236}">
                        <a16:creationId xmlns:a16="http://schemas.microsoft.com/office/drawing/2014/main" id="{2A796B11-21DD-3250-851E-C876CEFB955F}"/>
                      </a:ext>
                    </a:extLst>
                  </p:cNvPr>
                  <p:cNvSpPr>
                    <a:spLocks/>
                  </p:cNvSpPr>
                  <p:nvPr/>
                </p:nvSpPr>
                <p:spPr bwMode="auto">
                  <a:xfrm>
                    <a:off x="5341938" y="3201988"/>
                    <a:ext cx="1431214" cy="569913"/>
                  </a:xfrm>
                  <a:custGeom>
                    <a:avLst/>
                    <a:gdLst>
                      <a:gd name="connsiteX0" fmla="*/ 391682 w 1431214"/>
                      <a:gd name="connsiteY0" fmla="*/ 512762 h 569913"/>
                      <a:gd name="connsiteX1" fmla="*/ 420688 w 1431214"/>
                      <a:gd name="connsiteY1" fmla="*/ 541337 h 569913"/>
                      <a:gd name="connsiteX2" fmla="*/ 391682 w 1431214"/>
                      <a:gd name="connsiteY2" fmla="*/ 569912 h 569913"/>
                      <a:gd name="connsiteX3" fmla="*/ 361950 w 1431214"/>
                      <a:gd name="connsiteY3" fmla="*/ 541337 h 569913"/>
                      <a:gd name="connsiteX4" fmla="*/ 391682 w 1431214"/>
                      <a:gd name="connsiteY4" fmla="*/ 512762 h 569913"/>
                      <a:gd name="connsiteX5" fmla="*/ 158750 w 1431214"/>
                      <a:gd name="connsiteY5" fmla="*/ 512762 h 569913"/>
                      <a:gd name="connsiteX6" fmla="*/ 187325 w 1431214"/>
                      <a:gd name="connsiteY6" fmla="*/ 541337 h 569913"/>
                      <a:gd name="connsiteX7" fmla="*/ 158750 w 1431214"/>
                      <a:gd name="connsiteY7" fmla="*/ 569912 h 569913"/>
                      <a:gd name="connsiteX8" fmla="*/ 130175 w 1431214"/>
                      <a:gd name="connsiteY8" fmla="*/ 541337 h 569913"/>
                      <a:gd name="connsiteX9" fmla="*/ 158750 w 1431214"/>
                      <a:gd name="connsiteY9" fmla="*/ 512762 h 569913"/>
                      <a:gd name="connsiteX10" fmla="*/ 1316831 w 1431214"/>
                      <a:gd name="connsiteY10" fmla="*/ 511175 h 569913"/>
                      <a:gd name="connsiteX11" fmla="*/ 1346200 w 1431214"/>
                      <a:gd name="connsiteY11" fmla="*/ 540544 h 569913"/>
                      <a:gd name="connsiteX12" fmla="*/ 1316831 w 1431214"/>
                      <a:gd name="connsiteY12" fmla="*/ 569913 h 569913"/>
                      <a:gd name="connsiteX13" fmla="*/ 1287462 w 1431214"/>
                      <a:gd name="connsiteY13" fmla="*/ 540544 h 569913"/>
                      <a:gd name="connsiteX14" fmla="*/ 1316831 w 1431214"/>
                      <a:gd name="connsiteY14" fmla="*/ 511175 h 569913"/>
                      <a:gd name="connsiteX15" fmla="*/ 1023937 w 1431214"/>
                      <a:gd name="connsiteY15" fmla="*/ 511175 h 569913"/>
                      <a:gd name="connsiteX16" fmla="*/ 1052512 w 1431214"/>
                      <a:gd name="connsiteY16" fmla="*/ 540544 h 569913"/>
                      <a:gd name="connsiteX17" fmla="*/ 1023937 w 1431214"/>
                      <a:gd name="connsiteY17" fmla="*/ 569913 h 569913"/>
                      <a:gd name="connsiteX18" fmla="*/ 995362 w 1431214"/>
                      <a:gd name="connsiteY18" fmla="*/ 540544 h 569913"/>
                      <a:gd name="connsiteX19" fmla="*/ 1023937 w 1431214"/>
                      <a:gd name="connsiteY19" fmla="*/ 511175 h 569913"/>
                      <a:gd name="connsiteX20" fmla="*/ 1226474 w 1431214"/>
                      <a:gd name="connsiteY20" fmla="*/ 176212 h 569913"/>
                      <a:gd name="connsiteX21" fmla="*/ 1346617 w 1431214"/>
                      <a:gd name="connsiteY21" fmla="*/ 176212 h 569913"/>
                      <a:gd name="connsiteX22" fmla="*/ 1357991 w 1431214"/>
                      <a:gd name="connsiteY22" fmla="*/ 187611 h 569913"/>
                      <a:gd name="connsiteX23" fmla="*/ 1429082 w 1431214"/>
                      <a:gd name="connsiteY23" fmla="*/ 300176 h 569913"/>
                      <a:gd name="connsiteX24" fmla="*/ 1429082 w 1431214"/>
                      <a:gd name="connsiteY24" fmla="*/ 315137 h 569913"/>
                      <a:gd name="connsiteX25" fmla="*/ 1413442 w 1431214"/>
                      <a:gd name="connsiteY25" fmla="*/ 322262 h 569913"/>
                      <a:gd name="connsiteX26" fmla="*/ 1226474 w 1431214"/>
                      <a:gd name="connsiteY26" fmla="*/ 322262 h 569913"/>
                      <a:gd name="connsiteX27" fmla="*/ 1220787 w 1431214"/>
                      <a:gd name="connsiteY27" fmla="*/ 315850 h 569913"/>
                      <a:gd name="connsiteX28" fmla="*/ 1220787 w 1431214"/>
                      <a:gd name="connsiteY28" fmla="*/ 181911 h 569913"/>
                      <a:gd name="connsiteX29" fmla="*/ 1226474 w 1431214"/>
                      <a:gd name="connsiteY29" fmla="*/ 176212 h 569913"/>
                      <a:gd name="connsiteX30" fmla="*/ 17855 w 1431214"/>
                      <a:gd name="connsiteY30" fmla="*/ 0 h 569913"/>
                      <a:gd name="connsiteX31" fmla="*/ 1101333 w 1431214"/>
                      <a:gd name="connsiteY31" fmla="*/ 0 h 569913"/>
                      <a:gd name="connsiteX32" fmla="*/ 1119188 w 1431214"/>
                      <a:gd name="connsiteY32" fmla="*/ 17855 h 569913"/>
                      <a:gd name="connsiteX33" fmla="*/ 1119188 w 1431214"/>
                      <a:gd name="connsiteY33" fmla="*/ 377825 h 569913"/>
                      <a:gd name="connsiteX34" fmla="*/ 17855 w 1431214"/>
                      <a:gd name="connsiteY34" fmla="*/ 377825 h 569913"/>
                      <a:gd name="connsiteX35" fmla="*/ 0 w 1431214"/>
                      <a:gd name="connsiteY35" fmla="*/ 359255 h 569913"/>
                      <a:gd name="connsiteX36" fmla="*/ 0 w 1431214"/>
                      <a:gd name="connsiteY36" fmla="*/ 17855 h 569913"/>
                      <a:gd name="connsiteX37" fmla="*/ 17855 w 1431214"/>
                      <a:gd name="connsiteY37" fmla="*/ 0 h 56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31214" h="569913">
                        <a:moveTo>
                          <a:pt x="391682" y="512762"/>
                        </a:moveTo>
                        <a:cubicBezTo>
                          <a:pt x="407635" y="512762"/>
                          <a:pt x="420688" y="525621"/>
                          <a:pt x="420688" y="541337"/>
                        </a:cubicBezTo>
                        <a:cubicBezTo>
                          <a:pt x="420688" y="557768"/>
                          <a:pt x="407635" y="569912"/>
                          <a:pt x="391682" y="569912"/>
                        </a:cubicBezTo>
                        <a:cubicBezTo>
                          <a:pt x="374278" y="569912"/>
                          <a:pt x="361950" y="557768"/>
                          <a:pt x="361950" y="541337"/>
                        </a:cubicBezTo>
                        <a:cubicBezTo>
                          <a:pt x="361950" y="525621"/>
                          <a:pt x="374278" y="512762"/>
                          <a:pt x="391682" y="512762"/>
                        </a:cubicBezTo>
                        <a:close/>
                        <a:moveTo>
                          <a:pt x="158750" y="512762"/>
                        </a:moveTo>
                        <a:cubicBezTo>
                          <a:pt x="174532" y="512762"/>
                          <a:pt x="187325" y="525555"/>
                          <a:pt x="187325" y="541337"/>
                        </a:cubicBezTo>
                        <a:cubicBezTo>
                          <a:pt x="187325" y="557119"/>
                          <a:pt x="174532" y="569912"/>
                          <a:pt x="158750" y="569912"/>
                        </a:cubicBezTo>
                        <a:cubicBezTo>
                          <a:pt x="142968" y="569912"/>
                          <a:pt x="130175" y="557119"/>
                          <a:pt x="130175" y="541337"/>
                        </a:cubicBezTo>
                        <a:cubicBezTo>
                          <a:pt x="130175" y="525555"/>
                          <a:pt x="142968" y="512762"/>
                          <a:pt x="158750" y="512762"/>
                        </a:cubicBezTo>
                        <a:close/>
                        <a:moveTo>
                          <a:pt x="1316831" y="511175"/>
                        </a:moveTo>
                        <a:cubicBezTo>
                          <a:pt x="1333051" y="511175"/>
                          <a:pt x="1346200" y="524324"/>
                          <a:pt x="1346200" y="540544"/>
                        </a:cubicBezTo>
                        <a:cubicBezTo>
                          <a:pt x="1346200" y="556764"/>
                          <a:pt x="1333051" y="569913"/>
                          <a:pt x="1316831" y="569913"/>
                        </a:cubicBezTo>
                        <a:cubicBezTo>
                          <a:pt x="1300611" y="569913"/>
                          <a:pt x="1287462" y="556764"/>
                          <a:pt x="1287462" y="540544"/>
                        </a:cubicBezTo>
                        <a:cubicBezTo>
                          <a:pt x="1287462" y="524324"/>
                          <a:pt x="1300611" y="511175"/>
                          <a:pt x="1316831" y="511175"/>
                        </a:cubicBezTo>
                        <a:close/>
                        <a:moveTo>
                          <a:pt x="1023937" y="511175"/>
                        </a:moveTo>
                        <a:cubicBezTo>
                          <a:pt x="1039719" y="511175"/>
                          <a:pt x="1052512" y="524324"/>
                          <a:pt x="1052512" y="540544"/>
                        </a:cubicBezTo>
                        <a:cubicBezTo>
                          <a:pt x="1052512" y="556764"/>
                          <a:pt x="1039719" y="569913"/>
                          <a:pt x="1023937" y="569913"/>
                        </a:cubicBezTo>
                        <a:cubicBezTo>
                          <a:pt x="1008155" y="569913"/>
                          <a:pt x="995362" y="556764"/>
                          <a:pt x="995362" y="540544"/>
                        </a:cubicBezTo>
                        <a:cubicBezTo>
                          <a:pt x="995362" y="524324"/>
                          <a:pt x="1008155" y="511175"/>
                          <a:pt x="1023937" y="511175"/>
                        </a:cubicBezTo>
                        <a:close/>
                        <a:moveTo>
                          <a:pt x="1226474" y="176212"/>
                        </a:moveTo>
                        <a:cubicBezTo>
                          <a:pt x="1226474" y="176212"/>
                          <a:pt x="1226474" y="176212"/>
                          <a:pt x="1346617" y="176212"/>
                        </a:cubicBezTo>
                        <a:cubicBezTo>
                          <a:pt x="1352304" y="176212"/>
                          <a:pt x="1355148" y="181199"/>
                          <a:pt x="1357991" y="187611"/>
                        </a:cubicBezTo>
                        <a:cubicBezTo>
                          <a:pt x="1357991" y="187611"/>
                          <a:pt x="1357991" y="187611"/>
                          <a:pt x="1429082" y="300176"/>
                        </a:cubicBezTo>
                        <a:cubicBezTo>
                          <a:pt x="1431925" y="305163"/>
                          <a:pt x="1431925" y="311575"/>
                          <a:pt x="1429082" y="315137"/>
                        </a:cubicBezTo>
                        <a:cubicBezTo>
                          <a:pt x="1426238" y="320125"/>
                          <a:pt x="1416285" y="322262"/>
                          <a:pt x="1413442" y="322262"/>
                        </a:cubicBezTo>
                        <a:cubicBezTo>
                          <a:pt x="1413442" y="322262"/>
                          <a:pt x="1413442" y="322262"/>
                          <a:pt x="1226474" y="322262"/>
                        </a:cubicBezTo>
                        <a:cubicBezTo>
                          <a:pt x="1223631" y="322262"/>
                          <a:pt x="1220787" y="319412"/>
                          <a:pt x="1220787" y="315850"/>
                        </a:cubicBezTo>
                        <a:cubicBezTo>
                          <a:pt x="1220787" y="315850"/>
                          <a:pt x="1220787" y="315850"/>
                          <a:pt x="1220787" y="181911"/>
                        </a:cubicBezTo>
                        <a:cubicBezTo>
                          <a:pt x="1220787" y="179062"/>
                          <a:pt x="1223631" y="176212"/>
                          <a:pt x="1226474" y="176212"/>
                        </a:cubicBezTo>
                        <a:close/>
                        <a:moveTo>
                          <a:pt x="17855" y="0"/>
                        </a:moveTo>
                        <a:cubicBezTo>
                          <a:pt x="17855" y="0"/>
                          <a:pt x="17855" y="0"/>
                          <a:pt x="1101333" y="0"/>
                        </a:cubicBezTo>
                        <a:cubicBezTo>
                          <a:pt x="1110618" y="0"/>
                          <a:pt x="1119188" y="7856"/>
                          <a:pt x="1119188" y="17855"/>
                        </a:cubicBezTo>
                        <a:cubicBezTo>
                          <a:pt x="1119188" y="17855"/>
                          <a:pt x="1119188" y="17855"/>
                          <a:pt x="1119188" y="377825"/>
                        </a:cubicBezTo>
                        <a:cubicBezTo>
                          <a:pt x="1119188" y="377825"/>
                          <a:pt x="1119188" y="377825"/>
                          <a:pt x="17855" y="377825"/>
                        </a:cubicBezTo>
                        <a:cubicBezTo>
                          <a:pt x="7856" y="377825"/>
                          <a:pt x="0" y="369254"/>
                          <a:pt x="0" y="359255"/>
                        </a:cubicBezTo>
                        <a:cubicBezTo>
                          <a:pt x="0" y="359255"/>
                          <a:pt x="0" y="359255"/>
                          <a:pt x="0" y="17855"/>
                        </a:cubicBezTo>
                        <a:cubicBezTo>
                          <a:pt x="0" y="7856"/>
                          <a:pt x="7856" y="0"/>
                          <a:pt x="17855"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24" name="Freeform 6">
                    <a:extLst>
                      <a:ext uri="{FF2B5EF4-FFF2-40B4-BE49-F238E27FC236}">
                        <a16:creationId xmlns:a16="http://schemas.microsoft.com/office/drawing/2014/main" id="{94EDAA37-B6AA-A9C1-75DF-A4F1BDE021B8}"/>
                      </a:ext>
                    </a:extLst>
                  </p:cNvPr>
                  <p:cNvSpPr>
                    <a:spLocks/>
                  </p:cNvSpPr>
                  <p:nvPr/>
                </p:nvSpPr>
                <p:spPr bwMode="auto">
                  <a:xfrm>
                    <a:off x="5345113" y="3317875"/>
                    <a:ext cx="1504950" cy="501650"/>
                  </a:xfrm>
                  <a:custGeom>
                    <a:avLst/>
                    <a:gdLst>
                      <a:gd name="connsiteX0" fmla="*/ 1312069 w 1504950"/>
                      <a:gd name="connsiteY0" fmla="*/ 373063 h 501650"/>
                      <a:gd name="connsiteX1" fmla="*/ 1260475 w 1504950"/>
                      <a:gd name="connsiteY1" fmla="*/ 423863 h 501650"/>
                      <a:gd name="connsiteX2" fmla="*/ 1312069 w 1504950"/>
                      <a:gd name="connsiteY2" fmla="*/ 474663 h 501650"/>
                      <a:gd name="connsiteX3" fmla="*/ 1363663 w 1504950"/>
                      <a:gd name="connsiteY3" fmla="*/ 423863 h 501650"/>
                      <a:gd name="connsiteX4" fmla="*/ 1312069 w 1504950"/>
                      <a:gd name="connsiteY4" fmla="*/ 373063 h 501650"/>
                      <a:gd name="connsiteX5" fmla="*/ 1019969 w 1504950"/>
                      <a:gd name="connsiteY5" fmla="*/ 373063 h 501650"/>
                      <a:gd name="connsiteX6" fmla="*/ 968375 w 1504950"/>
                      <a:gd name="connsiteY6" fmla="*/ 423863 h 501650"/>
                      <a:gd name="connsiteX7" fmla="*/ 1019969 w 1504950"/>
                      <a:gd name="connsiteY7" fmla="*/ 474663 h 501650"/>
                      <a:gd name="connsiteX8" fmla="*/ 1071563 w 1504950"/>
                      <a:gd name="connsiteY8" fmla="*/ 423863 h 501650"/>
                      <a:gd name="connsiteX9" fmla="*/ 1019969 w 1504950"/>
                      <a:gd name="connsiteY9" fmla="*/ 373063 h 501650"/>
                      <a:gd name="connsiteX10" fmla="*/ 386556 w 1504950"/>
                      <a:gd name="connsiteY10" fmla="*/ 373063 h 501650"/>
                      <a:gd name="connsiteX11" fmla="*/ 334962 w 1504950"/>
                      <a:gd name="connsiteY11" fmla="*/ 423863 h 501650"/>
                      <a:gd name="connsiteX12" fmla="*/ 386556 w 1504950"/>
                      <a:gd name="connsiteY12" fmla="*/ 474663 h 501650"/>
                      <a:gd name="connsiteX13" fmla="*/ 438150 w 1504950"/>
                      <a:gd name="connsiteY13" fmla="*/ 423863 h 501650"/>
                      <a:gd name="connsiteX14" fmla="*/ 386556 w 1504950"/>
                      <a:gd name="connsiteY14" fmla="*/ 373063 h 501650"/>
                      <a:gd name="connsiteX15" fmla="*/ 153987 w 1504950"/>
                      <a:gd name="connsiteY15" fmla="*/ 373063 h 501650"/>
                      <a:gd name="connsiteX16" fmla="*/ 103187 w 1504950"/>
                      <a:gd name="connsiteY16" fmla="*/ 423863 h 501650"/>
                      <a:gd name="connsiteX17" fmla="*/ 153987 w 1504950"/>
                      <a:gd name="connsiteY17" fmla="*/ 474663 h 501650"/>
                      <a:gd name="connsiteX18" fmla="*/ 204787 w 1504950"/>
                      <a:gd name="connsiteY18" fmla="*/ 423863 h 501650"/>
                      <a:gd name="connsiteX19" fmla="*/ 153987 w 1504950"/>
                      <a:gd name="connsiteY19" fmla="*/ 373063 h 501650"/>
                      <a:gd name="connsiteX20" fmla="*/ 1311710 w 1504950"/>
                      <a:gd name="connsiteY20" fmla="*/ 346075 h 501650"/>
                      <a:gd name="connsiteX21" fmla="*/ 1390650 w 1504950"/>
                      <a:gd name="connsiteY21" fmla="*/ 423863 h 501650"/>
                      <a:gd name="connsiteX22" fmla="*/ 1314580 w 1504950"/>
                      <a:gd name="connsiteY22" fmla="*/ 501650 h 501650"/>
                      <a:gd name="connsiteX23" fmla="*/ 1233487 w 1504950"/>
                      <a:gd name="connsiteY23" fmla="*/ 423863 h 501650"/>
                      <a:gd name="connsiteX24" fmla="*/ 1311710 w 1504950"/>
                      <a:gd name="connsiteY24" fmla="*/ 346075 h 501650"/>
                      <a:gd name="connsiteX25" fmla="*/ 1020328 w 1504950"/>
                      <a:gd name="connsiteY25" fmla="*/ 346075 h 501650"/>
                      <a:gd name="connsiteX26" fmla="*/ 1098550 w 1504950"/>
                      <a:gd name="connsiteY26" fmla="*/ 423863 h 501650"/>
                      <a:gd name="connsiteX27" fmla="*/ 1022480 w 1504950"/>
                      <a:gd name="connsiteY27" fmla="*/ 501650 h 501650"/>
                      <a:gd name="connsiteX28" fmla="*/ 941387 w 1504950"/>
                      <a:gd name="connsiteY28" fmla="*/ 423863 h 501650"/>
                      <a:gd name="connsiteX29" fmla="*/ 1020328 w 1504950"/>
                      <a:gd name="connsiteY29" fmla="*/ 346075 h 501650"/>
                      <a:gd name="connsiteX30" fmla="*/ 387271 w 1504950"/>
                      <a:gd name="connsiteY30" fmla="*/ 346075 h 501650"/>
                      <a:gd name="connsiteX31" fmla="*/ 465138 w 1504950"/>
                      <a:gd name="connsiteY31" fmla="*/ 423507 h 501650"/>
                      <a:gd name="connsiteX32" fmla="*/ 389414 w 1504950"/>
                      <a:gd name="connsiteY32" fmla="*/ 501650 h 501650"/>
                      <a:gd name="connsiteX33" fmla="*/ 307975 w 1504950"/>
                      <a:gd name="connsiteY33" fmla="*/ 423507 h 501650"/>
                      <a:gd name="connsiteX34" fmla="*/ 387271 w 1504950"/>
                      <a:gd name="connsiteY34" fmla="*/ 346075 h 501650"/>
                      <a:gd name="connsiteX35" fmla="*/ 154343 w 1504950"/>
                      <a:gd name="connsiteY35" fmla="*/ 346075 h 501650"/>
                      <a:gd name="connsiteX36" fmla="*/ 231775 w 1504950"/>
                      <a:gd name="connsiteY36" fmla="*/ 423507 h 501650"/>
                      <a:gd name="connsiteX37" fmla="*/ 157184 w 1504950"/>
                      <a:gd name="connsiteY37" fmla="*/ 501650 h 501650"/>
                      <a:gd name="connsiteX38" fmla="*/ 76200 w 1504950"/>
                      <a:gd name="connsiteY38" fmla="*/ 423507 h 501650"/>
                      <a:gd name="connsiteX39" fmla="*/ 154343 w 1504950"/>
                      <a:gd name="connsiteY39" fmla="*/ 346075 h 501650"/>
                      <a:gd name="connsiteX40" fmla="*/ 17854 w 1504950"/>
                      <a:gd name="connsiteY40" fmla="*/ 277813 h 501650"/>
                      <a:gd name="connsiteX41" fmla="*/ 523484 w 1504950"/>
                      <a:gd name="connsiteY41" fmla="*/ 277813 h 501650"/>
                      <a:gd name="connsiteX42" fmla="*/ 541338 w 1504950"/>
                      <a:gd name="connsiteY42" fmla="*/ 296375 h 501650"/>
                      <a:gd name="connsiteX43" fmla="*/ 541338 w 1504950"/>
                      <a:gd name="connsiteY43" fmla="*/ 380615 h 501650"/>
                      <a:gd name="connsiteX44" fmla="*/ 523484 w 1504950"/>
                      <a:gd name="connsiteY44" fmla="*/ 398463 h 501650"/>
                      <a:gd name="connsiteX45" fmla="*/ 487062 w 1504950"/>
                      <a:gd name="connsiteY45" fmla="*/ 398463 h 501650"/>
                      <a:gd name="connsiteX46" fmla="*/ 387078 w 1504950"/>
                      <a:gd name="connsiteY46" fmla="*/ 321361 h 501650"/>
                      <a:gd name="connsiteX47" fmla="*/ 287095 w 1504950"/>
                      <a:gd name="connsiteY47" fmla="*/ 398463 h 501650"/>
                      <a:gd name="connsiteX48" fmla="*/ 254243 w 1504950"/>
                      <a:gd name="connsiteY48" fmla="*/ 398463 h 501650"/>
                      <a:gd name="connsiteX49" fmla="*/ 154260 w 1504950"/>
                      <a:gd name="connsiteY49" fmla="*/ 321361 h 501650"/>
                      <a:gd name="connsiteX50" fmla="*/ 54277 w 1504950"/>
                      <a:gd name="connsiteY50" fmla="*/ 398463 h 501650"/>
                      <a:gd name="connsiteX51" fmla="*/ 17854 w 1504950"/>
                      <a:gd name="connsiteY51" fmla="*/ 398463 h 501650"/>
                      <a:gd name="connsiteX52" fmla="*/ 0 w 1504950"/>
                      <a:gd name="connsiteY52" fmla="*/ 380615 h 501650"/>
                      <a:gd name="connsiteX53" fmla="*/ 0 w 1504950"/>
                      <a:gd name="connsiteY53" fmla="*/ 296375 h 501650"/>
                      <a:gd name="connsiteX54" fmla="*/ 17854 w 1504950"/>
                      <a:gd name="connsiteY54" fmla="*/ 277813 h 501650"/>
                      <a:gd name="connsiteX55" fmla="*/ 1163436 w 1504950"/>
                      <a:gd name="connsiteY55" fmla="*/ 0 h 501650"/>
                      <a:gd name="connsiteX56" fmla="*/ 1371345 w 1504950"/>
                      <a:gd name="connsiteY56" fmla="*/ 0 h 501650"/>
                      <a:gd name="connsiteX57" fmla="*/ 1387064 w 1504950"/>
                      <a:gd name="connsiteY57" fmla="*/ 8572 h 501650"/>
                      <a:gd name="connsiteX58" fmla="*/ 1502807 w 1504950"/>
                      <a:gd name="connsiteY58" fmla="*/ 185737 h 501650"/>
                      <a:gd name="connsiteX59" fmla="*/ 1504950 w 1504950"/>
                      <a:gd name="connsiteY59" fmla="*/ 195024 h 501650"/>
                      <a:gd name="connsiteX60" fmla="*/ 1504950 w 1504950"/>
                      <a:gd name="connsiteY60" fmla="*/ 370046 h 501650"/>
                      <a:gd name="connsiteX61" fmla="*/ 1474943 w 1504950"/>
                      <a:gd name="connsiteY61" fmla="*/ 400050 h 501650"/>
                      <a:gd name="connsiteX62" fmla="*/ 1412070 w 1504950"/>
                      <a:gd name="connsiteY62" fmla="*/ 400050 h 501650"/>
                      <a:gd name="connsiteX63" fmla="*/ 1395637 w 1504950"/>
                      <a:gd name="connsiteY63" fmla="*/ 363617 h 501650"/>
                      <a:gd name="connsiteX64" fmla="*/ 1468513 w 1504950"/>
                      <a:gd name="connsiteY64" fmla="*/ 363617 h 501650"/>
                      <a:gd name="connsiteX65" fmla="*/ 1468513 w 1504950"/>
                      <a:gd name="connsiteY65" fmla="*/ 200025 h 501650"/>
                      <a:gd name="connsiteX66" fmla="*/ 1361343 w 1504950"/>
                      <a:gd name="connsiteY66" fmla="*/ 37147 h 501650"/>
                      <a:gd name="connsiteX67" fmla="*/ 1169152 w 1504950"/>
                      <a:gd name="connsiteY67" fmla="*/ 37147 h 501650"/>
                      <a:gd name="connsiteX68" fmla="*/ 1169152 w 1504950"/>
                      <a:gd name="connsiteY68" fmla="*/ 363617 h 501650"/>
                      <a:gd name="connsiteX69" fmla="*/ 1229167 w 1504950"/>
                      <a:gd name="connsiteY69" fmla="*/ 363617 h 501650"/>
                      <a:gd name="connsiteX70" fmla="*/ 1212734 w 1504950"/>
                      <a:gd name="connsiteY70" fmla="*/ 400050 h 501650"/>
                      <a:gd name="connsiteX71" fmla="*/ 1132714 w 1504950"/>
                      <a:gd name="connsiteY71" fmla="*/ 399336 h 501650"/>
                      <a:gd name="connsiteX72" fmla="*/ 1119139 w 1504950"/>
                      <a:gd name="connsiteY72" fmla="*/ 399336 h 501650"/>
                      <a:gd name="connsiteX73" fmla="*/ 1019829 w 1504950"/>
                      <a:gd name="connsiteY73" fmla="*/ 321469 h 501650"/>
                      <a:gd name="connsiteX74" fmla="*/ 919804 w 1504950"/>
                      <a:gd name="connsiteY74" fmla="*/ 399336 h 501650"/>
                      <a:gd name="connsiteX75" fmla="*/ 886224 w 1504950"/>
                      <a:gd name="connsiteY75" fmla="*/ 399336 h 501650"/>
                      <a:gd name="connsiteX76" fmla="*/ 868362 w 1504950"/>
                      <a:gd name="connsiteY76" fmla="*/ 381476 h 501650"/>
                      <a:gd name="connsiteX77" fmla="*/ 868362 w 1504950"/>
                      <a:gd name="connsiteY77" fmla="*/ 297180 h 501650"/>
                      <a:gd name="connsiteX78" fmla="*/ 886224 w 1504950"/>
                      <a:gd name="connsiteY78" fmla="*/ 278606 h 501650"/>
                      <a:gd name="connsiteX79" fmla="*/ 1132714 w 1504950"/>
                      <a:gd name="connsiteY79" fmla="*/ 278606 h 501650"/>
                      <a:gd name="connsiteX80" fmla="*/ 1132714 w 1504950"/>
                      <a:gd name="connsiteY80" fmla="*/ 30004 h 501650"/>
                      <a:gd name="connsiteX81" fmla="*/ 1163436 w 1504950"/>
                      <a:gd name="connsiteY81" fmla="*/ 0 h 50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504950" h="501650">
                        <a:moveTo>
                          <a:pt x="1312069" y="373063"/>
                        </a:moveTo>
                        <a:cubicBezTo>
                          <a:pt x="1283574" y="373063"/>
                          <a:pt x="1260475" y="395807"/>
                          <a:pt x="1260475" y="423863"/>
                        </a:cubicBezTo>
                        <a:cubicBezTo>
                          <a:pt x="1260475" y="451919"/>
                          <a:pt x="1283574" y="474663"/>
                          <a:pt x="1312069" y="474663"/>
                        </a:cubicBezTo>
                        <a:cubicBezTo>
                          <a:pt x="1340564" y="474663"/>
                          <a:pt x="1363663" y="451919"/>
                          <a:pt x="1363663" y="423863"/>
                        </a:cubicBezTo>
                        <a:cubicBezTo>
                          <a:pt x="1363663" y="395807"/>
                          <a:pt x="1340564" y="373063"/>
                          <a:pt x="1312069" y="373063"/>
                        </a:cubicBezTo>
                        <a:close/>
                        <a:moveTo>
                          <a:pt x="1019969" y="373063"/>
                        </a:moveTo>
                        <a:cubicBezTo>
                          <a:pt x="991474" y="373063"/>
                          <a:pt x="968375" y="395807"/>
                          <a:pt x="968375" y="423863"/>
                        </a:cubicBezTo>
                        <a:cubicBezTo>
                          <a:pt x="968375" y="451919"/>
                          <a:pt x="991474" y="474663"/>
                          <a:pt x="1019969" y="474663"/>
                        </a:cubicBezTo>
                        <a:cubicBezTo>
                          <a:pt x="1048464" y="474663"/>
                          <a:pt x="1071563" y="451919"/>
                          <a:pt x="1071563" y="423863"/>
                        </a:cubicBezTo>
                        <a:cubicBezTo>
                          <a:pt x="1071563" y="395807"/>
                          <a:pt x="1048464" y="373063"/>
                          <a:pt x="1019969" y="373063"/>
                        </a:cubicBezTo>
                        <a:close/>
                        <a:moveTo>
                          <a:pt x="386556" y="373063"/>
                        </a:moveTo>
                        <a:cubicBezTo>
                          <a:pt x="358061" y="373063"/>
                          <a:pt x="334962" y="395807"/>
                          <a:pt x="334962" y="423863"/>
                        </a:cubicBezTo>
                        <a:cubicBezTo>
                          <a:pt x="334962" y="451919"/>
                          <a:pt x="358061" y="474663"/>
                          <a:pt x="386556" y="474663"/>
                        </a:cubicBezTo>
                        <a:cubicBezTo>
                          <a:pt x="415051" y="474663"/>
                          <a:pt x="438150" y="451919"/>
                          <a:pt x="438150" y="423863"/>
                        </a:cubicBezTo>
                        <a:cubicBezTo>
                          <a:pt x="438150" y="395807"/>
                          <a:pt x="415051" y="373063"/>
                          <a:pt x="386556" y="373063"/>
                        </a:cubicBezTo>
                        <a:close/>
                        <a:moveTo>
                          <a:pt x="153987" y="373063"/>
                        </a:moveTo>
                        <a:cubicBezTo>
                          <a:pt x="125931" y="373063"/>
                          <a:pt x="103187" y="395807"/>
                          <a:pt x="103187" y="423863"/>
                        </a:cubicBezTo>
                        <a:cubicBezTo>
                          <a:pt x="103187" y="451919"/>
                          <a:pt x="125931" y="474663"/>
                          <a:pt x="153987" y="474663"/>
                        </a:cubicBezTo>
                        <a:cubicBezTo>
                          <a:pt x="182043" y="474663"/>
                          <a:pt x="204787" y="451919"/>
                          <a:pt x="204787" y="423863"/>
                        </a:cubicBezTo>
                        <a:cubicBezTo>
                          <a:pt x="204787" y="395807"/>
                          <a:pt x="182043" y="373063"/>
                          <a:pt x="153987" y="373063"/>
                        </a:cubicBezTo>
                        <a:close/>
                        <a:moveTo>
                          <a:pt x="1311710" y="346075"/>
                        </a:moveTo>
                        <a:cubicBezTo>
                          <a:pt x="1355486" y="346075"/>
                          <a:pt x="1390650" y="381044"/>
                          <a:pt x="1390650" y="423863"/>
                        </a:cubicBezTo>
                        <a:cubicBezTo>
                          <a:pt x="1390650" y="466681"/>
                          <a:pt x="1357639" y="501650"/>
                          <a:pt x="1314580" y="501650"/>
                        </a:cubicBezTo>
                        <a:cubicBezTo>
                          <a:pt x="1270804" y="501650"/>
                          <a:pt x="1233487" y="466681"/>
                          <a:pt x="1233487" y="423863"/>
                        </a:cubicBezTo>
                        <a:cubicBezTo>
                          <a:pt x="1233487" y="381044"/>
                          <a:pt x="1268652" y="346075"/>
                          <a:pt x="1311710" y="346075"/>
                        </a:cubicBezTo>
                        <a:close/>
                        <a:moveTo>
                          <a:pt x="1020328" y="346075"/>
                        </a:moveTo>
                        <a:cubicBezTo>
                          <a:pt x="1063386" y="346075"/>
                          <a:pt x="1098550" y="381044"/>
                          <a:pt x="1098550" y="423863"/>
                        </a:cubicBezTo>
                        <a:cubicBezTo>
                          <a:pt x="1098550" y="466681"/>
                          <a:pt x="1066256" y="501650"/>
                          <a:pt x="1022480" y="501650"/>
                        </a:cubicBezTo>
                        <a:cubicBezTo>
                          <a:pt x="979422" y="501650"/>
                          <a:pt x="941387" y="466681"/>
                          <a:pt x="941387" y="423863"/>
                        </a:cubicBezTo>
                        <a:cubicBezTo>
                          <a:pt x="941387" y="381044"/>
                          <a:pt x="976552" y="346075"/>
                          <a:pt x="1020328" y="346075"/>
                        </a:cubicBezTo>
                        <a:close/>
                        <a:moveTo>
                          <a:pt x="387271" y="346075"/>
                        </a:moveTo>
                        <a:cubicBezTo>
                          <a:pt x="430134" y="346075"/>
                          <a:pt x="465138" y="380884"/>
                          <a:pt x="465138" y="423507"/>
                        </a:cubicBezTo>
                        <a:cubicBezTo>
                          <a:pt x="465138" y="466131"/>
                          <a:pt x="432991" y="501650"/>
                          <a:pt x="389414" y="501650"/>
                        </a:cubicBezTo>
                        <a:cubicBezTo>
                          <a:pt x="346552" y="501650"/>
                          <a:pt x="307975" y="466131"/>
                          <a:pt x="307975" y="423507"/>
                        </a:cubicBezTo>
                        <a:cubicBezTo>
                          <a:pt x="307975" y="380884"/>
                          <a:pt x="343694" y="346075"/>
                          <a:pt x="387271" y="346075"/>
                        </a:cubicBezTo>
                        <a:close/>
                        <a:moveTo>
                          <a:pt x="154343" y="346075"/>
                        </a:moveTo>
                        <a:cubicBezTo>
                          <a:pt x="197677" y="346075"/>
                          <a:pt x="231775" y="380884"/>
                          <a:pt x="231775" y="423507"/>
                        </a:cubicBezTo>
                        <a:cubicBezTo>
                          <a:pt x="231775" y="466131"/>
                          <a:pt x="199808" y="501650"/>
                          <a:pt x="157184" y="501650"/>
                        </a:cubicBezTo>
                        <a:cubicBezTo>
                          <a:pt x="113851" y="501650"/>
                          <a:pt x="76200" y="466131"/>
                          <a:pt x="76200" y="423507"/>
                        </a:cubicBezTo>
                        <a:cubicBezTo>
                          <a:pt x="76200" y="380884"/>
                          <a:pt x="111720" y="346075"/>
                          <a:pt x="154343" y="346075"/>
                        </a:cubicBezTo>
                        <a:close/>
                        <a:moveTo>
                          <a:pt x="17854" y="277813"/>
                        </a:moveTo>
                        <a:cubicBezTo>
                          <a:pt x="17854" y="277813"/>
                          <a:pt x="17854" y="277813"/>
                          <a:pt x="523484" y="277813"/>
                        </a:cubicBezTo>
                        <a:cubicBezTo>
                          <a:pt x="533482" y="277813"/>
                          <a:pt x="541338" y="286380"/>
                          <a:pt x="541338" y="296375"/>
                        </a:cubicBezTo>
                        <a:cubicBezTo>
                          <a:pt x="541338" y="296375"/>
                          <a:pt x="541338" y="296375"/>
                          <a:pt x="541338" y="380615"/>
                        </a:cubicBezTo>
                        <a:cubicBezTo>
                          <a:pt x="541338" y="391324"/>
                          <a:pt x="533482" y="398463"/>
                          <a:pt x="523484" y="398463"/>
                        </a:cubicBezTo>
                        <a:cubicBezTo>
                          <a:pt x="523484" y="398463"/>
                          <a:pt x="523484" y="398463"/>
                          <a:pt x="487062" y="398463"/>
                        </a:cubicBezTo>
                        <a:cubicBezTo>
                          <a:pt x="474921" y="354201"/>
                          <a:pt x="434927" y="321361"/>
                          <a:pt x="387078" y="321361"/>
                        </a:cubicBezTo>
                        <a:cubicBezTo>
                          <a:pt x="338515" y="321361"/>
                          <a:pt x="297808" y="354201"/>
                          <a:pt x="287095" y="398463"/>
                        </a:cubicBezTo>
                        <a:cubicBezTo>
                          <a:pt x="287095" y="398463"/>
                          <a:pt x="287095" y="398463"/>
                          <a:pt x="254243" y="398463"/>
                        </a:cubicBezTo>
                        <a:cubicBezTo>
                          <a:pt x="242103" y="354201"/>
                          <a:pt x="202823" y="321361"/>
                          <a:pt x="154260" y="321361"/>
                        </a:cubicBezTo>
                        <a:cubicBezTo>
                          <a:pt x="106411" y="321361"/>
                          <a:pt x="65704" y="354201"/>
                          <a:pt x="54277" y="398463"/>
                        </a:cubicBezTo>
                        <a:cubicBezTo>
                          <a:pt x="54277" y="398463"/>
                          <a:pt x="54277" y="398463"/>
                          <a:pt x="17854" y="398463"/>
                        </a:cubicBezTo>
                        <a:cubicBezTo>
                          <a:pt x="7856" y="398463"/>
                          <a:pt x="0" y="391324"/>
                          <a:pt x="0" y="380615"/>
                        </a:cubicBezTo>
                        <a:cubicBezTo>
                          <a:pt x="0" y="380615"/>
                          <a:pt x="0" y="380615"/>
                          <a:pt x="0" y="296375"/>
                        </a:cubicBezTo>
                        <a:cubicBezTo>
                          <a:pt x="0" y="286380"/>
                          <a:pt x="7856" y="277813"/>
                          <a:pt x="17854" y="277813"/>
                        </a:cubicBezTo>
                        <a:close/>
                        <a:moveTo>
                          <a:pt x="1163436" y="0"/>
                        </a:moveTo>
                        <a:cubicBezTo>
                          <a:pt x="1163436" y="0"/>
                          <a:pt x="1163436" y="0"/>
                          <a:pt x="1371345" y="0"/>
                        </a:cubicBezTo>
                        <a:cubicBezTo>
                          <a:pt x="1377776" y="0"/>
                          <a:pt x="1382777" y="2857"/>
                          <a:pt x="1387064" y="8572"/>
                        </a:cubicBezTo>
                        <a:cubicBezTo>
                          <a:pt x="1387064" y="8572"/>
                          <a:pt x="1387064" y="8572"/>
                          <a:pt x="1502807" y="185737"/>
                        </a:cubicBezTo>
                        <a:cubicBezTo>
                          <a:pt x="1504236" y="188595"/>
                          <a:pt x="1504950" y="192881"/>
                          <a:pt x="1504950" y="195024"/>
                        </a:cubicBezTo>
                        <a:cubicBezTo>
                          <a:pt x="1504950" y="195024"/>
                          <a:pt x="1504950" y="195024"/>
                          <a:pt x="1504950" y="370046"/>
                        </a:cubicBezTo>
                        <a:cubicBezTo>
                          <a:pt x="1504950" y="387191"/>
                          <a:pt x="1492090" y="400050"/>
                          <a:pt x="1474943" y="400050"/>
                        </a:cubicBezTo>
                        <a:cubicBezTo>
                          <a:pt x="1474943" y="400050"/>
                          <a:pt x="1474943" y="400050"/>
                          <a:pt x="1412070" y="400050"/>
                        </a:cubicBezTo>
                        <a:cubicBezTo>
                          <a:pt x="1408497" y="387191"/>
                          <a:pt x="1402782" y="374333"/>
                          <a:pt x="1395637" y="363617"/>
                        </a:cubicBezTo>
                        <a:cubicBezTo>
                          <a:pt x="1395637" y="363617"/>
                          <a:pt x="1395637" y="363617"/>
                          <a:pt x="1468513" y="363617"/>
                        </a:cubicBezTo>
                        <a:cubicBezTo>
                          <a:pt x="1468513" y="363617"/>
                          <a:pt x="1468513" y="363617"/>
                          <a:pt x="1468513" y="200025"/>
                        </a:cubicBezTo>
                        <a:cubicBezTo>
                          <a:pt x="1468513" y="200025"/>
                          <a:pt x="1468513" y="200025"/>
                          <a:pt x="1361343" y="37147"/>
                        </a:cubicBezTo>
                        <a:cubicBezTo>
                          <a:pt x="1361343" y="37147"/>
                          <a:pt x="1361343" y="37147"/>
                          <a:pt x="1169152" y="37147"/>
                        </a:cubicBezTo>
                        <a:cubicBezTo>
                          <a:pt x="1169152" y="37147"/>
                          <a:pt x="1169152" y="37147"/>
                          <a:pt x="1169152" y="363617"/>
                        </a:cubicBezTo>
                        <a:cubicBezTo>
                          <a:pt x="1169152" y="363617"/>
                          <a:pt x="1169152" y="363617"/>
                          <a:pt x="1229167" y="363617"/>
                        </a:cubicBezTo>
                        <a:cubicBezTo>
                          <a:pt x="1222022" y="374333"/>
                          <a:pt x="1215592" y="387191"/>
                          <a:pt x="1212734" y="400050"/>
                        </a:cubicBezTo>
                        <a:cubicBezTo>
                          <a:pt x="1212734" y="400050"/>
                          <a:pt x="1212734" y="400050"/>
                          <a:pt x="1132714" y="399336"/>
                        </a:cubicBezTo>
                        <a:cubicBezTo>
                          <a:pt x="1132714" y="399336"/>
                          <a:pt x="1132714" y="399336"/>
                          <a:pt x="1119139" y="399336"/>
                        </a:cubicBezTo>
                        <a:cubicBezTo>
                          <a:pt x="1108422" y="354330"/>
                          <a:pt x="1067698" y="321469"/>
                          <a:pt x="1019829" y="321469"/>
                        </a:cubicBezTo>
                        <a:cubicBezTo>
                          <a:pt x="971245" y="321469"/>
                          <a:pt x="930521" y="354330"/>
                          <a:pt x="919804" y="399336"/>
                        </a:cubicBezTo>
                        <a:cubicBezTo>
                          <a:pt x="919804" y="399336"/>
                          <a:pt x="919804" y="399336"/>
                          <a:pt x="886224" y="399336"/>
                        </a:cubicBezTo>
                        <a:cubicBezTo>
                          <a:pt x="876221" y="399336"/>
                          <a:pt x="868362" y="392192"/>
                          <a:pt x="868362" y="381476"/>
                        </a:cubicBezTo>
                        <a:cubicBezTo>
                          <a:pt x="868362" y="381476"/>
                          <a:pt x="868362" y="381476"/>
                          <a:pt x="868362" y="297180"/>
                        </a:cubicBezTo>
                        <a:cubicBezTo>
                          <a:pt x="868362" y="287179"/>
                          <a:pt x="876221" y="278606"/>
                          <a:pt x="886224" y="278606"/>
                        </a:cubicBezTo>
                        <a:cubicBezTo>
                          <a:pt x="886224" y="278606"/>
                          <a:pt x="886224" y="278606"/>
                          <a:pt x="1132714" y="278606"/>
                        </a:cubicBezTo>
                        <a:cubicBezTo>
                          <a:pt x="1132714" y="278606"/>
                          <a:pt x="1132714" y="278606"/>
                          <a:pt x="1132714" y="30004"/>
                        </a:cubicBezTo>
                        <a:cubicBezTo>
                          <a:pt x="1132714" y="13573"/>
                          <a:pt x="1147003" y="0"/>
                          <a:pt x="1163436"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69" name="Oval 20">
                <a:extLst>
                  <a:ext uri="{FF2B5EF4-FFF2-40B4-BE49-F238E27FC236}">
                    <a16:creationId xmlns:a16="http://schemas.microsoft.com/office/drawing/2014/main" id="{1C62A5A5-94E0-09FA-C998-9F6616B647BE}"/>
                  </a:ext>
                </a:extLst>
              </p:cNvPr>
              <p:cNvSpPr>
                <a:spLocks noChangeAspect="1" noChangeArrowheads="1"/>
              </p:cNvSpPr>
              <p:nvPr/>
            </p:nvSpPr>
            <p:spPr bwMode="auto">
              <a:xfrm>
                <a:off x="891812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20</a:t>
                </a:r>
              </a:p>
            </p:txBody>
          </p:sp>
        </p:grpSp>
        <p:grpSp>
          <p:nvGrpSpPr>
            <p:cNvPr id="122" name="Grupo 121">
              <a:extLst>
                <a:ext uri="{FF2B5EF4-FFF2-40B4-BE49-F238E27FC236}">
                  <a16:creationId xmlns:a16="http://schemas.microsoft.com/office/drawing/2014/main" id="{9D5A9D90-7243-5D15-9D99-F73880265A07}"/>
                </a:ext>
              </a:extLst>
            </p:cNvPr>
            <p:cNvGrpSpPr/>
            <p:nvPr/>
          </p:nvGrpSpPr>
          <p:grpSpPr>
            <a:xfrm>
              <a:off x="10361489" y="5176000"/>
              <a:ext cx="1036959" cy="1122694"/>
              <a:chOff x="10316397" y="4970168"/>
              <a:chExt cx="1036959" cy="1122694"/>
            </a:xfrm>
          </p:grpSpPr>
          <p:sp>
            <p:nvSpPr>
              <p:cNvPr id="125" name="Rectangle: Rounded Corners 124">
                <a:extLst>
                  <a:ext uri="{FF2B5EF4-FFF2-40B4-BE49-F238E27FC236}">
                    <a16:creationId xmlns:a16="http://schemas.microsoft.com/office/drawing/2014/main" id="{DB721261-7C77-405B-00A5-AE121B5C67D2}"/>
                  </a:ext>
                </a:extLst>
              </p:cNvPr>
              <p:cNvSpPr/>
              <p:nvPr/>
            </p:nvSpPr>
            <p:spPr>
              <a:xfrm>
                <a:off x="10381356"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servicios generales</a:t>
                </a:r>
              </a:p>
            </p:txBody>
          </p:sp>
          <p:grpSp>
            <p:nvGrpSpPr>
              <p:cNvPr id="30" name="bcgIcons_Microservice">
                <a:extLst>
                  <a:ext uri="{FF2B5EF4-FFF2-40B4-BE49-F238E27FC236}">
                    <a16:creationId xmlns:a16="http://schemas.microsoft.com/office/drawing/2014/main" id="{8B122376-AFEA-6941-00B4-DF00AEC85F2D}"/>
                  </a:ext>
                </a:extLst>
              </p:cNvPr>
              <p:cNvGrpSpPr>
                <a:grpSpLocks noChangeAspect="1"/>
              </p:cNvGrpSpPr>
              <p:nvPr/>
            </p:nvGrpSpPr>
            <p:grpSpPr>
              <a:xfrm>
                <a:off x="10650879" y="5141091"/>
                <a:ext cx="380413" cy="380413"/>
                <a:chOff x="1113742" y="1826004"/>
                <a:chExt cx="1644650" cy="1644650"/>
              </a:xfrm>
            </p:grpSpPr>
            <p:sp>
              <p:nvSpPr>
                <p:cNvPr id="31" name="AutoShape 154">
                  <a:extLst>
                    <a:ext uri="{FF2B5EF4-FFF2-40B4-BE49-F238E27FC236}">
                      <a16:creationId xmlns:a16="http://schemas.microsoft.com/office/drawing/2014/main" id="{3DD3CF97-8F61-B62F-A3BA-BBEFB3856B82}"/>
                    </a:ext>
                  </a:extLst>
                </p:cNvPr>
                <p:cNvSpPr>
                  <a:spLocks noChangeAspect="1"/>
                </p:cNvSpPr>
                <p:nvPr/>
              </p:nvSpPr>
              <p:spPr bwMode="auto">
                <a:xfrm>
                  <a:off x="1113742" y="1826004"/>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2" name="Group 31">
                  <a:extLst>
                    <a:ext uri="{FF2B5EF4-FFF2-40B4-BE49-F238E27FC236}">
                      <a16:creationId xmlns:a16="http://schemas.microsoft.com/office/drawing/2014/main" id="{D3427A86-A34C-8A18-E62E-4274ACC775BD}"/>
                    </a:ext>
                  </a:extLst>
                </p:cNvPr>
                <p:cNvGrpSpPr>
                  <a:grpSpLocks/>
                </p:cNvGrpSpPr>
                <p:nvPr/>
              </p:nvGrpSpPr>
              <p:grpSpPr>
                <a:xfrm>
                  <a:off x="1242174" y="1893980"/>
                  <a:ext cx="1386282" cy="1508097"/>
                  <a:chOff x="1242174" y="1893980"/>
                  <a:chExt cx="1386282" cy="1508097"/>
                </a:xfrm>
              </p:grpSpPr>
              <p:sp>
                <p:nvSpPr>
                  <p:cNvPr id="33" name="Freeform 156">
                    <a:extLst>
                      <a:ext uri="{FF2B5EF4-FFF2-40B4-BE49-F238E27FC236}">
                        <a16:creationId xmlns:a16="http://schemas.microsoft.com/office/drawing/2014/main" id="{941A85B9-078D-9E60-DA48-3A1BFD01AAB7}"/>
                      </a:ext>
                    </a:extLst>
                  </p:cNvPr>
                  <p:cNvSpPr>
                    <a:spLocks/>
                  </p:cNvSpPr>
                  <p:nvPr/>
                </p:nvSpPr>
                <p:spPr bwMode="auto">
                  <a:xfrm>
                    <a:off x="1242174" y="1893980"/>
                    <a:ext cx="1386282" cy="1508097"/>
                  </a:xfrm>
                  <a:custGeom>
                    <a:avLst/>
                    <a:gdLst>
                      <a:gd name="T0" fmla="*/ 351 w 1942"/>
                      <a:gd name="T1" fmla="*/ 1341 h 2113"/>
                      <a:gd name="T2" fmla="*/ 196 w 1942"/>
                      <a:gd name="T3" fmla="*/ 1259 h 2113"/>
                      <a:gd name="T4" fmla="*/ 21 w 1942"/>
                      <a:gd name="T5" fmla="*/ 1377 h 2113"/>
                      <a:gd name="T6" fmla="*/ 174 w 1942"/>
                      <a:gd name="T7" fmla="*/ 1643 h 2113"/>
                      <a:gd name="T8" fmla="*/ 349 w 1942"/>
                      <a:gd name="T9" fmla="*/ 1566 h 2113"/>
                      <a:gd name="T10" fmla="*/ 416 w 1942"/>
                      <a:gd name="T11" fmla="*/ 1358 h 2113"/>
                      <a:gd name="T12" fmla="*/ 196 w 1942"/>
                      <a:gd name="T13" fmla="*/ 1605 h 2113"/>
                      <a:gd name="T14" fmla="*/ 196 w 1942"/>
                      <a:gd name="T15" fmla="*/ 1303 h 2113"/>
                      <a:gd name="T16" fmla="*/ 1124 w 1942"/>
                      <a:gd name="T17" fmla="*/ 80 h 2113"/>
                      <a:gd name="T18" fmla="*/ 952 w 1942"/>
                      <a:gd name="T19" fmla="*/ 6 h 2113"/>
                      <a:gd name="T20" fmla="*/ 796 w 1942"/>
                      <a:gd name="T21" fmla="*/ 270 h 2113"/>
                      <a:gd name="T22" fmla="*/ 951 w 1942"/>
                      <a:gd name="T23" fmla="*/ 425 h 2113"/>
                      <a:gd name="T24" fmla="*/ 995 w 1942"/>
                      <a:gd name="T25" fmla="*/ 379 h 2113"/>
                      <a:gd name="T26" fmla="*/ 1146 w 1942"/>
                      <a:gd name="T27" fmla="*/ 118 h 2113"/>
                      <a:gd name="T28" fmla="*/ 973 w 1942"/>
                      <a:gd name="T29" fmla="*/ 341 h 2113"/>
                      <a:gd name="T30" fmla="*/ 840 w 1942"/>
                      <a:gd name="T31" fmla="*/ 118 h 2113"/>
                      <a:gd name="T32" fmla="*/ 1102 w 1942"/>
                      <a:gd name="T33" fmla="*/ 270 h 2113"/>
                      <a:gd name="T34" fmla="*/ 1767 w 1942"/>
                      <a:gd name="T35" fmla="*/ 465 h 2113"/>
                      <a:gd name="T36" fmla="*/ 1593 w 1942"/>
                      <a:gd name="T37" fmla="*/ 583 h 2113"/>
                      <a:gd name="T38" fmla="*/ 1465 w 1942"/>
                      <a:gd name="T39" fmla="*/ 838 h 2113"/>
                      <a:gd name="T40" fmla="*/ 1615 w 1942"/>
                      <a:gd name="T41" fmla="*/ 774 h 2113"/>
                      <a:gd name="T42" fmla="*/ 1789 w 1942"/>
                      <a:gd name="T43" fmla="*/ 848 h 2113"/>
                      <a:gd name="T44" fmla="*/ 1942 w 1942"/>
                      <a:gd name="T45" fmla="*/ 583 h 2113"/>
                      <a:gd name="T46" fmla="*/ 1767 w 1942"/>
                      <a:gd name="T47" fmla="*/ 810 h 2113"/>
                      <a:gd name="T48" fmla="*/ 1767 w 1942"/>
                      <a:gd name="T49" fmla="*/ 509 h 2113"/>
                      <a:gd name="T50" fmla="*/ 152 w 1942"/>
                      <a:gd name="T51" fmla="*/ 848 h 2113"/>
                      <a:gd name="T52" fmla="*/ 326 w 1942"/>
                      <a:gd name="T53" fmla="*/ 774 h 2113"/>
                      <a:gd name="T54" fmla="*/ 406 w 1942"/>
                      <a:gd name="T55" fmla="*/ 783 h 2113"/>
                      <a:gd name="T56" fmla="*/ 349 w 1942"/>
                      <a:gd name="T57" fmla="*/ 583 h 2113"/>
                      <a:gd name="T58" fmla="*/ 174 w 1942"/>
                      <a:gd name="T59" fmla="*/ 465 h 2113"/>
                      <a:gd name="T60" fmla="*/ 0 w 1942"/>
                      <a:gd name="T61" fmla="*/ 583 h 2113"/>
                      <a:gd name="T62" fmla="*/ 152 w 1942"/>
                      <a:gd name="T63" fmla="*/ 848 h 2113"/>
                      <a:gd name="T64" fmla="*/ 305 w 1942"/>
                      <a:gd name="T65" fmla="*/ 583 h 2113"/>
                      <a:gd name="T66" fmla="*/ 44 w 1942"/>
                      <a:gd name="T67" fmla="*/ 736 h 2113"/>
                      <a:gd name="T68" fmla="*/ 1767 w 1942"/>
                      <a:gd name="T69" fmla="*/ 1265 h 2113"/>
                      <a:gd name="T70" fmla="*/ 1593 w 1942"/>
                      <a:gd name="T71" fmla="*/ 1339 h 2113"/>
                      <a:gd name="T72" fmla="*/ 1522 w 1942"/>
                      <a:gd name="T73" fmla="*/ 1356 h 2113"/>
                      <a:gd name="T74" fmla="*/ 1593 w 1942"/>
                      <a:gd name="T75" fmla="*/ 1566 h 2113"/>
                      <a:gd name="T76" fmla="*/ 1767 w 1942"/>
                      <a:gd name="T77" fmla="*/ 1643 h 2113"/>
                      <a:gd name="T78" fmla="*/ 1920 w 1942"/>
                      <a:gd name="T79" fmla="*/ 1377 h 2113"/>
                      <a:gd name="T80" fmla="*/ 1745 w 1942"/>
                      <a:gd name="T81" fmla="*/ 1605 h 2113"/>
                      <a:gd name="T82" fmla="*/ 1745 w 1942"/>
                      <a:gd name="T83" fmla="*/ 1303 h 2113"/>
                      <a:gd name="T84" fmla="*/ 1123 w 1942"/>
                      <a:gd name="T85" fmla="*/ 1805 h 2113"/>
                      <a:gd name="T86" fmla="*/ 970 w 1942"/>
                      <a:gd name="T87" fmla="*/ 1696 h 2113"/>
                      <a:gd name="T88" fmla="*/ 819 w 1942"/>
                      <a:gd name="T89" fmla="*/ 1804 h 2113"/>
                      <a:gd name="T90" fmla="*/ 819 w 1942"/>
                      <a:gd name="T91" fmla="*/ 2034 h 2113"/>
                      <a:gd name="T92" fmla="*/ 995 w 1942"/>
                      <a:gd name="T93" fmla="*/ 2107 h 2113"/>
                      <a:gd name="T94" fmla="*/ 1146 w 1942"/>
                      <a:gd name="T95" fmla="*/ 1844 h 2113"/>
                      <a:gd name="T96" fmla="*/ 973 w 1942"/>
                      <a:gd name="T97" fmla="*/ 2069 h 2113"/>
                      <a:gd name="T98" fmla="*/ 973 w 1942"/>
                      <a:gd name="T99" fmla="*/ 1773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2" h="2113">
                        <a:moveTo>
                          <a:pt x="410" y="1345"/>
                        </a:moveTo>
                        <a:cubicBezTo>
                          <a:pt x="406" y="1336"/>
                          <a:pt x="402" y="1326"/>
                          <a:pt x="398" y="1318"/>
                        </a:cubicBezTo>
                        <a:cubicBezTo>
                          <a:pt x="351" y="1341"/>
                          <a:pt x="351" y="1341"/>
                          <a:pt x="351" y="1341"/>
                        </a:cubicBezTo>
                        <a:cubicBezTo>
                          <a:pt x="350" y="1340"/>
                          <a:pt x="349" y="1339"/>
                          <a:pt x="348" y="1339"/>
                        </a:cubicBezTo>
                        <a:cubicBezTo>
                          <a:pt x="217" y="1265"/>
                          <a:pt x="217" y="1265"/>
                          <a:pt x="217" y="1265"/>
                        </a:cubicBezTo>
                        <a:cubicBezTo>
                          <a:pt x="211" y="1261"/>
                          <a:pt x="203" y="1259"/>
                          <a:pt x="196" y="1259"/>
                        </a:cubicBezTo>
                        <a:cubicBezTo>
                          <a:pt x="188" y="1259"/>
                          <a:pt x="181" y="1261"/>
                          <a:pt x="174" y="1265"/>
                        </a:cubicBezTo>
                        <a:cubicBezTo>
                          <a:pt x="43" y="1339"/>
                          <a:pt x="43" y="1339"/>
                          <a:pt x="43" y="1339"/>
                        </a:cubicBezTo>
                        <a:cubicBezTo>
                          <a:pt x="29" y="1346"/>
                          <a:pt x="21" y="1361"/>
                          <a:pt x="21" y="1377"/>
                        </a:cubicBezTo>
                        <a:cubicBezTo>
                          <a:pt x="21" y="1528"/>
                          <a:pt x="21" y="1528"/>
                          <a:pt x="21" y="1528"/>
                        </a:cubicBezTo>
                        <a:cubicBezTo>
                          <a:pt x="21" y="1544"/>
                          <a:pt x="29" y="1558"/>
                          <a:pt x="43" y="1566"/>
                        </a:cubicBezTo>
                        <a:cubicBezTo>
                          <a:pt x="174" y="1643"/>
                          <a:pt x="174" y="1643"/>
                          <a:pt x="174" y="1643"/>
                        </a:cubicBezTo>
                        <a:cubicBezTo>
                          <a:pt x="180" y="1647"/>
                          <a:pt x="188" y="1649"/>
                          <a:pt x="196" y="1649"/>
                        </a:cubicBezTo>
                        <a:cubicBezTo>
                          <a:pt x="204" y="1649"/>
                          <a:pt x="211" y="1647"/>
                          <a:pt x="218" y="1643"/>
                        </a:cubicBezTo>
                        <a:cubicBezTo>
                          <a:pt x="349" y="1566"/>
                          <a:pt x="349" y="1566"/>
                          <a:pt x="349" y="1566"/>
                        </a:cubicBezTo>
                        <a:cubicBezTo>
                          <a:pt x="363" y="1558"/>
                          <a:pt x="371" y="1544"/>
                          <a:pt x="371" y="1528"/>
                        </a:cubicBezTo>
                        <a:cubicBezTo>
                          <a:pt x="371" y="1380"/>
                          <a:pt x="371" y="1380"/>
                          <a:pt x="371" y="1380"/>
                        </a:cubicBezTo>
                        <a:cubicBezTo>
                          <a:pt x="416" y="1358"/>
                          <a:pt x="416" y="1358"/>
                          <a:pt x="416" y="1358"/>
                        </a:cubicBezTo>
                        <a:cubicBezTo>
                          <a:pt x="410" y="1345"/>
                          <a:pt x="410" y="1345"/>
                          <a:pt x="410" y="1345"/>
                        </a:cubicBezTo>
                        <a:close/>
                        <a:moveTo>
                          <a:pt x="327" y="1528"/>
                        </a:moveTo>
                        <a:cubicBezTo>
                          <a:pt x="196" y="1605"/>
                          <a:pt x="196" y="1605"/>
                          <a:pt x="196" y="1605"/>
                        </a:cubicBezTo>
                        <a:cubicBezTo>
                          <a:pt x="65" y="1528"/>
                          <a:pt x="65" y="1528"/>
                          <a:pt x="65" y="1528"/>
                        </a:cubicBezTo>
                        <a:cubicBezTo>
                          <a:pt x="65" y="1377"/>
                          <a:pt x="65" y="1377"/>
                          <a:pt x="65" y="1377"/>
                        </a:cubicBezTo>
                        <a:cubicBezTo>
                          <a:pt x="196" y="1303"/>
                          <a:pt x="196" y="1303"/>
                          <a:pt x="196" y="1303"/>
                        </a:cubicBezTo>
                        <a:cubicBezTo>
                          <a:pt x="327" y="1377"/>
                          <a:pt x="327" y="1377"/>
                          <a:pt x="327" y="1377"/>
                        </a:cubicBezTo>
                        <a:lnTo>
                          <a:pt x="327" y="1528"/>
                        </a:lnTo>
                        <a:close/>
                        <a:moveTo>
                          <a:pt x="1124" y="80"/>
                        </a:moveTo>
                        <a:cubicBezTo>
                          <a:pt x="995" y="6"/>
                          <a:pt x="995" y="6"/>
                          <a:pt x="995" y="6"/>
                        </a:cubicBezTo>
                        <a:cubicBezTo>
                          <a:pt x="989" y="2"/>
                          <a:pt x="981" y="0"/>
                          <a:pt x="973" y="0"/>
                        </a:cubicBezTo>
                        <a:cubicBezTo>
                          <a:pt x="966" y="0"/>
                          <a:pt x="959" y="2"/>
                          <a:pt x="952" y="6"/>
                        </a:cubicBezTo>
                        <a:cubicBezTo>
                          <a:pt x="819" y="79"/>
                          <a:pt x="819" y="79"/>
                          <a:pt x="819" y="79"/>
                        </a:cubicBezTo>
                        <a:cubicBezTo>
                          <a:pt x="805" y="87"/>
                          <a:pt x="796" y="102"/>
                          <a:pt x="796" y="118"/>
                        </a:cubicBezTo>
                        <a:cubicBezTo>
                          <a:pt x="796" y="270"/>
                          <a:pt x="796" y="270"/>
                          <a:pt x="796" y="270"/>
                        </a:cubicBezTo>
                        <a:cubicBezTo>
                          <a:pt x="796" y="287"/>
                          <a:pt x="805" y="302"/>
                          <a:pt x="819" y="309"/>
                        </a:cubicBezTo>
                        <a:cubicBezTo>
                          <a:pt x="951" y="379"/>
                          <a:pt x="951" y="379"/>
                          <a:pt x="951" y="379"/>
                        </a:cubicBezTo>
                        <a:cubicBezTo>
                          <a:pt x="951" y="425"/>
                          <a:pt x="951" y="425"/>
                          <a:pt x="951" y="425"/>
                        </a:cubicBezTo>
                        <a:cubicBezTo>
                          <a:pt x="956" y="417"/>
                          <a:pt x="956" y="417"/>
                          <a:pt x="956" y="417"/>
                        </a:cubicBezTo>
                        <a:cubicBezTo>
                          <a:pt x="995" y="419"/>
                          <a:pt x="995" y="419"/>
                          <a:pt x="995" y="419"/>
                        </a:cubicBezTo>
                        <a:cubicBezTo>
                          <a:pt x="995" y="379"/>
                          <a:pt x="995" y="379"/>
                          <a:pt x="995" y="379"/>
                        </a:cubicBezTo>
                        <a:cubicBezTo>
                          <a:pt x="1123" y="308"/>
                          <a:pt x="1123" y="308"/>
                          <a:pt x="1123" y="308"/>
                        </a:cubicBezTo>
                        <a:cubicBezTo>
                          <a:pt x="1137" y="301"/>
                          <a:pt x="1146" y="286"/>
                          <a:pt x="1146" y="270"/>
                        </a:cubicBezTo>
                        <a:cubicBezTo>
                          <a:pt x="1146" y="118"/>
                          <a:pt x="1146" y="118"/>
                          <a:pt x="1146" y="118"/>
                        </a:cubicBezTo>
                        <a:cubicBezTo>
                          <a:pt x="1146" y="103"/>
                          <a:pt x="1138" y="88"/>
                          <a:pt x="1124" y="80"/>
                        </a:cubicBezTo>
                        <a:close/>
                        <a:moveTo>
                          <a:pt x="1102" y="270"/>
                        </a:moveTo>
                        <a:cubicBezTo>
                          <a:pt x="973" y="341"/>
                          <a:pt x="973" y="341"/>
                          <a:pt x="973" y="341"/>
                        </a:cubicBezTo>
                        <a:cubicBezTo>
                          <a:pt x="973" y="341"/>
                          <a:pt x="973" y="341"/>
                          <a:pt x="973" y="341"/>
                        </a:cubicBezTo>
                        <a:cubicBezTo>
                          <a:pt x="840" y="270"/>
                          <a:pt x="840" y="270"/>
                          <a:pt x="840" y="270"/>
                        </a:cubicBezTo>
                        <a:cubicBezTo>
                          <a:pt x="840" y="118"/>
                          <a:pt x="840" y="118"/>
                          <a:pt x="840" y="118"/>
                        </a:cubicBezTo>
                        <a:cubicBezTo>
                          <a:pt x="973" y="44"/>
                          <a:pt x="973" y="44"/>
                          <a:pt x="973" y="44"/>
                        </a:cubicBezTo>
                        <a:cubicBezTo>
                          <a:pt x="1102" y="118"/>
                          <a:pt x="1102" y="118"/>
                          <a:pt x="1102" y="118"/>
                        </a:cubicBezTo>
                        <a:lnTo>
                          <a:pt x="1102" y="270"/>
                        </a:lnTo>
                        <a:close/>
                        <a:moveTo>
                          <a:pt x="1920" y="544"/>
                        </a:moveTo>
                        <a:cubicBezTo>
                          <a:pt x="1789" y="470"/>
                          <a:pt x="1789" y="470"/>
                          <a:pt x="1789" y="470"/>
                        </a:cubicBezTo>
                        <a:cubicBezTo>
                          <a:pt x="1782" y="467"/>
                          <a:pt x="1774" y="465"/>
                          <a:pt x="1767" y="465"/>
                        </a:cubicBezTo>
                        <a:cubicBezTo>
                          <a:pt x="1760" y="465"/>
                          <a:pt x="1752" y="467"/>
                          <a:pt x="1745" y="471"/>
                        </a:cubicBezTo>
                        <a:cubicBezTo>
                          <a:pt x="1615" y="544"/>
                          <a:pt x="1615" y="544"/>
                          <a:pt x="1615" y="544"/>
                        </a:cubicBezTo>
                        <a:cubicBezTo>
                          <a:pt x="1602" y="552"/>
                          <a:pt x="1593" y="567"/>
                          <a:pt x="1593" y="583"/>
                        </a:cubicBezTo>
                        <a:cubicBezTo>
                          <a:pt x="1593" y="733"/>
                          <a:pt x="1593" y="733"/>
                          <a:pt x="1593" y="733"/>
                        </a:cubicBezTo>
                        <a:cubicBezTo>
                          <a:pt x="1495" y="781"/>
                          <a:pt x="1495" y="781"/>
                          <a:pt x="1495" y="781"/>
                        </a:cubicBezTo>
                        <a:cubicBezTo>
                          <a:pt x="1465" y="838"/>
                          <a:pt x="1465" y="838"/>
                          <a:pt x="1465" y="838"/>
                        </a:cubicBezTo>
                        <a:cubicBezTo>
                          <a:pt x="1465" y="840"/>
                          <a:pt x="1466" y="842"/>
                          <a:pt x="1467" y="843"/>
                        </a:cubicBezTo>
                        <a:cubicBezTo>
                          <a:pt x="1613" y="772"/>
                          <a:pt x="1613" y="772"/>
                          <a:pt x="1613" y="772"/>
                        </a:cubicBezTo>
                        <a:cubicBezTo>
                          <a:pt x="1614" y="773"/>
                          <a:pt x="1614" y="774"/>
                          <a:pt x="1615" y="774"/>
                        </a:cubicBezTo>
                        <a:cubicBezTo>
                          <a:pt x="1745" y="848"/>
                          <a:pt x="1745" y="848"/>
                          <a:pt x="1745" y="848"/>
                        </a:cubicBezTo>
                        <a:cubicBezTo>
                          <a:pt x="1752" y="852"/>
                          <a:pt x="1760" y="854"/>
                          <a:pt x="1767" y="854"/>
                        </a:cubicBezTo>
                        <a:cubicBezTo>
                          <a:pt x="1774" y="854"/>
                          <a:pt x="1782" y="852"/>
                          <a:pt x="1789" y="848"/>
                        </a:cubicBezTo>
                        <a:cubicBezTo>
                          <a:pt x="1920" y="774"/>
                          <a:pt x="1920" y="774"/>
                          <a:pt x="1920" y="774"/>
                        </a:cubicBezTo>
                        <a:cubicBezTo>
                          <a:pt x="1934" y="767"/>
                          <a:pt x="1942" y="752"/>
                          <a:pt x="1942" y="736"/>
                        </a:cubicBezTo>
                        <a:cubicBezTo>
                          <a:pt x="1942" y="583"/>
                          <a:pt x="1942" y="583"/>
                          <a:pt x="1942" y="583"/>
                        </a:cubicBezTo>
                        <a:cubicBezTo>
                          <a:pt x="1942" y="567"/>
                          <a:pt x="1934" y="552"/>
                          <a:pt x="1920" y="544"/>
                        </a:cubicBezTo>
                        <a:close/>
                        <a:moveTo>
                          <a:pt x="1898" y="736"/>
                        </a:moveTo>
                        <a:cubicBezTo>
                          <a:pt x="1767" y="810"/>
                          <a:pt x="1767" y="810"/>
                          <a:pt x="1767" y="810"/>
                        </a:cubicBezTo>
                        <a:cubicBezTo>
                          <a:pt x="1637" y="736"/>
                          <a:pt x="1637" y="736"/>
                          <a:pt x="1637" y="736"/>
                        </a:cubicBezTo>
                        <a:cubicBezTo>
                          <a:pt x="1637" y="583"/>
                          <a:pt x="1637" y="583"/>
                          <a:pt x="1637" y="583"/>
                        </a:cubicBezTo>
                        <a:cubicBezTo>
                          <a:pt x="1767" y="509"/>
                          <a:pt x="1767" y="509"/>
                          <a:pt x="1767" y="509"/>
                        </a:cubicBezTo>
                        <a:cubicBezTo>
                          <a:pt x="1898" y="583"/>
                          <a:pt x="1898" y="583"/>
                          <a:pt x="1898" y="583"/>
                        </a:cubicBezTo>
                        <a:lnTo>
                          <a:pt x="1898" y="736"/>
                        </a:lnTo>
                        <a:close/>
                        <a:moveTo>
                          <a:pt x="152" y="848"/>
                        </a:moveTo>
                        <a:cubicBezTo>
                          <a:pt x="159" y="852"/>
                          <a:pt x="166" y="854"/>
                          <a:pt x="174" y="854"/>
                        </a:cubicBezTo>
                        <a:cubicBezTo>
                          <a:pt x="181" y="854"/>
                          <a:pt x="189" y="852"/>
                          <a:pt x="195" y="848"/>
                        </a:cubicBezTo>
                        <a:cubicBezTo>
                          <a:pt x="326" y="774"/>
                          <a:pt x="326" y="774"/>
                          <a:pt x="326" y="774"/>
                        </a:cubicBezTo>
                        <a:cubicBezTo>
                          <a:pt x="327" y="774"/>
                          <a:pt x="328" y="773"/>
                          <a:pt x="329" y="772"/>
                        </a:cubicBezTo>
                        <a:cubicBezTo>
                          <a:pt x="396" y="805"/>
                          <a:pt x="396" y="805"/>
                          <a:pt x="396" y="805"/>
                        </a:cubicBezTo>
                        <a:cubicBezTo>
                          <a:pt x="399" y="798"/>
                          <a:pt x="402" y="790"/>
                          <a:pt x="406" y="783"/>
                        </a:cubicBezTo>
                        <a:cubicBezTo>
                          <a:pt x="413" y="765"/>
                          <a:pt x="413" y="765"/>
                          <a:pt x="413" y="765"/>
                        </a:cubicBezTo>
                        <a:cubicBezTo>
                          <a:pt x="349" y="733"/>
                          <a:pt x="349" y="733"/>
                          <a:pt x="349" y="733"/>
                        </a:cubicBezTo>
                        <a:cubicBezTo>
                          <a:pt x="349" y="583"/>
                          <a:pt x="349" y="583"/>
                          <a:pt x="349" y="583"/>
                        </a:cubicBezTo>
                        <a:cubicBezTo>
                          <a:pt x="349" y="567"/>
                          <a:pt x="340" y="552"/>
                          <a:pt x="326" y="544"/>
                        </a:cubicBezTo>
                        <a:cubicBezTo>
                          <a:pt x="195" y="470"/>
                          <a:pt x="195" y="470"/>
                          <a:pt x="195" y="470"/>
                        </a:cubicBezTo>
                        <a:cubicBezTo>
                          <a:pt x="189" y="467"/>
                          <a:pt x="181" y="465"/>
                          <a:pt x="174" y="465"/>
                        </a:cubicBezTo>
                        <a:cubicBezTo>
                          <a:pt x="166" y="465"/>
                          <a:pt x="159" y="467"/>
                          <a:pt x="152" y="471"/>
                        </a:cubicBezTo>
                        <a:cubicBezTo>
                          <a:pt x="22" y="544"/>
                          <a:pt x="22" y="544"/>
                          <a:pt x="22" y="544"/>
                        </a:cubicBezTo>
                        <a:cubicBezTo>
                          <a:pt x="8" y="552"/>
                          <a:pt x="0" y="567"/>
                          <a:pt x="0" y="583"/>
                        </a:cubicBezTo>
                        <a:cubicBezTo>
                          <a:pt x="0" y="736"/>
                          <a:pt x="0" y="736"/>
                          <a:pt x="0" y="736"/>
                        </a:cubicBezTo>
                        <a:cubicBezTo>
                          <a:pt x="0" y="752"/>
                          <a:pt x="8" y="766"/>
                          <a:pt x="22" y="774"/>
                        </a:cubicBezTo>
                        <a:lnTo>
                          <a:pt x="152" y="848"/>
                        </a:lnTo>
                        <a:close/>
                        <a:moveTo>
                          <a:pt x="44" y="583"/>
                        </a:moveTo>
                        <a:cubicBezTo>
                          <a:pt x="174" y="509"/>
                          <a:pt x="174" y="509"/>
                          <a:pt x="174" y="509"/>
                        </a:cubicBezTo>
                        <a:cubicBezTo>
                          <a:pt x="305" y="583"/>
                          <a:pt x="305" y="583"/>
                          <a:pt x="305" y="583"/>
                        </a:cubicBezTo>
                        <a:cubicBezTo>
                          <a:pt x="305" y="736"/>
                          <a:pt x="305" y="736"/>
                          <a:pt x="305" y="736"/>
                        </a:cubicBezTo>
                        <a:cubicBezTo>
                          <a:pt x="174" y="810"/>
                          <a:pt x="174" y="810"/>
                          <a:pt x="174" y="810"/>
                        </a:cubicBezTo>
                        <a:cubicBezTo>
                          <a:pt x="44" y="736"/>
                          <a:pt x="44" y="736"/>
                          <a:pt x="44" y="736"/>
                        </a:cubicBezTo>
                        <a:lnTo>
                          <a:pt x="44" y="583"/>
                        </a:lnTo>
                        <a:close/>
                        <a:moveTo>
                          <a:pt x="1898" y="1339"/>
                        </a:moveTo>
                        <a:cubicBezTo>
                          <a:pt x="1767" y="1265"/>
                          <a:pt x="1767" y="1265"/>
                          <a:pt x="1767" y="1265"/>
                        </a:cubicBezTo>
                        <a:cubicBezTo>
                          <a:pt x="1760" y="1261"/>
                          <a:pt x="1752" y="1259"/>
                          <a:pt x="1745" y="1259"/>
                        </a:cubicBezTo>
                        <a:cubicBezTo>
                          <a:pt x="1738" y="1259"/>
                          <a:pt x="1730" y="1261"/>
                          <a:pt x="1723" y="1265"/>
                        </a:cubicBezTo>
                        <a:cubicBezTo>
                          <a:pt x="1593" y="1339"/>
                          <a:pt x="1593" y="1339"/>
                          <a:pt x="1593" y="1339"/>
                        </a:cubicBezTo>
                        <a:cubicBezTo>
                          <a:pt x="1592" y="1339"/>
                          <a:pt x="1592" y="1340"/>
                          <a:pt x="1591" y="1341"/>
                        </a:cubicBezTo>
                        <a:cubicBezTo>
                          <a:pt x="1484" y="1289"/>
                          <a:pt x="1484" y="1289"/>
                          <a:pt x="1484" y="1289"/>
                        </a:cubicBezTo>
                        <a:cubicBezTo>
                          <a:pt x="1522" y="1356"/>
                          <a:pt x="1522" y="1356"/>
                          <a:pt x="1522" y="1356"/>
                        </a:cubicBezTo>
                        <a:cubicBezTo>
                          <a:pt x="1571" y="1380"/>
                          <a:pt x="1571" y="1380"/>
                          <a:pt x="1571" y="1380"/>
                        </a:cubicBezTo>
                        <a:cubicBezTo>
                          <a:pt x="1571" y="1528"/>
                          <a:pt x="1571" y="1528"/>
                          <a:pt x="1571" y="1528"/>
                        </a:cubicBezTo>
                        <a:cubicBezTo>
                          <a:pt x="1571" y="1543"/>
                          <a:pt x="1579" y="1558"/>
                          <a:pt x="1593" y="1566"/>
                        </a:cubicBezTo>
                        <a:cubicBezTo>
                          <a:pt x="1723" y="1643"/>
                          <a:pt x="1723" y="1643"/>
                          <a:pt x="1723" y="1643"/>
                        </a:cubicBezTo>
                        <a:cubicBezTo>
                          <a:pt x="1730" y="1647"/>
                          <a:pt x="1737" y="1649"/>
                          <a:pt x="1745" y="1649"/>
                        </a:cubicBezTo>
                        <a:cubicBezTo>
                          <a:pt x="1753" y="1649"/>
                          <a:pt x="1760" y="1647"/>
                          <a:pt x="1767" y="1643"/>
                        </a:cubicBezTo>
                        <a:cubicBezTo>
                          <a:pt x="1898" y="1566"/>
                          <a:pt x="1898" y="1566"/>
                          <a:pt x="1898" y="1566"/>
                        </a:cubicBezTo>
                        <a:cubicBezTo>
                          <a:pt x="1912" y="1558"/>
                          <a:pt x="1920" y="1544"/>
                          <a:pt x="1920" y="1528"/>
                        </a:cubicBezTo>
                        <a:cubicBezTo>
                          <a:pt x="1920" y="1377"/>
                          <a:pt x="1920" y="1377"/>
                          <a:pt x="1920" y="1377"/>
                        </a:cubicBezTo>
                        <a:cubicBezTo>
                          <a:pt x="1920" y="1361"/>
                          <a:pt x="1912" y="1346"/>
                          <a:pt x="1898" y="1339"/>
                        </a:cubicBezTo>
                        <a:close/>
                        <a:moveTo>
                          <a:pt x="1876" y="1528"/>
                        </a:moveTo>
                        <a:cubicBezTo>
                          <a:pt x="1745" y="1605"/>
                          <a:pt x="1745" y="1605"/>
                          <a:pt x="1745" y="1605"/>
                        </a:cubicBezTo>
                        <a:cubicBezTo>
                          <a:pt x="1615" y="1528"/>
                          <a:pt x="1615" y="1528"/>
                          <a:pt x="1615" y="1528"/>
                        </a:cubicBezTo>
                        <a:cubicBezTo>
                          <a:pt x="1615" y="1377"/>
                          <a:pt x="1615" y="1377"/>
                          <a:pt x="1615" y="1377"/>
                        </a:cubicBezTo>
                        <a:cubicBezTo>
                          <a:pt x="1745" y="1303"/>
                          <a:pt x="1745" y="1303"/>
                          <a:pt x="1745" y="1303"/>
                        </a:cubicBezTo>
                        <a:cubicBezTo>
                          <a:pt x="1876" y="1377"/>
                          <a:pt x="1876" y="1377"/>
                          <a:pt x="1876" y="1377"/>
                        </a:cubicBezTo>
                        <a:lnTo>
                          <a:pt x="1876" y="1528"/>
                        </a:lnTo>
                        <a:close/>
                        <a:moveTo>
                          <a:pt x="1123" y="1805"/>
                        </a:moveTo>
                        <a:cubicBezTo>
                          <a:pt x="995" y="1735"/>
                          <a:pt x="995" y="1735"/>
                          <a:pt x="995" y="1735"/>
                        </a:cubicBezTo>
                        <a:cubicBezTo>
                          <a:pt x="995" y="1693"/>
                          <a:pt x="995" y="1693"/>
                          <a:pt x="995" y="1693"/>
                        </a:cubicBezTo>
                        <a:cubicBezTo>
                          <a:pt x="970" y="1696"/>
                          <a:pt x="970" y="1696"/>
                          <a:pt x="970" y="1696"/>
                        </a:cubicBezTo>
                        <a:cubicBezTo>
                          <a:pt x="951" y="1666"/>
                          <a:pt x="951" y="1666"/>
                          <a:pt x="951" y="1666"/>
                        </a:cubicBezTo>
                        <a:cubicBezTo>
                          <a:pt x="951" y="1735"/>
                          <a:pt x="951" y="1735"/>
                          <a:pt x="951" y="1735"/>
                        </a:cubicBezTo>
                        <a:cubicBezTo>
                          <a:pt x="819" y="1804"/>
                          <a:pt x="819" y="1804"/>
                          <a:pt x="819" y="1804"/>
                        </a:cubicBezTo>
                        <a:cubicBezTo>
                          <a:pt x="805" y="1812"/>
                          <a:pt x="796" y="1827"/>
                          <a:pt x="796" y="1843"/>
                        </a:cubicBezTo>
                        <a:cubicBezTo>
                          <a:pt x="796" y="1996"/>
                          <a:pt x="796" y="1996"/>
                          <a:pt x="796" y="1996"/>
                        </a:cubicBezTo>
                        <a:cubicBezTo>
                          <a:pt x="796" y="2012"/>
                          <a:pt x="805" y="2026"/>
                          <a:pt x="819" y="2034"/>
                        </a:cubicBezTo>
                        <a:cubicBezTo>
                          <a:pt x="952" y="2108"/>
                          <a:pt x="952" y="2108"/>
                          <a:pt x="952" y="2108"/>
                        </a:cubicBezTo>
                        <a:cubicBezTo>
                          <a:pt x="959" y="2111"/>
                          <a:pt x="966" y="2113"/>
                          <a:pt x="973" y="2113"/>
                        </a:cubicBezTo>
                        <a:cubicBezTo>
                          <a:pt x="981" y="2113"/>
                          <a:pt x="989" y="2111"/>
                          <a:pt x="995" y="2107"/>
                        </a:cubicBezTo>
                        <a:cubicBezTo>
                          <a:pt x="1124" y="2033"/>
                          <a:pt x="1124" y="2033"/>
                          <a:pt x="1124" y="2033"/>
                        </a:cubicBezTo>
                        <a:cubicBezTo>
                          <a:pt x="1138" y="2025"/>
                          <a:pt x="1146" y="2011"/>
                          <a:pt x="1146" y="1995"/>
                        </a:cubicBezTo>
                        <a:cubicBezTo>
                          <a:pt x="1146" y="1844"/>
                          <a:pt x="1146" y="1844"/>
                          <a:pt x="1146" y="1844"/>
                        </a:cubicBezTo>
                        <a:cubicBezTo>
                          <a:pt x="1146" y="1828"/>
                          <a:pt x="1137" y="1813"/>
                          <a:pt x="1123" y="1805"/>
                        </a:cubicBezTo>
                        <a:close/>
                        <a:moveTo>
                          <a:pt x="1102" y="1995"/>
                        </a:moveTo>
                        <a:cubicBezTo>
                          <a:pt x="973" y="2069"/>
                          <a:pt x="973" y="2069"/>
                          <a:pt x="973" y="2069"/>
                        </a:cubicBezTo>
                        <a:cubicBezTo>
                          <a:pt x="840" y="1996"/>
                          <a:pt x="840" y="1996"/>
                          <a:pt x="840" y="1996"/>
                        </a:cubicBezTo>
                        <a:cubicBezTo>
                          <a:pt x="840" y="1843"/>
                          <a:pt x="840" y="1843"/>
                          <a:pt x="840" y="1843"/>
                        </a:cubicBezTo>
                        <a:cubicBezTo>
                          <a:pt x="973" y="1773"/>
                          <a:pt x="973" y="1773"/>
                          <a:pt x="973" y="1773"/>
                        </a:cubicBezTo>
                        <a:cubicBezTo>
                          <a:pt x="1102" y="1844"/>
                          <a:pt x="1102" y="1844"/>
                          <a:pt x="1102" y="1844"/>
                        </a:cubicBezTo>
                        <a:lnTo>
                          <a:pt x="1102" y="1995"/>
                        </a:lnTo>
                        <a:close/>
                      </a:path>
                    </a:pathLst>
                  </a:custGeom>
                  <a:solidFill>
                    <a:schemeClr val="accent1"/>
                  </a:solidFill>
                  <a:ln>
                    <a:noFill/>
                  </a:ln>
                </p:spPr>
                <p:txBody>
                  <a:bodyPr vert="horz" wrap="square" lIns="78181" tIns="39091" rIns="78181" bIns="39091" numCol="1" anchor="t" anchorCtr="0" compatLnSpc="1">
                    <a:prstTxWarp prst="textNoShape">
                      <a:avLst/>
                    </a:prstTxWarp>
                  </a:bodyPr>
                  <a:lstStyle/>
                  <a:p>
                    <a:endParaRPr lang="es-CL"/>
                  </a:p>
                </p:txBody>
              </p:sp>
              <p:sp>
                <p:nvSpPr>
                  <p:cNvPr id="34" name="Freeform 157">
                    <a:extLst>
                      <a:ext uri="{FF2B5EF4-FFF2-40B4-BE49-F238E27FC236}">
                        <a16:creationId xmlns:a16="http://schemas.microsoft.com/office/drawing/2014/main" id="{92651913-EF45-7F2F-11DB-0835B4ED3479}"/>
                      </a:ext>
                    </a:extLst>
                  </p:cNvPr>
                  <p:cNvSpPr>
                    <a:spLocks/>
                  </p:cNvSpPr>
                  <p:nvPr/>
                </p:nvSpPr>
                <p:spPr bwMode="auto">
                  <a:xfrm>
                    <a:off x="1305036" y="1961655"/>
                    <a:ext cx="1260557" cy="1373349"/>
                  </a:xfrm>
                  <a:custGeom>
                    <a:avLst/>
                    <a:gdLst>
                      <a:gd name="T0" fmla="*/ 0 w 1766"/>
                      <a:gd name="T1" fmla="*/ 513 h 1924"/>
                      <a:gd name="T2" fmla="*/ 173 w 1766"/>
                      <a:gd name="T3" fmla="*/ 615 h 1924"/>
                      <a:gd name="T4" fmla="*/ 1571 w 1766"/>
                      <a:gd name="T5" fmla="*/ 1408 h 1924"/>
                      <a:gd name="T6" fmla="*/ 1744 w 1766"/>
                      <a:gd name="T7" fmla="*/ 1308 h 1924"/>
                      <a:gd name="T8" fmla="*/ 970 w 1766"/>
                      <a:gd name="T9" fmla="*/ 149 h 1924"/>
                      <a:gd name="T10" fmla="*/ 796 w 1766"/>
                      <a:gd name="T11" fmla="*/ 49 h 1924"/>
                      <a:gd name="T12" fmla="*/ 970 w 1766"/>
                      <a:gd name="T13" fmla="*/ 149 h 1924"/>
                      <a:gd name="T14" fmla="*/ 1593 w 1766"/>
                      <a:gd name="T15" fmla="*/ 615 h 1924"/>
                      <a:gd name="T16" fmla="*/ 1766 w 1766"/>
                      <a:gd name="T17" fmla="*/ 513 h 1924"/>
                      <a:gd name="T18" fmla="*/ 21 w 1766"/>
                      <a:gd name="T19" fmla="*/ 1408 h 1924"/>
                      <a:gd name="T20" fmla="*/ 195 w 1766"/>
                      <a:gd name="T21" fmla="*/ 1308 h 1924"/>
                      <a:gd name="T22" fmla="*/ 882 w 1766"/>
                      <a:gd name="T23" fmla="*/ 763 h 1924"/>
                      <a:gd name="T24" fmla="*/ 1078 w 1766"/>
                      <a:gd name="T25" fmla="*/ 962 h 1924"/>
                      <a:gd name="T26" fmla="*/ 796 w 1766"/>
                      <a:gd name="T27" fmla="*/ 1875 h 1924"/>
                      <a:gd name="T28" fmla="*/ 970 w 1766"/>
                      <a:gd name="T29" fmla="*/ 1775 h 1924"/>
                      <a:gd name="T30" fmla="*/ 1468 w 1766"/>
                      <a:gd name="T31" fmla="*/ 942 h 1924"/>
                      <a:gd name="T32" fmla="*/ 1464 w 1766"/>
                      <a:gd name="T33" fmla="*/ 1040 h 1924"/>
                      <a:gd name="T34" fmla="*/ 1385 w 1766"/>
                      <a:gd name="T35" fmla="*/ 1264 h 1924"/>
                      <a:gd name="T36" fmla="*/ 1335 w 1766"/>
                      <a:gd name="T37" fmla="*/ 1335 h 1924"/>
                      <a:gd name="T38" fmla="*/ 1172 w 1766"/>
                      <a:gd name="T39" fmla="*/ 1365 h 1924"/>
                      <a:gd name="T40" fmla="*/ 1054 w 1766"/>
                      <a:gd name="T41" fmla="*/ 1529 h 1924"/>
                      <a:gd name="T42" fmla="*/ 905 w 1766"/>
                      <a:gd name="T43" fmla="*/ 1554 h 1924"/>
                      <a:gd name="T44" fmla="*/ 767 w 1766"/>
                      <a:gd name="T45" fmla="*/ 1438 h 1924"/>
                      <a:gd name="T46" fmla="*/ 598 w 1766"/>
                      <a:gd name="T47" fmla="*/ 1479 h 1924"/>
                      <a:gd name="T48" fmla="*/ 542 w 1766"/>
                      <a:gd name="T49" fmla="*/ 1444 h 1924"/>
                      <a:gd name="T50" fmla="*/ 483 w 1766"/>
                      <a:gd name="T51" fmla="*/ 1251 h 1924"/>
                      <a:gd name="T52" fmla="*/ 337 w 1766"/>
                      <a:gd name="T53" fmla="*/ 1172 h 1924"/>
                      <a:gd name="T54" fmla="*/ 334 w 1766"/>
                      <a:gd name="T55" fmla="*/ 1161 h 1924"/>
                      <a:gd name="T56" fmla="*/ 389 w 1766"/>
                      <a:gd name="T57" fmla="*/ 1019 h 1924"/>
                      <a:gd name="T58" fmla="*/ 315 w 1766"/>
                      <a:gd name="T59" fmla="*/ 829 h 1924"/>
                      <a:gd name="T60" fmla="*/ 358 w 1766"/>
                      <a:gd name="T61" fmla="*/ 706 h 1924"/>
                      <a:gd name="T62" fmla="*/ 535 w 1766"/>
                      <a:gd name="T63" fmla="*/ 612 h 1924"/>
                      <a:gd name="T64" fmla="*/ 572 w 1766"/>
                      <a:gd name="T65" fmla="*/ 461 h 1924"/>
                      <a:gd name="T66" fmla="*/ 665 w 1766"/>
                      <a:gd name="T67" fmla="*/ 411 h 1924"/>
                      <a:gd name="T68" fmla="*/ 893 w 1766"/>
                      <a:gd name="T69" fmla="*/ 367 h 1924"/>
                      <a:gd name="T70" fmla="*/ 1043 w 1766"/>
                      <a:gd name="T71" fmla="*/ 389 h 1924"/>
                      <a:gd name="T72" fmla="*/ 1153 w 1766"/>
                      <a:gd name="T73" fmla="*/ 554 h 1924"/>
                      <a:gd name="T74" fmla="*/ 1328 w 1766"/>
                      <a:gd name="T75" fmla="*/ 574 h 1924"/>
                      <a:gd name="T76" fmla="*/ 1327 w 1766"/>
                      <a:gd name="T77" fmla="*/ 742 h 1924"/>
                      <a:gd name="T78" fmla="*/ 1465 w 1766"/>
                      <a:gd name="T79" fmla="*/ 888 h 1924"/>
                      <a:gd name="T80" fmla="*/ 1468 w 1766"/>
                      <a:gd name="T81" fmla="*/ 942 h 1924"/>
                      <a:gd name="T82" fmla="*/ 825 w 1766"/>
                      <a:gd name="T83" fmla="*/ 1330 h 1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66" h="1924">
                        <a:moveTo>
                          <a:pt x="86" y="664"/>
                        </a:moveTo>
                        <a:cubicBezTo>
                          <a:pt x="86" y="664"/>
                          <a:pt x="86" y="664"/>
                          <a:pt x="0" y="615"/>
                        </a:cubicBezTo>
                        <a:cubicBezTo>
                          <a:pt x="0" y="615"/>
                          <a:pt x="0" y="615"/>
                          <a:pt x="0" y="513"/>
                        </a:cubicBezTo>
                        <a:cubicBezTo>
                          <a:pt x="0" y="513"/>
                          <a:pt x="0" y="513"/>
                          <a:pt x="86" y="464"/>
                        </a:cubicBezTo>
                        <a:cubicBezTo>
                          <a:pt x="86" y="464"/>
                          <a:pt x="86" y="464"/>
                          <a:pt x="173" y="513"/>
                        </a:cubicBezTo>
                        <a:cubicBezTo>
                          <a:pt x="173" y="513"/>
                          <a:pt x="173" y="513"/>
                          <a:pt x="173" y="615"/>
                        </a:cubicBezTo>
                        <a:lnTo>
                          <a:pt x="86" y="664"/>
                        </a:lnTo>
                        <a:close/>
                        <a:moveTo>
                          <a:pt x="1571" y="1308"/>
                        </a:moveTo>
                        <a:cubicBezTo>
                          <a:pt x="1571" y="1408"/>
                          <a:pt x="1571" y="1408"/>
                          <a:pt x="1571" y="1408"/>
                        </a:cubicBezTo>
                        <a:cubicBezTo>
                          <a:pt x="1657" y="1459"/>
                          <a:pt x="1657" y="1459"/>
                          <a:pt x="1657" y="1459"/>
                        </a:cubicBezTo>
                        <a:cubicBezTo>
                          <a:pt x="1744" y="1408"/>
                          <a:pt x="1744" y="1408"/>
                          <a:pt x="1744" y="1408"/>
                        </a:cubicBezTo>
                        <a:cubicBezTo>
                          <a:pt x="1744" y="1308"/>
                          <a:pt x="1744" y="1308"/>
                          <a:pt x="1744" y="1308"/>
                        </a:cubicBezTo>
                        <a:cubicBezTo>
                          <a:pt x="1657" y="1259"/>
                          <a:pt x="1657" y="1259"/>
                          <a:pt x="1657" y="1259"/>
                        </a:cubicBezTo>
                        <a:lnTo>
                          <a:pt x="1571" y="1308"/>
                        </a:lnTo>
                        <a:close/>
                        <a:moveTo>
                          <a:pt x="970" y="149"/>
                        </a:moveTo>
                        <a:cubicBezTo>
                          <a:pt x="970" y="49"/>
                          <a:pt x="970" y="49"/>
                          <a:pt x="970" y="49"/>
                        </a:cubicBezTo>
                        <a:cubicBezTo>
                          <a:pt x="885" y="0"/>
                          <a:pt x="885" y="0"/>
                          <a:pt x="885" y="0"/>
                        </a:cubicBezTo>
                        <a:cubicBezTo>
                          <a:pt x="796" y="49"/>
                          <a:pt x="796" y="49"/>
                          <a:pt x="796" y="49"/>
                        </a:cubicBezTo>
                        <a:cubicBezTo>
                          <a:pt x="796" y="149"/>
                          <a:pt x="796" y="149"/>
                          <a:pt x="796" y="149"/>
                        </a:cubicBezTo>
                        <a:cubicBezTo>
                          <a:pt x="885" y="196"/>
                          <a:pt x="885" y="196"/>
                          <a:pt x="885" y="196"/>
                        </a:cubicBezTo>
                        <a:lnTo>
                          <a:pt x="970" y="149"/>
                        </a:lnTo>
                        <a:close/>
                        <a:moveTo>
                          <a:pt x="1679" y="464"/>
                        </a:moveTo>
                        <a:cubicBezTo>
                          <a:pt x="1593" y="513"/>
                          <a:pt x="1593" y="513"/>
                          <a:pt x="1593" y="513"/>
                        </a:cubicBezTo>
                        <a:cubicBezTo>
                          <a:pt x="1593" y="615"/>
                          <a:pt x="1593" y="615"/>
                          <a:pt x="1593" y="615"/>
                        </a:cubicBezTo>
                        <a:cubicBezTo>
                          <a:pt x="1679" y="664"/>
                          <a:pt x="1679" y="664"/>
                          <a:pt x="1679" y="664"/>
                        </a:cubicBezTo>
                        <a:cubicBezTo>
                          <a:pt x="1766" y="615"/>
                          <a:pt x="1766" y="615"/>
                          <a:pt x="1766" y="615"/>
                        </a:cubicBezTo>
                        <a:cubicBezTo>
                          <a:pt x="1766" y="513"/>
                          <a:pt x="1766" y="513"/>
                          <a:pt x="1766" y="513"/>
                        </a:cubicBezTo>
                        <a:lnTo>
                          <a:pt x="1679" y="464"/>
                        </a:lnTo>
                        <a:close/>
                        <a:moveTo>
                          <a:pt x="21" y="1308"/>
                        </a:moveTo>
                        <a:cubicBezTo>
                          <a:pt x="21" y="1408"/>
                          <a:pt x="21" y="1408"/>
                          <a:pt x="21" y="1408"/>
                        </a:cubicBezTo>
                        <a:cubicBezTo>
                          <a:pt x="108" y="1459"/>
                          <a:pt x="108" y="1459"/>
                          <a:pt x="108" y="1459"/>
                        </a:cubicBezTo>
                        <a:cubicBezTo>
                          <a:pt x="195" y="1408"/>
                          <a:pt x="195" y="1408"/>
                          <a:pt x="195" y="1408"/>
                        </a:cubicBezTo>
                        <a:cubicBezTo>
                          <a:pt x="195" y="1308"/>
                          <a:pt x="195" y="1308"/>
                          <a:pt x="195" y="1308"/>
                        </a:cubicBezTo>
                        <a:cubicBezTo>
                          <a:pt x="108" y="1259"/>
                          <a:pt x="108" y="1259"/>
                          <a:pt x="108" y="1259"/>
                        </a:cubicBezTo>
                        <a:lnTo>
                          <a:pt x="21" y="1308"/>
                        </a:lnTo>
                        <a:close/>
                        <a:moveTo>
                          <a:pt x="882" y="763"/>
                        </a:moveTo>
                        <a:cubicBezTo>
                          <a:pt x="775" y="763"/>
                          <a:pt x="688" y="852"/>
                          <a:pt x="688" y="962"/>
                        </a:cubicBezTo>
                        <a:cubicBezTo>
                          <a:pt x="688" y="1071"/>
                          <a:pt x="775" y="1160"/>
                          <a:pt x="882" y="1160"/>
                        </a:cubicBezTo>
                        <a:cubicBezTo>
                          <a:pt x="990" y="1160"/>
                          <a:pt x="1078" y="1071"/>
                          <a:pt x="1078" y="962"/>
                        </a:cubicBezTo>
                        <a:cubicBezTo>
                          <a:pt x="1078" y="852"/>
                          <a:pt x="990" y="763"/>
                          <a:pt x="882" y="763"/>
                        </a:cubicBezTo>
                        <a:close/>
                        <a:moveTo>
                          <a:pt x="796" y="1775"/>
                        </a:moveTo>
                        <a:cubicBezTo>
                          <a:pt x="796" y="1875"/>
                          <a:pt x="796" y="1875"/>
                          <a:pt x="796" y="1875"/>
                        </a:cubicBezTo>
                        <a:cubicBezTo>
                          <a:pt x="885" y="1924"/>
                          <a:pt x="885" y="1924"/>
                          <a:pt x="885" y="1924"/>
                        </a:cubicBezTo>
                        <a:cubicBezTo>
                          <a:pt x="970" y="1875"/>
                          <a:pt x="970" y="1875"/>
                          <a:pt x="970" y="1875"/>
                        </a:cubicBezTo>
                        <a:cubicBezTo>
                          <a:pt x="970" y="1775"/>
                          <a:pt x="970" y="1775"/>
                          <a:pt x="970" y="1775"/>
                        </a:cubicBezTo>
                        <a:cubicBezTo>
                          <a:pt x="885" y="1728"/>
                          <a:pt x="885" y="1728"/>
                          <a:pt x="885" y="1728"/>
                        </a:cubicBezTo>
                        <a:lnTo>
                          <a:pt x="796" y="1775"/>
                        </a:lnTo>
                        <a:close/>
                        <a:moveTo>
                          <a:pt x="1468" y="942"/>
                        </a:moveTo>
                        <a:cubicBezTo>
                          <a:pt x="1468" y="942"/>
                          <a:pt x="1468" y="942"/>
                          <a:pt x="1469" y="953"/>
                        </a:cubicBezTo>
                        <a:cubicBezTo>
                          <a:pt x="1469" y="954"/>
                          <a:pt x="1469" y="987"/>
                          <a:pt x="1466" y="1017"/>
                        </a:cubicBezTo>
                        <a:cubicBezTo>
                          <a:pt x="1466" y="1017"/>
                          <a:pt x="1466" y="1017"/>
                          <a:pt x="1464" y="1040"/>
                        </a:cubicBezTo>
                        <a:cubicBezTo>
                          <a:pt x="1464" y="1040"/>
                          <a:pt x="1464" y="1040"/>
                          <a:pt x="1370" y="1078"/>
                        </a:cubicBezTo>
                        <a:cubicBezTo>
                          <a:pt x="1363" y="1111"/>
                          <a:pt x="1351" y="1144"/>
                          <a:pt x="1335" y="1175"/>
                        </a:cubicBezTo>
                        <a:cubicBezTo>
                          <a:pt x="1335" y="1175"/>
                          <a:pt x="1335" y="1175"/>
                          <a:pt x="1385" y="1264"/>
                        </a:cubicBezTo>
                        <a:cubicBezTo>
                          <a:pt x="1385" y="1264"/>
                          <a:pt x="1385" y="1264"/>
                          <a:pt x="1374" y="1281"/>
                        </a:cubicBezTo>
                        <a:cubicBezTo>
                          <a:pt x="1357" y="1309"/>
                          <a:pt x="1336" y="1334"/>
                          <a:pt x="1336" y="1335"/>
                        </a:cubicBezTo>
                        <a:cubicBezTo>
                          <a:pt x="1336" y="1335"/>
                          <a:pt x="1336" y="1335"/>
                          <a:pt x="1335" y="1335"/>
                        </a:cubicBezTo>
                        <a:cubicBezTo>
                          <a:pt x="1329" y="1344"/>
                          <a:pt x="1316" y="1359"/>
                          <a:pt x="1292" y="1384"/>
                        </a:cubicBezTo>
                        <a:cubicBezTo>
                          <a:pt x="1292" y="1384"/>
                          <a:pt x="1292" y="1384"/>
                          <a:pt x="1276" y="1400"/>
                        </a:cubicBezTo>
                        <a:cubicBezTo>
                          <a:pt x="1276" y="1400"/>
                          <a:pt x="1276" y="1400"/>
                          <a:pt x="1172" y="1365"/>
                        </a:cubicBezTo>
                        <a:cubicBezTo>
                          <a:pt x="1145" y="1383"/>
                          <a:pt x="1120" y="1397"/>
                          <a:pt x="1095" y="1408"/>
                        </a:cubicBezTo>
                        <a:cubicBezTo>
                          <a:pt x="1095" y="1408"/>
                          <a:pt x="1095" y="1408"/>
                          <a:pt x="1076" y="1522"/>
                        </a:cubicBezTo>
                        <a:cubicBezTo>
                          <a:pt x="1076" y="1522"/>
                          <a:pt x="1076" y="1522"/>
                          <a:pt x="1054" y="1529"/>
                        </a:cubicBezTo>
                        <a:cubicBezTo>
                          <a:pt x="1019" y="1538"/>
                          <a:pt x="1000" y="1542"/>
                          <a:pt x="990" y="1543"/>
                        </a:cubicBezTo>
                        <a:cubicBezTo>
                          <a:pt x="989" y="1544"/>
                          <a:pt x="958" y="1549"/>
                          <a:pt x="927" y="1552"/>
                        </a:cubicBezTo>
                        <a:cubicBezTo>
                          <a:pt x="927" y="1552"/>
                          <a:pt x="927" y="1552"/>
                          <a:pt x="905" y="1554"/>
                        </a:cubicBezTo>
                        <a:cubicBezTo>
                          <a:pt x="905" y="1554"/>
                          <a:pt x="905" y="1554"/>
                          <a:pt x="841" y="1451"/>
                        </a:cubicBezTo>
                        <a:cubicBezTo>
                          <a:pt x="829" y="1449"/>
                          <a:pt x="818" y="1448"/>
                          <a:pt x="805" y="1445"/>
                        </a:cubicBezTo>
                        <a:cubicBezTo>
                          <a:pt x="793" y="1444"/>
                          <a:pt x="780" y="1441"/>
                          <a:pt x="767" y="1438"/>
                        </a:cubicBezTo>
                        <a:cubicBezTo>
                          <a:pt x="767" y="1438"/>
                          <a:pt x="767" y="1438"/>
                          <a:pt x="675" y="1517"/>
                        </a:cubicBezTo>
                        <a:cubicBezTo>
                          <a:pt x="675" y="1517"/>
                          <a:pt x="675" y="1517"/>
                          <a:pt x="654" y="1507"/>
                        </a:cubicBezTo>
                        <a:cubicBezTo>
                          <a:pt x="627" y="1495"/>
                          <a:pt x="598" y="1480"/>
                          <a:pt x="598" y="1479"/>
                        </a:cubicBezTo>
                        <a:cubicBezTo>
                          <a:pt x="598" y="1479"/>
                          <a:pt x="598" y="1479"/>
                          <a:pt x="597" y="1479"/>
                        </a:cubicBezTo>
                        <a:cubicBezTo>
                          <a:pt x="597" y="1479"/>
                          <a:pt x="597" y="1479"/>
                          <a:pt x="596" y="1478"/>
                        </a:cubicBezTo>
                        <a:cubicBezTo>
                          <a:pt x="595" y="1477"/>
                          <a:pt x="568" y="1461"/>
                          <a:pt x="542" y="1444"/>
                        </a:cubicBezTo>
                        <a:cubicBezTo>
                          <a:pt x="542" y="1444"/>
                          <a:pt x="542" y="1444"/>
                          <a:pt x="523" y="1431"/>
                        </a:cubicBezTo>
                        <a:cubicBezTo>
                          <a:pt x="523" y="1431"/>
                          <a:pt x="523" y="1431"/>
                          <a:pt x="541" y="1317"/>
                        </a:cubicBezTo>
                        <a:cubicBezTo>
                          <a:pt x="518" y="1295"/>
                          <a:pt x="500" y="1274"/>
                          <a:pt x="483" y="1251"/>
                        </a:cubicBezTo>
                        <a:cubicBezTo>
                          <a:pt x="483" y="1251"/>
                          <a:pt x="483" y="1251"/>
                          <a:pt x="372" y="1252"/>
                        </a:cubicBezTo>
                        <a:cubicBezTo>
                          <a:pt x="372" y="1252"/>
                          <a:pt x="372" y="1252"/>
                          <a:pt x="362" y="1232"/>
                        </a:cubicBezTo>
                        <a:cubicBezTo>
                          <a:pt x="349" y="1203"/>
                          <a:pt x="338" y="1173"/>
                          <a:pt x="337" y="1172"/>
                        </a:cubicBezTo>
                        <a:cubicBezTo>
                          <a:pt x="337" y="1172"/>
                          <a:pt x="337" y="1172"/>
                          <a:pt x="334" y="1163"/>
                        </a:cubicBezTo>
                        <a:cubicBezTo>
                          <a:pt x="334" y="1163"/>
                          <a:pt x="334" y="1163"/>
                          <a:pt x="334" y="1162"/>
                        </a:cubicBezTo>
                        <a:cubicBezTo>
                          <a:pt x="334" y="1162"/>
                          <a:pt x="334" y="1162"/>
                          <a:pt x="334" y="1161"/>
                        </a:cubicBezTo>
                        <a:cubicBezTo>
                          <a:pt x="329" y="1150"/>
                          <a:pt x="323" y="1130"/>
                          <a:pt x="317" y="1110"/>
                        </a:cubicBezTo>
                        <a:cubicBezTo>
                          <a:pt x="317" y="1110"/>
                          <a:pt x="317" y="1110"/>
                          <a:pt x="311" y="1089"/>
                        </a:cubicBezTo>
                        <a:cubicBezTo>
                          <a:pt x="311" y="1089"/>
                          <a:pt x="311" y="1089"/>
                          <a:pt x="389" y="1019"/>
                        </a:cubicBezTo>
                        <a:cubicBezTo>
                          <a:pt x="384" y="985"/>
                          <a:pt x="384" y="951"/>
                          <a:pt x="387" y="917"/>
                        </a:cubicBezTo>
                        <a:cubicBezTo>
                          <a:pt x="387" y="917"/>
                          <a:pt x="387" y="917"/>
                          <a:pt x="308" y="851"/>
                        </a:cubicBezTo>
                        <a:cubicBezTo>
                          <a:pt x="308" y="851"/>
                          <a:pt x="308" y="851"/>
                          <a:pt x="315" y="829"/>
                        </a:cubicBezTo>
                        <a:cubicBezTo>
                          <a:pt x="321" y="804"/>
                          <a:pt x="329" y="779"/>
                          <a:pt x="332" y="769"/>
                        </a:cubicBezTo>
                        <a:cubicBezTo>
                          <a:pt x="334" y="767"/>
                          <a:pt x="334" y="767"/>
                          <a:pt x="334" y="767"/>
                        </a:cubicBezTo>
                        <a:cubicBezTo>
                          <a:pt x="334" y="765"/>
                          <a:pt x="344" y="734"/>
                          <a:pt x="358" y="706"/>
                        </a:cubicBezTo>
                        <a:cubicBezTo>
                          <a:pt x="358" y="706"/>
                          <a:pt x="358" y="706"/>
                          <a:pt x="366" y="686"/>
                        </a:cubicBezTo>
                        <a:cubicBezTo>
                          <a:pt x="366" y="686"/>
                          <a:pt x="366" y="686"/>
                          <a:pt x="474" y="683"/>
                        </a:cubicBezTo>
                        <a:cubicBezTo>
                          <a:pt x="494" y="655"/>
                          <a:pt x="514" y="632"/>
                          <a:pt x="535" y="612"/>
                        </a:cubicBezTo>
                        <a:cubicBezTo>
                          <a:pt x="535" y="612"/>
                          <a:pt x="535" y="612"/>
                          <a:pt x="515" y="502"/>
                        </a:cubicBezTo>
                        <a:cubicBezTo>
                          <a:pt x="515" y="502"/>
                          <a:pt x="515" y="502"/>
                          <a:pt x="533" y="489"/>
                        </a:cubicBezTo>
                        <a:cubicBezTo>
                          <a:pt x="547" y="478"/>
                          <a:pt x="562" y="469"/>
                          <a:pt x="572" y="461"/>
                        </a:cubicBezTo>
                        <a:cubicBezTo>
                          <a:pt x="572" y="461"/>
                          <a:pt x="572" y="461"/>
                          <a:pt x="599" y="445"/>
                        </a:cubicBezTo>
                        <a:cubicBezTo>
                          <a:pt x="610" y="439"/>
                          <a:pt x="626" y="430"/>
                          <a:pt x="644" y="421"/>
                        </a:cubicBezTo>
                        <a:cubicBezTo>
                          <a:pt x="644" y="421"/>
                          <a:pt x="644" y="421"/>
                          <a:pt x="665" y="411"/>
                        </a:cubicBezTo>
                        <a:cubicBezTo>
                          <a:pt x="665" y="411"/>
                          <a:pt x="665" y="411"/>
                          <a:pt x="759" y="489"/>
                        </a:cubicBezTo>
                        <a:cubicBezTo>
                          <a:pt x="784" y="484"/>
                          <a:pt x="808" y="480"/>
                          <a:pt x="831" y="477"/>
                        </a:cubicBezTo>
                        <a:cubicBezTo>
                          <a:pt x="831" y="477"/>
                          <a:pt x="831" y="477"/>
                          <a:pt x="893" y="367"/>
                        </a:cubicBezTo>
                        <a:cubicBezTo>
                          <a:pt x="893" y="367"/>
                          <a:pt x="893" y="367"/>
                          <a:pt x="916" y="368"/>
                        </a:cubicBezTo>
                        <a:cubicBezTo>
                          <a:pt x="947" y="371"/>
                          <a:pt x="978" y="376"/>
                          <a:pt x="980" y="376"/>
                        </a:cubicBezTo>
                        <a:cubicBezTo>
                          <a:pt x="983" y="377"/>
                          <a:pt x="1013" y="382"/>
                          <a:pt x="1043" y="389"/>
                        </a:cubicBezTo>
                        <a:cubicBezTo>
                          <a:pt x="1043" y="389"/>
                          <a:pt x="1043" y="389"/>
                          <a:pt x="1064" y="395"/>
                        </a:cubicBezTo>
                        <a:cubicBezTo>
                          <a:pt x="1064" y="395"/>
                          <a:pt x="1064" y="395"/>
                          <a:pt x="1089" y="519"/>
                        </a:cubicBezTo>
                        <a:cubicBezTo>
                          <a:pt x="1111" y="529"/>
                          <a:pt x="1132" y="541"/>
                          <a:pt x="1153" y="554"/>
                        </a:cubicBezTo>
                        <a:cubicBezTo>
                          <a:pt x="1153" y="554"/>
                          <a:pt x="1153" y="554"/>
                          <a:pt x="1268" y="511"/>
                        </a:cubicBezTo>
                        <a:cubicBezTo>
                          <a:pt x="1268" y="511"/>
                          <a:pt x="1268" y="511"/>
                          <a:pt x="1284" y="527"/>
                        </a:cubicBezTo>
                        <a:cubicBezTo>
                          <a:pt x="1305" y="547"/>
                          <a:pt x="1326" y="571"/>
                          <a:pt x="1328" y="574"/>
                        </a:cubicBezTo>
                        <a:cubicBezTo>
                          <a:pt x="1331" y="578"/>
                          <a:pt x="1351" y="601"/>
                          <a:pt x="1368" y="626"/>
                        </a:cubicBezTo>
                        <a:cubicBezTo>
                          <a:pt x="1368" y="626"/>
                          <a:pt x="1368" y="626"/>
                          <a:pt x="1380" y="644"/>
                        </a:cubicBezTo>
                        <a:cubicBezTo>
                          <a:pt x="1380" y="644"/>
                          <a:pt x="1380" y="644"/>
                          <a:pt x="1327" y="742"/>
                        </a:cubicBezTo>
                        <a:cubicBezTo>
                          <a:pt x="1342" y="771"/>
                          <a:pt x="1354" y="799"/>
                          <a:pt x="1362" y="829"/>
                        </a:cubicBezTo>
                        <a:cubicBezTo>
                          <a:pt x="1362" y="829"/>
                          <a:pt x="1362" y="829"/>
                          <a:pt x="1462" y="866"/>
                        </a:cubicBezTo>
                        <a:cubicBezTo>
                          <a:pt x="1462" y="866"/>
                          <a:pt x="1462" y="866"/>
                          <a:pt x="1465" y="888"/>
                        </a:cubicBezTo>
                        <a:cubicBezTo>
                          <a:pt x="1467" y="907"/>
                          <a:pt x="1467" y="927"/>
                          <a:pt x="1468" y="939"/>
                        </a:cubicBezTo>
                        <a:cubicBezTo>
                          <a:pt x="1468" y="940"/>
                          <a:pt x="1467" y="941"/>
                          <a:pt x="1467" y="941"/>
                        </a:cubicBezTo>
                        <a:cubicBezTo>
                          <a:pt x="1467" y="941"/>
                          <a:pt x="1467" y="941"/>
                          <a:pt x="1468" y="942"/>
                        </a:cubicBezTo>
                        <a:close/>
                        <a:moveTo>
                          <a:pt x="947" y="584"/>
                        </a:moveTo>
                        <a:cubicBezTo>
                          <a:pt x="742" y="550"/>
                          <a:pt x="548" y="691"/>
                          <a:pt x="514" y="897"/>
                        </a:cubicBezTo>
                        <a:cubicBezTo>
                          <a:pt x="481" y="1102"/>
                          <a:pt x="620" y="1296"/>
                          <a:pt x="825" y="1330"/>
                        </a:cubicBezTo>
                        <a:cubicBezTo>
                          <a:pt x="1030" y="1364"/>
                          <a:pt x="1225" y="1224"/>
                          <a:pt x="1258" y="1019"/>
                        </a:cubicBezTo>
                        <a:cubicBezTo>
                          <a:pt x="1292" y="813"/>
                          <a:pt x="1152" y="617"/>
                          <a:pt x="947" y="58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sp>
            <p:nvSpPr>
              <p:cNvPr id="70" name="Oval 20">
                <a:extLst>
                  <a:ext uri="{FF2B5EF4-FFF2-40B4-BE49-F238E27FC236}">
                    <a16:creationId xmlns:a16="http://schemas.microsoft.com/office/drawing/2014/main" id="{0E9E1C67-FE51-5B69-FD5B-DBB7D5A87852}"/>
                  </a:ext>
                </a:extLst>
              </p:cNvPr>
              <p:cNvSpPr>
                <a:spLocks noChangeAspect="1" noChangeArrowheads="1"/>
              </p:cNvSpPr>
              <p:nvPr/>
            </p:nvSpPr>
            <p:spPr bwMode="auto">
              <a:xfrm>
                <a:off x="10316397"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21</a:t>
                </a:r>
              </a:p>
            </p:txBody>
          </p:sp>
        </p:grpSp>
        <p:grpSp>
          <p:nvGrpSpPr>
            <p:cNvPr id="112" name="Grupo 111">
              <a:extLst>
                <a:ext uri="{FF2B5EF4-FFF2-40B4-BE49-F238E27FC236}">
                  <a16:creationId xmlns:a16="http://schemas.microsoft.com/office/drawing/2014/main" id="{D7398F66-0639-9B93-2EAC-9EDC638339E2}"/>
                </a:ext>
              </a:extLst>
            </p:cNvPr>
            <p:cNvGrpSpPr/>
            <p:nvPr/>
          </p:nvGrpSpPr>
          <p:grpSpPr>
            <a:xfrm>
              <a:off x="2124773" y="5176000"/>
              <a:ext cx="1036959" cy="1122694"/>
              <a:chOff x="2150066" y="4970168"/>
              <a:chExt cx="1036959" cy="1122694"/>
            </a:xfrm>
          </p:grpSpPr>
          <p:grpSp>
            <p:nvGrpSpPr>
              <p:cNvPr id="45" name="bcgIcons_Business optimization ">
                <a:extLst>
                  <a:ext uri="{FF2B5EF4-FFF2-40B4-BE49-F238E27FC236}">
                    <a16:creationId xmlns:a16="http://schemas.microsoft.com/office/drawing/2014/main" id="{CA479193-E0A8-2459-394A-D1C8E58513E6}"/>
                  </a:ext>
                </a:extLst>
              </p:cNvPr>
              <p:cNvGrpSpPr>
                <a:grpSpLocks noChangeAspect="1"/>
              </p:cNvGrpSpPr>
              <p:nvPr/>
            </p:nvGrpSpPr>
            <p:grpSpPr>
              <a:xfrm>
                <a:off x="2516446" y="5141091"/>
                <a:ext cx="380413" cy="380413"/>
                <a:chOff x="5273675" y="2606675"/>
                <a:chExt cx="1644650" cy="1644650"/>
              </a:xfrm>
            </p:grpSpPr>
            <p:sp>
              <p:nvSpPr>
                <p:cNvPr id="46" name="AutoShape 3">
                  <a:extLst>
                    <a:ext uri="{FF2B5EF4-FFF2-40B4-BE49-F238E27FC236}">
                      <a16:creationId xmlns:a16="http://schemas.microsoft.com/office/drawing/2014/main" id="{D6C9C3F9-83DC-C4DB-E6A4-AD5A294AF49E}"/>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7" name="Group 46">
                  <a:extLst>
                    <a:ext uri="{FF2B5EF4-FFF2-40B4-BE49-F238E27FC236}">
                      <a16:creationId xmlns:a16="http://schemas.microsoft.com/office/drawing/2014/main" id="{4E16B81E-8469-E322-1B1D-AF5687C6E993}"/>
                    </a:ext>
                  </a:extLst>
                </p:cNvPr>
                <p:cNvGrpSpPr/>
                <p:nvPr/>
              </p:nvGrpSpPr>
              <p:grpSpPr>
                <a:xfrm>
                  <a:off x="5448499" y="2803525"/>
                  <a:ext cx="1295201" cy="1277938"/>
                  <a:chOff x="5448499" y="2803525"/>
                  <a:chExt cx="1295201" cy="1277938"/>
                </a:xfrm>
              </p:grpSpPr>
              <p:sp>
                <p:nvSpPr>
                  <p:cNvPr id="48" name="Freeform 10">
                    <a:extLst>
                      <a:ext uri="{FF2B5EF4-FFF2-40B4-BE49-F238E27FC236}">
                        <a16:creationId xmlns:a16="http://schemas.microsoft.com/office/drawing/2014/main" id="{826D0598-2E0C-A8CA-C724-A8D5AE9EF1AC}"/>
                      </a:ext>
                    </a:extLst>
                  </p:cNvPr>
                  <p:cNvSpPr>
                    <a:spLocks/>
                  </p:cNvSpPr>
                  <p:nvPr/>
                </p:nvSpPr>
                <p:spPr bwMode="auto">
                  <a:xfrm>
                    <a:off x="5448499" y="3108325"/>
                    <a:ext cx="1295201" cy="973138"/>
                  </a:xfrm>
                  <a:custGeom>
                    <a:avLst/>
                    <a:gdLst>
                      <a:gd name="connsiteX0" fmla="*/ 848020 w 1295201"/>
                      <a:gd name="connsiteY0" fmla="*/ 647700 h 973138"/>
                      <a:gd name="connsiteX1" fmla="*/ 874350 w 1295201"/>
                      <a:gd name="connsiteY1" fmla="*/ 647700 h 973138"/>
                      <a:gd name="connsiteX2" fmla="*/ 874350 w 1295201"/>
                      <a:gd name="connsiteY2" fmla="*/ 666232 h 973138"/>
                      <a:gd name="connsiteX3" fmla="*/ 907086 w 1295201"/>
                      <a:gd name="connsiteY3" fmla="*/ 676210 h 973138"/>
                      <a:gd name="connsiteX4" fmla="*/ 897834 w 1295201"/>
                      <a:gd name="connsiteY4" fmla="*/ 701157 h 973138"/>
                      <a:gd name="connsiteX5" fmla="*/ 863676 w 1295201"/>
                      <a:gd name="connsiteY5" fmla="*/ 689753 h 973138"/>
                      <a:gd name="connsiteX6" fmla="*/ 847308 w 1295201"/>
                      <a:gd name="connsiteY6" fmla="*/ 695455 h 973138"/>
                      <a:gd name="connsiteX7" fmla="*/ 841615 w 1295201"/>
                      <a:gd name="connsiteY7" fmla="*/ 708997 h 973138"/>
                      <a:gd name="connsiteX8" fmla="*/ 873639 w 1295201"/>
                      <a:gd name="connsiteY8" fmla="*/ 738220 h 973138"/>
                      <a:gd name="connsiteX9" fmla="*/ 899258 w 1295201"/>
                      <a:gd name="connsiteY9" fmla="*/ 753188 h 973138"/>
                      <a:gd name="connsiteX10" fmla="*/ 909932 w 1295201"/>
                      <a:gd name="connsiteY10" fmla="*/ 768868 h 973138"/>
                      <a:gd name="connsiteX11" fmla="*/ 914202 w 1295201"/>
                      <a:gd name="connsiteY11" fmla="*/ 788113 h 973138"/>
                      <a:gd name="connsiteX12" fmla="*/ 904239 w 1295201"/>
                      <a:gd name="connsiteY12" fmla="*/ 815910 h 973138"/>
                      <a:gd name="connsiteX13" fmla="*/ 874350 w 1295201"/>
                      <a:gd name="connsiteY13" fmla="*/ 831591 h 973138"/>
                      <a:gd name="connsiteX14" fmla="*/ 874350 w 1295201"/>
                      <a:gd name="connsiteY14" fmla="*/ 857250 h 973138"/>
                      <a:gd name="connsiteX15" fmla="*/ 848020 w 1295201"/>
                      <a:gd name="connsiteY15" fmla="*/ 857250 h 973138"/>
                      <a:gd name="connsiteX16" fmla="*/ 848020 w 1295201"/>
                      <a:gd name="connsiteY16" fmla="*/ 833729 h 973138"/>
                      <a:gd name="connsiteX17" fmla="*/ 811014 w 1295201"/>
                      <a:gd name="connsiteY17" fmla="*/ 822325 h 973138"/>
                      <a:gd name="connsiteX18" fmla="*/ 822401 w 1295201"/>
                      <a:gd name="connsiteY18" fmla="*/ 795953 h 973138"/>
                      <a:gd name="connsiteX19" fmla="*/ 857983 w 1295201"/>
                      <a:gd name="connsiteY19" fmla="*/ 808070 h 973138"/>
                      <a:gd name="connsiteX20" fmla="*/ 884313 w 1295201"/>
                      <a:gd name="connsiteY20" fmla="*/ 790251 h 973138"/>
                      <a:gd name="connsiteX21" fmla="*/ 877197 w 1295201"/>
                      <a:gd name="connsiteY21" fmla="*/ 774571 h 973138"/>
                      <a:gd name="connsiteX22" fmla="*/ 851578 w 1295201"/>
                      <a:gd name="connsiteY22" fmla="*/ 757464 h 973138"/>
                      <a:gd name="connsiteX23" fmla="*/ 825959 w 1295201"/>
                      <a:gd name="connsiteY23" fmla="*/ 742497 h 973138"/>
                      <a:gd name="connsiteX24" fmla="*/ 815284 w 1295201"/>
                      <a:gd name="connsiteY24" fmla="*/ 728241 h 973138"/>
                      <a:gd name="connsiteX25" fmla="*/ 811726 w 1295201"/>
                      <a:gd name="connsiteY25" fmla="*/ 709710 h 973138"/>
                      <a:gd name="connsiteX26" fmla="*/ 821689 w 1295201"/>
                      <a:gd name="connsiteY26" fmla="*/ 683338 h 973138"/>
                      <a:gd name="connsiteX27" fmla="*/ 848020 w 1295201"/>
                      <a:gd name="connsiteY27" fmla="*/ 667657 h 973138"/>
                      <a:gd name="connsiteX28" fmla="*/ 848020 w 1295201"/>
                      <a:gd name="connsiteY28" fmla="*/ 647700 h 973138"/>
                      <a:gd name="connsiteX29" fmla="*/ 463351 w 1295201"/>
                      <a:gd name="connsiteY29" fmla="*/ 565150 h 973138"/>
                      <a:gd name="connsiteX30" fmla="*/ 463351 w 1295201"/>
                      <a:gd name="connsiteY30" fmla="*/ 941388 h 973138"/>
                      <a:gd name="connsiteX31" fmla="*/ 1263451 w 1295201"/>
                      <a:gd name="connsiteY31" fmla="*/ 941388 h 973138"/>
                      <a:gd name="connsiteX32" fmla="*/ 1263451 w 1295201"/>
                      <a:gd name="connsiteY32" fmla="*/ 565150 h 973138"/>
                      <a:gd name="connsiteX33" fmla="*/ 463351 w 1295201"/>
                      <a:gd name="connsiteY33" fmla="*/ 565150 h 973138"/>
                      <a:gd name="connsiteX34" fmla="*/ 447303 w 1295201"/>
                      <a:gd name="connsiteY34" fmla="*/ 533400 h 973138"/>
                      <a:gd name="connsiteX35" fmla="*/ 1279499 w 1295201"/>
                      <a:gd name="connsiteY35" fmla="*/ 533400 h 973138"/>
                      <a:gd name="connsiteX36" fmla="*/ 1295201 w 1295201"/>
                      <a:gd name="connsiteY36" fmla="*/ 548440 h 973138"/>
                      <a:gd name="connsiteX37" fmla="*/ 1295201 w 1295201"/>
                      <a:gd name="connsiteY37" fmla="*/ 957382 h 973138"/>
                      <a:gd name="connsiteX38" fmla="*/ 1279499 w 1295201"/>
                      <a:gd name="connsiteY38" fmla="*/ 973138 h 973138"/>
                      <a:gd name="connsiteX39" fmla="*/ 447303 w 1295201"/>
                      <a:gd name="connsiteY39" fmla="*/ 973138 h 973138"/>
                      <a:gd name="connsiteX40" fmla="*/ 431601 w 1295201"/>
                      <a:gd name="connsiteY40" fmla="*/ 957382 h 973138"/>
                      <a:gd name="connsiteX41" fmla="*/ 431601 w 1295201"/>
                      <a:gd name="connsiteY41" fmla="*/ 548440 h 973138"/>
                      <a:gd name="connsiteX42" fmla="*/ 447303 w 1295201"/>
                      <a:gd name="connsiteY42" fmla="*/ 533400 h 973138"/>
                      <a:gd name="connsiteX43" fmla="*/ 98208 w 1295201"/>
                      <a:gd name="connsiteY43" fmla="*/ 284163 h 973138"/>
                      <a:gd name="connsiteX44" fmla="*/ 111778 w 1295201"/>
                      <a:gd name="connsiteY44" fmla="*/ 297725 h 973138"/>
                      <a:gd name="connsiteX45" fmla="*/ 190345 w 1295201"/>
                      <a:gd name="connsiteY45" fmla="*/ 376243 h 973138"/>
                      <a:gd name="connsiteX46" fmla="*/ 193202 w 1295201"/>
                      <a:gd name="connsiteY46" fmla="*/ 401939 h 973138"/>
                      <a:gd name="connsiteX47" fmla="*/ 178203 w 1295201"/>
                      <a:gd name="connsiteY47" fmla="*/ 409077 h 973138"/>
                      <a:gd name="connsiteX48" fmla="*/ 166775 w 1295201"/>
                      <a:gd name="connsiteY48" fmla="*/ 405508 h 973138"/>
                      <a:gd name="connsiteX49" fmla="*/ 117492 w 1295201"/>
                      <a:gd name="connsiteY49" fmla="*/ 356256 h 973138"/>
                      <a:gd name="connsiteX50" fmla="*/ 117492 w 1295201"/>
                      <a:gd name="connsiteY50" fmla="*/ 735282 h 973138"/>
                      <a:gd name="connsiteX51" fmla="*/ 400331 w 1295201"/>
                      <a:gd name="connsiteY51" fmla="*/ 735282 h 973138"/>
                      <a:gd name="connsiteX52" fmla="*/ 418902 w 1295201"/>
                      <a:gd name="connsiteY52" fmla="*/ 754554 h 973138"/>
                      <a:gd name="connsiteX53" fmla="*/ 400331 w 1295201"/>
                      <a:gd name="connsiteY53" fmla="*/ 773113 h 973138"/>
                      <a:gd name="connsiteX54" fmla="*/ 79637 w 1295201"/>
                      <a:gd name="connsiteY54" fmla="*/ 773113 h 973138"/>
                      <a:gd name="connsiteX55" fmla="*/ 79637 w 1295201"/>
                      <a:gd name="connsiteY55" fmla="*/ 356256 h 973138"/>
                      <a:gd name="connsiteX56" fmla="*/ 31783 w 1295201"/>
                      <a:gd name="connsiteY56" fmla="*/ 403367 h 973138"/>
                      <a:gd name="connsiteX57" fmla="*/ 5356 w 1295201"/>
                      <a:gd name="connsiteY57" fmla="*/ 403367 h 973138"/>
                      <a:gd name="connsiteX58" fmla="*/ 5356 w 1295201"/>
                      <a:gd name="connsiteY58" fmla="*/ 376957 h 973138"/>
                      <a:gd name="connsiteX59" fmla="*/ 98208 w 1295201"/>
                      <a:gd name="connsiteY59" fmla="*/ 284163 h 973138"/>
                      <a:gd name="connsiteX60" fmla="*/ 737502 w 1295201"/>
                      <a:gd name="connsiteY60" fmla="*/ 0 h 973138"/>
                      <a:gd name="connsiteX61" fmla="*/ 1058075 w 1295201"/>
                      <a:gd name="connsiteY61" fmla="*/ 0 h 973138"/>
                      <a:gd name="connsiteX62" fmla="*/ 1058075 w 1295201"/>
                      <a:gd name="connsiteY62" fmla="*/ 412272 h 973138"/>
                      <a:gd name="connsiteX63" fmla="*/ 1104483 w 1295201"/>
                      <a:gd name="connsiteY63" fmla="*/ 366701 h 973138"/>
                      <a:gd name="connsiteX64" fmla="*/ 1130900 w 1295201"/>
                      <a:gd name="connsiteY64" fmla="*/ 367413 h 973138"/>
                      <a:gd name="connsiteX65" fmla="*/ 1130900 w 1295201"/>
                      <a:gd name="connsiteY65" fmla="*/ 393759 h 973138"/>
                      <a:gd name="connsiteX66" fmla="*/ 1055219 w 1295201"/>
                      <a:gd name="connsiteY66" fmla="*/ 467811 h 973138"/>
                      <a:gd name="connsiteX67" fmla="*/ 1049507 w 1295201"/>
                      <a:gd name="connsiteY67" fmla="*/ 473508 h 973138"/>
                      <a:gd name="connsiteX68" fmla="*/ 1038797 w 1295201"/>
                      <a:gd name="connsiteY68" fmla="*/ 484188 h 973138"/>
                      <a:gd name="connsiteX69" fmla="*/ 1025232 w 1295201"/>
                      <a:gd name="connsiteY69" fmla="*/ 470659 h 973138"/>
                      <a:gd name="connsiteX70" fmla="*/ 948123 w 1295201"/>
                      <a:gd name="connsiteY70" fmla="*/ 394471 h 973138"/>
                      <a:gd name="connsiteX71" fmla="*/ 944554 w 1295201"/>
                      <a:gd name="connsiteY71" fmla="*/ 368837 h 973138"/>
                      <a:gd name="connsiteX72" fmla="*/ 970970 w 1295201"/>
                      <a:gd name="connsiteY72" fmla="*/ 365277 h 973138"/>
                      <a:gd name="connsiteX73" fmla="*/ 1020948 w 1295201"/>
                      <a:gd name="connsiteY73" fmla="*/ 413696 h 973138"/>
                      <a:gd name="connsiteX74" fmla="*/ 1020948 w 1295201"/>
                      <a:gd name="connsiteY74" fmla="*/ 37026 h 973138"/>
                      <a:gd name="connsiteX75" fmla="*/ 737502 w 1295201"/>
                      <a:gd name="connsiteY75" fmla="*/ 37026 h 973138"/>
                      <a:gd name="connsiteX76" fmla="*/ 718939 w 1295201"/>
                      <a:gd name="connsiteY76" fmla="*/ 18513 h 973138"/>
                      <a:gd name="connsiteX77" fmla="*/ 737502 w 1295201"/>
                      <a:gd name="connsiteY77" fmla="*/ 0 h 97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95201" h="973138">
                        <a:moveTo>
                          <a:pt x="848020" y="647700"/>
                        </a:moveTo>
                        <a:cubicBezTo>
                          <a:pt x="874350" y="647700"/>
                          <a:pt x="874350" y="647700"/>
                          <a:pt x="874350" y="647700"/>
                        </a:cubicBezTo>
                        <a:cubicBezTo>
                          <a:pt x="874350" y="666232"/>
                          <a:pt x="874350" y="666232"/>
                          <a:pt x="874350" y="666232"/>
                        </a:cubicBezTo>
                        <a:cubicBezTo>
                          <a:pt x="889295" y="667657"/>
                          <a:pt x="899969" y="671221"/>
                          <a:pt x="907086" y="676210"/>
                        </a:cubicBezTo>
                        <a:cubicBezTo>
                          <a:pt x="897834" y="701157"/>
                          <a:pt x="897834" y="701157"/>
                          <a:pt x="897834" y="701157"/>
                        </a:cubicBezTo>
                        <a:cubicBezTo>
                          <a:pt x="886448" y="694029"/>
                          <a:pt x="875062" y="689753"/>
                          <a:pt x="863676" y="689753"/>
                        </a:cubicBezTo>
                        <a:cubicBezTo>
                          <a:pt x="856559" y="689753"/>
                          <a:pt x="851578" y="691891"/>
                          <a:pt x="847308" y="695455"/>
                        </a:cubicBezTo>
                        <a:cubicBezTo>
                          <a:pt x="843750" y="699018"/>
                          <a:pt x="841615" y="704008"/>
                          <a:pt x="841615" y="708997"/>
                        </a:cubicBezTo>
                        <a:cubicBezTo>
                          <a:pt x="841615" y="718976"/>
                          <a:pt x="852289" y="728241"/>
                          <a:pt x="873639" y="738220"/>
                        </a:cubicBezTo>
                        <a:cubicBezTo>
                          <a:pt x="885737" y="743209"/>
                          <a:pt x="894276" y="748199"/>
                          <a:pt x="899258" y="753188"/>
                        </a:cubicBezTo>
                        <a:cubicBezTo>
                          <a:pt x="904239" y="757464"/>
                          <a:pt x="907086" y="763166"/>
                          <a:pt x="909932" y="768868"/>
                        </a:cubicBezTo>
                        <a:cubicBezTo>
                          <a:pt x="912779" y="775283"/>
                          <a:pt x="914202" y="780985"/>
                          <a:pt x="914202" y="788113"/>
                        </a:cubicBezTo>
                        <a:cubicBezTo>
                          <a:pt x="914202" y="798804"/>
                          <a:pt x="910644" y="808070"/>
                          <a:pt x="904239" y="815910"/>
                        </a:cubicBezTo>
                        <a:cubicBezTo>
                          <a:pt x="897123" y="823038"/>
                          <a:pt x="887160" y="828740"/>
                          <a:pt x="874350" y="831591"/>
                        </a:cubicBezTo>
                        <a:cubicBezTo>
                          <a:pt x="874350" y="857250"/>
                          <a:pt x="874350" y="857250"/>
                          <a:pt x="874350" y="857250"/>
                        </a:cubicBezTo>
                        <a:cubicBezTo>
                          <a:pt x="848020" y="857250"/>
                          <a:pt x="848020" y="857250"/>
                          <a:pt x="848020" y="857250"/>
                        </a:cubicBezTo>
                        <a:cubicBezTo>
                          <a:pt x="848020" y="833729"/>
                          <a:pt x="848020" y="833729"/>
                          <a:pt x="848020" y="833729"/>
                        </a:cubicBezTo>
                        <a:cubicBezTo>
                          <a:pt x="835210" y="832304"/>
                          <a:pt x="822401" y="828740"/>
                          <a:pt x="811014" y="822325"/>
                        </a:cubicBezTo>
                        <a:cubicBezTo>
                          <a:pt x="822401" y="795953"/>
                          <a:pt x="822401" y="795953"/>
                          <a:pt x="822401" y="795953"/>
                        </a:cubicBezTo>
                        <a:cubicBezTo>
                          <a:pt x="834498" y="804506"/>
                          <a:pt x="845885" y="808070"/>
                          <a:pt x="857983" y="808070"/>
                        </a:cubicBezTo>
                        <a:cubicBezTo>
                          <a:pt x="875062" y="808070"/>
                          <a:pt x="884313" y="802368"/>
                          <a:pt x="884313" y="790251"/>
                        </a:cubicBezTo>
                        <a:cubicBezTo>
                          <a:pt x="884313" y="784549"/>
                          <a:pt x="882178" y="778847"/>
                          <a:pt x="877197" y="774571"/>
                        </a:cubicBezTo>
                        <a:cubicBezTo>
                          <a:pt x="872927" y="769581"/>
                          <a:pt x="864387" y="763879"/>
                          <a:pt x="851578" y="757464"/>
                        </a:cubicBezTo>
                        <a:cubicBezTo>
                          <a:pt x="838768" y="751050"/>
                          <a:pt x="830229" y="746060"/>
                          <a:pt x="825959" y="742497"/>
                        </a:cubicBezTo>
                        <a:cubicBezTo>
                          <a:pt x="820977" y="738220"/>
                          <a:pt x="817419" y="733231"/>
                          <a:pt x="815284" y="728241"/>
                        </a:cubicBezTo>
                        <a:cubicBezTo>
                          <a:pt x="812438" y="722539"/>
                          <a:pt x="811726" y="716125"/>
                          <a:pt x="811726" y="709710"/>
                        </a:cubicBezTo>
                        <a:cubicBezTo>
                          <a:pt x="811726" y="699018"/>
                          <a:pt x="814572" y="690465"/>
                          <a:pt x="821689" y="683338"/>
                        </a:cubicBezTo>
                        <a:cubicBezTo>
                          <a:pt x="828094" y="675498"/>
                          <a:pt x="836633" y="669796"/>
                          <a:pt x="848020" y="667657"/>
                        </a:cubicBezTo>
                        <a:cubicBezTo>
                          <a:pt x="848020" y="647700"/>
                          <a:pt x="848020" y="647700"/>
                          <a:pt x="848020" y="647700"/>
                        </a:cubicBezTo>
                        <a:close/>
                        <a:moveTo>
                          <a:pt x="463351" y="565150"/>
                        </a:moveTo>
                        <a:cubicBezTo>
                          <a:pt x="463351" y="565150"/>
                          <a:pt x="463351" y="565150"/>
                          <a:pt x="463351" y="941388"/>
                        </a:cubicBezTo>
                        <a:cubicBezTo>
                          <a:pt x="463351" y="941388"/>
                          <a:pt x="463351" y="941388"/>
                          <a:pt x="1263451" y="941388"/>
                        </a:cubicBezTo>
                        <a:cubicBezTo>
                          <a:pt x="1263451" y="941388"/>
                          <a:pt x="1263451" y="941388"/>
                          <a:pt x="1263451" y="565150"/>
                        </a:cubicBezTo>
                        <a:cubicBezTo>
                          <a:pt x="1263451" y="565150"/>
                          <a:pt x="1263451" y="565150"/>
                          <a:pt x="463351" y="565150"/>
                        </a:cubicBezTo>
                        <a:close/>
                        <a:moveTo>
                          <a:pt x="447303" y="533400"/>
                        </a:moveTo>
                        <a:cubicBezTo>
                          <a:pt x="1279499" y="533400"/>
                          <a:pt x="1279499" y="533400"/>
                          <a:pt x="1279499" y="533400"/>
                        </a:cubicBezTo>
                        <a:cubicBezTo>
                          <a:pt x="1288064" y="533400"/>
                          <a:pt x="1295201" y="539846"/>
                          <a:pt x="1295201" y="548440"/>
                        </a:cubicBezTo>
                        <a:cubicBezTo>
                          <a:pt x="1295201" y="957382"/>
                          <a:pt x="1295201" y="957382"/>
                          <a:pt x="1295201" y="957382"/>
                        </a:cubicBezTo>
                        <a:cubicBezTo>
                          <a:pt x="1295201" y="965976"/>
                          <a:pt x="1288064" y="973138"/>
                          <a:pt x="1279499" y="973138"/>
                        </a:cubicBezTo>
                        <a:cubicBezTo>
                          <a:pt x="447303" y="973138"/>
                          <a:pt x="447303" y="973138"/>
                          <a:pt x="447303" y="973138"/>
                        </a:cubicBezTo>
                        <a:cubicBezTo>
                          <a:pt x="438738" y="973138"/>
                          <a:pt x="431601" y="965976"/>
                          <a:pt x="431601" y="957382"/>
                        </a:cubicBezTo>
                        <a:cubicBezTo>
                          <a:pt x="431601" y="548440"/>
                          <a:pt x="431601" y="548440"/>
                          <a:pt x="431601" y="548440"/>
                        </a:cubicBezTo>
                        <a:cubicBezTo>
                          <a:pt x="431601" y="539846"/>
                          <a:pt x="438738" y="533400"/>
                          <a:pt x="447303" y="533400"/>
                        </a:cubicBezTo>
                        <a:close/>
                        <a:moveTo>
                          <a:pt x="98208" y="284163"/>
                        </a:moveTo>
                        <a:cubicBezTo>
                          <a:pt x="98208" y="284163"/>
                          <a:pt x="98208" y="284163"/>
                          <a:pt x="111778" y="297725"/>
                        </a:cubicBezTo>
                        <a:cubicBezTo>
                          <a:pt x="139633" y="325563"/>
                          <a:pt x="184631" y="371246"/>
                          <a:pt x="190345" y="376243"/>
                        </a:cubicBezTo>
                        <a:cubicBezTo>
                          <a:pt x="197487" y="382667"/>
                          <a:pt x="198916" y="393374"/>
                          <a:pt x="193202" y="401939"/>
                        </a:cubicBezTo>
                        <a:cubicBezTo>
                          <a:pt x="189630" y="406222"/>
                          <a:pt x="183916" y="409077"/>
                          <a:pt x="178203" y="409077"/>
                        </a:cubicBezTo>
                        <a:cubicBezTo>
                          <a:pt x="173917" y="409077"/>
                          <a:pt x="170346" y="407650"/>
                          <a:pt x="166775" y="405508"/>
                        </a:cubicBezTo>
                        <a:cubicBezTo>
                          <a:pt x="165346" y="404795"/>
                          <a:pt x="163203" y="402653"/>
                          <a:pt x="117492" y="356256"/>
                        </a:cubicBezTo>
                        <a:cubicBezTo>
                          <a:pt x="117492" y="356256"/>
                          <a:pt x="117492" y="356256"/>
                          <a:pt x="117492" y="735282"/>
                        </a:cubicBezTo>
                        <a:cubicBezTo>
                          <a:pt x="117492" y="735282"/>
                          <a:pt x="117492" y="735282"/>
                          <a:pt x="400331" y="735282"/>
                        </a:cubicBezTo>
                        <a:cubicBezTo>
                          <a:pt x="411045" y="735282"/>
                          <a:pt x="418902" y="743848"/>
                          <a:pt x="418902" y="754554"/>
                        </a:cubicBezTo>
                        <a:cubicBezTo>
                          <a:pt x="418902" y="764548"/>
                          <a:pt x="411045" y="773113"/>
                          <a:pt x="400331" y="773113"/>
                        </a:cubicBezTo>
                        <a:cubicBezTo>
                          <a:pt x="400331" y="773113"/>
                          <a:pt x="400331" y="773113"/>
                          <a:pt x="79637" y="773113"/>
                        </a:cubicBezTo>
                        <a:cubicBezTo>
                          <a:pt x="79637" y="773113"/>
                          <a:pt x="79637" y="773113"/>
                          <a:pt x="79637" y="356256"/>
                        </a:cubicBezTo>
                        <a:cubicBezTo>
                          <a:pt x="79637" y="356256"/>
                          <a:pt x="79637" y="356256"/>
                          <a:pt x="31783" y="403367"/>
                        </a:cubicBezTo>
                        <a:cubicBezTo>
                          <a:pt x="24641" y="411219"/>
                          <a:pt x="12499" y="411219"/>
                          <a:pt x="5356" y="403367"/>
                        </a:cubicBezTo>
                        <a:cubicBezTo>
                          <a:pt x="-1786" y="396229"/>
                          <a:pt x="-1786" y="384095"/>
                          <a:pt x="5356" y="376957"/>
                        </a:cubicBezTo>
                        <a:cubicBezTo>
                          <a:pt x="5356" y="376957"/>
                          <a:pt x="5356" y="376957"/>
                          <a:pt x="98208" y="284163"/>
                        </a:cubicBezTo>
                        <a:close/>
                        <a:moveTo>
                          <a:pt x="737502" y="0"/>
                        </a:moveTo>
                        <a:cubicBezTo>
                          <a:pt x="737502" y="0"/>
                          <a:pt x="737502" y="0"/>
                          <a:pt x="1058075" y="0"/>
                        </a:cubicBezTo>
                        <a:cubicBezTo>
                          <a:pt x="1058075" y="0"/>
                          <a:pt x="1058075" y="0"/>
                          <a:pt x="1058075" y="412272"/>
                        </a:cubicBezTo>
                        <a:cubicBezTo>
                          <a:pt x="1058075" y="412272"/>
                          <a:pt x="1058075" y="412272"/>
                          <a:pt x="1104483" y="366701"/>
                        </a:cubicBezTo>
                        <a:cubicBezTo>
                          <a:pt x="1111622" y="359581"/>
                          <a:pt x="1123760" y="359581"/>
                          <a:pt x="1130900" y="367413"/>
                        </a:cubicBezTo>
                        <a:cubicBezTo>
                          <a:pt x="1138039" y="374534"/>
                          <a:pt x="1138039" y="386638"/>
                          <a:pt x="1130900" y="393759"/>
                        </a:cubicBezTo>
                        <a:cubicBezTo>
                          <a:pt x="1130900" y="393759"/>
                          <a:pt x="1130900" y="393759"/>
                          <a:pt x="1055219" y="467811"/>
                        </a:cubicBezTo>
                        <a:cubicBezTo>
                          <a:pt x="1053791" y="470659"/>
                          <a:pt x="1051649" y="472083"/>
                          <a:pt x="1049507" y="473508"/>
                        </a:cubicBezTo>
                        <a:cubicBezTo>
                          <a:pt x="1049507" y="473508"/>
                          <a:pt x="1049507" y="473508"/>
                          <a:pt x="1038797" y="484188"/>
                        </a:cubicBezTo>
                        <a:cubicBezTo>
                          <a:pt x="1038797" y="484188"/>
                          <a:pt x="1038797" y="484188"/>
                          <a:pt x="1025232" y="470659"/>
                        </a:cubicBezTo>
                        <a:cubicBezTo>
                          <a:pt x="998101" y="444314"/>
                          <a:pt x="953121" y="399455"/>
                          <a:pt x="948123" y="394471"/>
                        </a:cubicBezTo>
                        <a:cubicBezTo>
                          <a:pt x="940270" y="388063"/>
                          <a:pt x="938842" y="377382"/>
                          <a:pt x="944554" y="368837"/>
                        </a:cubicBezTo>
                        <a:cubicBezTo>
                          <a:pt x="950979" y="361005"/>
                          <a:pt x="962403" y="358869"/>
                          <a:pt x="970970" y="365277"/>
                        </a:cubicBezTo>
                        <a:cubicBezTo>
                          <a:pt x="972398" y="365989"/>
                          <a:pt x="974540" y="367413"/>
                          <a:pt x="1020948" y="413696"/>
                        </a:cubicBezTo>
                        <a:cubicBezTo>
                          <a:pt x="1020948" y="413696"/>
                          <a:pt x="1020948" y="413696"/>
                          <a:pt x="1020948" y="37026"/>
                        </a:cubicBezTo>
                        <a:cubicBezTo>
                          <a:pt x="1020948" y="37026"/>
                          <a:pt x="1020948" y="37026"/>
                          <a:pt x="737502" y="37026"/>
                        </a:cubicBezTo>
                        <a:cubicBezTo>
                          <a:pt x="727507" y="37026"/>
                          <a:pt x="718939" y="29194"/>
                          <a:pt x="718939" y="18513"/>
                        </a:cubicBezTo>
                        <a:cubicBezTo>
                          <a:pt x="718939" y="8545"/>
                          <a:pt x="727507" y="0"/>
                          <a:pt x="73750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49" name="Freeform 11">
                    <a:extLst>
                      <a:ext uri="{FF2B5EF4-FFF2-40B4-BE49-F238E27FC236}">
                        <a16:creationId xmlns:a16="http://schemas.microsoft.com/office/drawing/2014/main" id="{1D0F6F44-D865-5D58-F774-F029FCE01234}"/>
                      </a:ext>
                    </a:extLst>
                  </p:cNvPr>
                  <p:cNvSpPr>
                    <a:spLocks/>
                  </p:cNvSpPr>
                  <p:nvPr/>
                </p:nvSpPr>
                <p:spPr bwMode="auto">
                  <a:xfrm>
                    <a:off x="5476367" y="2803525"/>
                    <a:ext cx="1199071" cy="1208088"/>
                  </a:xfrm>
                  <a:custGeom>
                    <a:avLst/>
                    <a:gdLst>
                      <a:gd name="connsiteX0" fmla="*/ 878957 w 1199071"/>
                      <a:gd name="connsiteY0" fmla="*/ 901700 h 1208088"/>
                      <a:gd name="connsiteX1" fmla="*/ 1146793 w 1199071"/>
                      <a:gd name="connsiteY1" fmla="*/ 901700 h 1208088"/>
                      <a:gd name="connsiteX2" fmla="*/ 1148941 w 1199071"/>
                      <a:gd name="connsiteY2" fmla="*/ 903122 h 1208088"/>
                      <a:gd name="connsiteX3" fmla="*/ 1146793 w 1199071"/>
                      <a:gd name="connsiteY3" fmla="*/ 914496 h 1208088"/>
                      <a:gd name="connsiteX4" fmla="*/ 1184032 w 1199071"/>
                      <a:gd name="connsiteY4" fmla="*/ 950751 h 1208088"/>
                      <a:gd name="connsiteX5" fmla="*/ 1196923 w 1199071"/>
                      <a:gd name="connsiteY5" fmla="*/ 947907 h 1208088"/>
                      <a:gd name="connsiteX6" fmla="*/ 1199071 w 1199071"/>
                      <a:gd name="connsiteY6" fmla="*/ 950040 h 1208088"/>
                      <a:gd name="connsiteX7" fmla="*/ 1199071 w 1199071"/>
                      <a:gd name="connsiteY7" fmla="*/ 1160459 h 1208088"/>
                      <a:gd name="connsiteX8" fmla="*/ 1196923 w 1199071"/>
                      <a:gd name="connsiteY8" fmla="*/ 1161881 h 1208088"/>
                      <a:gd name="connsiteX9" fmla="*/ 1184032 w 1199071"/>
                      <a:gd name="connsiteY9" fmla="*/ 1159748 h 1208088"/>
                      <a:gd name="connsiteX10" fmla="*/ 1146793 w 1199071"/>
                      <a:gd name="connsiteY10" fmla="*/ 1195292 h 1208088"/>
                      <a:gd name="connsiteX11" fmla="*/ 1148225 w 1199071"/>
                      <a:gd name="connsiteY11" fmla="*/ 1205956 h 1208088"/>
                      <a:gd name="connsiteX12" fmla="*/ 1146793 w 1199071"/>
                      <a:gd name="connsiteY12" fmla="*/ 1208088 h 1208088"/>
                      <a:gd name="connsiteX13" fmla="*/ 878957 w 1199071"/>
                      <a:gd name="connsiteY13" fmla="*/ 1208088 h 1208088"/>
                      <a:gd name="connsiteX14" fmla="*/ 878241 w 1199071"/>
                      <a:gd name="connsiteY14" fmla="*/ 1205245 h 1208088"/>
                      <a:gd name="connsiteX15" fmla="*/ 952003 w 1199071"/>
                      <a:gd name="connsiteY15" fmla="*/ 1055250 h 1208088"/>
                      <a:gd name="connsiteX16" fmla="*/ 878241 w 1199071"/>
                      <a:gd name="connsiteY16" fmla="*/ 903833 h 1208088"/>
                      <a:gd name="connsiteX17" fmla="*/ 878957 w 1199071"/>
                      <a:gd name="connsiteY17" fmla="*/ 901700 h 1208088"/>
                      <a:gd name="connsiteX18" fmla="*/ 518927 w 1199071"/>
                      <a:gd name="connsiteY18" fmla="*/ 901700 h 1208088"/>
                      <a:gd name="connsiteX19" fmla="*/ 786633 w 1199071"/>
                      <a:gd name="connsiteY19" fmla="*/ 901700 h 1208088"/>
                      <a:gd name="connsiteX20" fmla="*/ 788065 w 1199071"/>
                      <a:gd name="connsiteY20" fmla="*/ 903833 h 1208088"/>
                      <a:gd name="connsiteX21" fmla="*/ 713622 w 1199071"/>
                      <a:gd name="connsiteY21" fmla="*/ 1055250 h 1208088"/>
                      <a:gd name="connsiteX22" fmla="*/ 788065 w 1199071"/>
                      <a:gd name="connsiteY22" fmla="*/ 1205245 h 1208088"/>
                      <a:gd name="connsiteX23" fmla="*/ 786633 w 1199071"/>
                      <a:gd name="connsiteY23" fmla="*/ 1208088 h 1208088"/>
                      <a:gd name="connsiteX24" fmla="*/ 519643 w 1199071"/>
                      <a:gd name="connsiteY24" fmla="*/ 1208088 h 1208088"/>
                      <a:gd name="connsiteX25" fmla="*/ 518211 w 1199071"/>
                      <a:gd name="connsiteY25" fmla="*/ 1205956 h 1208088"/>
                      <a:gd name="connsiteX26" fmla="*/ 519643 w 1199071"/>
                      <a:gd name="connsiteY26" fmla="*/ 1195292 h 1208088"/>
                      <a:gd name="connsiteX27" fmla="*/ 483137 w 1199071"/>
                      <a:gd name="connsiteY27" fmla="*/ 1159748 h 1208088"/>
                      <a:gd name="connsiteX28" fmla="*/ 470969 w 1199071"/>
                      <a:gd name="connsiteY28" fmla="*/ 1161170 h 1208088"/>
                      <a:gd name="connsiteX29" fmla="*/ 468821 w 1199071"/>
                      <a:gd name="connsiteY29" fmla="*/ 1159748 h 1208088"/>
                      <a:gd name="connsiteX30" fmla="*/ 468821 w 1199071"/>
                      <a:gd name="connsiteY30" fmla="*/ 950040 h 1208088"/>
                      <a:gd name="connsiteX31" fmla="*/ 470969 w 1199071"/>
                      <a:gd name="connsiteY31" fmla="*/ 948618 h 1208088"/>
                      <a:gd name="connsiteX32" fmla="*/ 483137 w 1199071"/>
                      <a:gd name="connsiteY32" fmla="*/ 950751 h 1208088"/>
                      <a:gd name="connsiteX33" fmla="*/ 519643 w 1199071"/>
                      <a:gd name="connsiteY33" fmla="*/ 914496 h 1208088"/>
                      <a:gd name="connsiteX34" fmla="*/ 518211 w 1199071"/>
                      <a:gd name="connsiteY34" fmla="*/ 903122 h 1208088"/>
                      <a:gd name="connsiteX35" fmla="*/ 518927 w 1199071"/>
                      <a:gd name="connsiteY35" fmla="*/ 901700 h 1208088"/>
                      <a:gd name="connsiteX36" fmla="*/ 326025 w 1199071"/>
                      <a:gd name="connsiteY36" fmla="*/ 182184 h 1208088"/>
                      <a:gd name="connsiteX37" fmla="*/ 273872 w 1199071"/>
                      <a:gd name="connsiteY37" fmla="*/ 193386 h 1208088"/>
                      <a:gd name="connsiteX38" fmla="*/ 204469 w 1199071"/>
                      <a:gd name="connsiteY38" fmla="*/ 370489 h 1208088"/>
                      <a:gd name="connsiteX39" fmla="*/ 381196 w 1199071"/>
                      <a:gd name="connsiteY39" fmla="*/ 440904 h 1208088"/>
                      <a:gd name="connsiteX40" fmla="*/ 449884 w 1199071"/>
                      <a:gd name="connsiteY40" fmla="*/ 263801 h 1208088"/>
                      <a:gd name="connsiteX41" fmla="*/ 326025 w 1199071"/>
                      <a:gd name="connsiteY41" fmla="*/ 182184 h 1208088"/>
                      <a:gd name="connsiteX42" fmla="*/ 423813 w 1199071"/>
                      <a:gd name="connsiteY42" fmla="*/ 0 h 1208088"/>
                      <a:gd name="connsiteX43" fmla="*/ 543626 w 1199071"/>
                      <a:gd name="connsiteY43" fmla="*/ 68477 h 1208088"/>
                      <a:gd name="connsiteX44" fmla="*/ 540060 w 1199071"/>
                      <a:gd name="connsiteY44" fmla="*/ 124115 h 1208088"/>
                      <a:gd name="connsiteX45" fmla="*/ 574293 w 1199071"/>
                      <a:gd name="connsiteY45" fmla="*/ 171193 h 1208088"/>
                      <a:gd name="connsiteX46" fmla="*/ 597828 w 1199071"/>
                      <a:gd name="connsiteY46" fmla="*/ 221837 h 1208088"/>
                      <a:gd name="connsiteX47" fmla="*/ 647750 w 1199071"/>
                      <a:gd name="connsiteY47" fmla="*/ 244663 h 1208088"/>
                      <a:gd name="connsiteX48" fmla="*/ 649176 w 1199071"/>
                      <a:gd name="connsiteY48" fmla="*/ 382331 h 1208088"/>
                      <a:gd name="connsiteX49" fmla="*/ 600680 w 1199071"/>
                      <a:gd name="connsiteY49" fmla="*/ 404443 h 1208088"/>
                      <a:gd name="connsiteX50" fmla="*/ 541487 w 1199071"/>
                      <a:gd name="connsiteY50" fmla="*/ 509298 h 1208088"/>
                      <a:gd name="connsiteX51" fmla="*/ 548618 w 1199071"/>
                      <a:gd name="connsiteY51" fmla="*/ 564223 h 1208088"/>
                      <a:gd name="connsiteX52" fmla="*/ 493704 w 1199071"/>
                      <a:gd name="connsiteY52" fmla="*/ 605594 h 1208088"/>
                      <a:gd name="connsiteX53" fmla="*/ 431658 w 1199071"/>
                      <a:gd name="connsiteY53" fmla="*/ 633413 h 1208088"/>
                      <a:gd name="connsiteX54" fmla="*/ 387441 w 1199071"/>
                      <a:gd name="connsiteY54" fmla="*/ 600601 h 1208088"/>
                      <a:gd name="connsiteX55" fmla="*/ 269054 w 1199071"/>
                      <a:gd name="connsiteY55" fmla="*/ 599888 h 1208088"/>
                      <a:gd name="connsiteX56" fmla="*/ 225550 w 1199071"/>
                      <a:gd name="connsiteY56" fmla="*/ 633413 h 1208088"/>
                      <a:gd name="connsiteX57" fmla="*/ 107163 w 1199071"/>
                      <a:gd name="connsiteY57" fmla="*/ 562083 h 1208088"/>
                      <a:gd name="connsiteX58" fmla="*/ 114295 w 1199071"/>
                      <a:gd name="connsiteY58" fmla="*/ 507159 h 1208088"/>
                      <a:gd name="connsiteX59" fmla="*/ 82202 w 1199071"/>
                      <a:gd name="connsiteY59" fmla="*/ 461507 h 1208088"/>
                      <a:gd name="connsiteX60" fmla="*/ 57241 w 1199071"/>
                      <a:gd name="connsiteY60" fmla="*/ 407296 h 1208088"/>
                      <a:gd name="connsiteX61" fmla="*/ 7319 w 1199071"/>
                      <a:gd name="connsiteY61" fmla="*/ 386610 h 1208088"/>
                      <a:gd name="connsiteX62" fmla="*/ 8745 w 1199071"/>
                      <a:gd name="connsiteY62" fmla="*/ 243950 h 1208088"/>
                      <a:gd name="connsiteX63" fmla="*/ 58667 w 1199071"/>
                      <a:gd name="connsiteY63" fmla="*/ 221124 h 1208088"/>
                      <a:gd name="connsiteX64" fmla="*/ 113582 w 1199071"/>
                      <a:gd name="connsiteY64" fmla="*/ 127681 h 1208088"/>
                      <a:gd name="connsiteX65" fmla="*/ 106450 w 1199071"/>
                      <a:gd name="connsiteY65" fmla="*/ 72044 h 1208088"/>
                      <a:gd name="connsiteX66" fmla="*/ 163504 w 1199071"/>
                      <a:gd name="connsiteY66" fmla="*/ 29959 h 1208088"/>
                      <a:gd name="connsiteX67" fmla="*/ 227690 w 1199071"/>
                      <a:gd name="connsiteY67" fmla="*/ 713 h 1208088"/>
                      <a:gd name="connsiteX68" fmla="*/ 272620 w 1199071"/>
                      <a:gd name="connsiteY68" fmla="*/ 33525 h 1208088"/>
                      <a:gd name="connsiteX69" fmla="*/ 379596 w 1199071"/>
                      <a:gd name="connsiteY69" fmla="*/ 33525 h 1208088"/>
                      <a:gd name="connsiteX70" fmla="*/ 423813 w 1199071"/>
                      <a:gd name="connsiteY70" fmla="*/ 0 h 12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99071" h="1208088">
                        <a:moveTo>
                          <a:pt x="878957" y="901700"/>
                        </a:moveTo>
                        <a:cubicBezTo>
                          <a:pt x="878957" y="901700"/>
                          <a:pt x="878957" y="901700"/>
                          <a:pt x="1146793" y="901700"/>
                        </a:cubicBezTo>
                        <a:cubicBezTo>
                          <a:pt x="1148225" y="901700"/>
                          <a:pt x="1148941" y="902411"/>
                          <a:pt x="1148941" y="903122"/>
                        </a:cubicBezTo>
                        <a:cubicBezTo>
                          <a:pt x="1147509" y="906676"/>
                          <a:pt x="1146793" y="910942"/>
                          <a:pt x="1146793" y="914496"/>
                        </a:cubicBezTo>
                        <a:cubicBezTo>
                          <a:pt x="1146793" y="934400"/>
                          <a:pt x="1163264" y="950751"/>
                          <a:pt x="1184032" y="950751"/>
                        </a:cubicBezTo>
                        <a:cubicBezTo>
                          <a:pt x="1188329" y="950751"/>
                          <a:pt x="1193342" y="950040"/>
                          <a:pt x="1196923" y="947907"/>
                        </a:cubicBezTo>
                        <a:cubicBezTo>
                          <a:pt x="1198355" y="947907"/>
                          <a:pt x="1199071" y="948618"/>
                          <a:pt x="1199071" y="950040"/>
                        </a:cubicBezTo>
                        <a:cubicBezTo>
                          <a:pt x="1199071" y="950040"/>
                          <a:pt x="1199071" y="950040"/>
                          <a:pt x="1199071" y="1160459"/>
                        </a:cubicBezTo>
                        <a:cubicBezTo>
                          <a:pt x="1199071" y="1161170"/>
                          <a:pt x="1198355" y="1161881"/>
                          <a:pt x="1196923" y="1161881"/>
                        </a:cubicBezTo>
                        <a:cubicBezTo>
                          <a:pt x="1193342" y="1160459"/>
                          <a:pt x="1188329" y="1159748"/>
                          <a:pt x="1184032" y="1159748"/>
                        </a:cubicBezTo>
                        <a:cubicBezTo>
                          <a:pt x="1163264" y="1159748"/>
                          <a:pt x="1146793" y="1176099"/>
                          <a:pt x="1146793" y="1195292"/>
                        </a:cubicBezTo>
                        <a:cubicBezTo>
                          <a:pt x="1146793" y="1198847"/>
                          <a:pt x="1146793" y="1202401"/>
                          <a:pt x="1148225" y="1205956"/>
                        </a:cubicBezTo>
                        <a:cubicBezTo>
                          <a:pt x="1148941" y="1206666"/>
                          <a:pt x="1148225" y="1208088"/>
                          <a:pt x="1146793" y="1208088"/>
                        </a:cubicBezTo>
                        <a:cubicBezTo>
                          <a:pt x="1146793" y="1208088"/>
                          <a:pt x="1146793" y="1208088"/>
                          <a:pt x="878957" y="1208088"/>
                        </a:cubicBezTo>
                        <a:cubicBezTo>
                          <a:pt x="877524" y="1208088"/>
                          <a:pt x="876808" y="1205956"/>
                          <a:pt x="878241" y="1205245"/>
                        </a:cubicBezTo>
                        <a:cubicBezTo>
                          <a:pt x="915480" y="1178942"/>
                          <a:pt x="952003" y="1121361"/>
                          <a:pt x="952003" y="1055250"/>
                        </a:cubicBezTo>
                        <a:cubicBezTo>
                          <a:pt x="952003" y="988427"/>
                          <a:pt x="915480" y="930135"/>
                          <a:pt x="878241" y="903833"/>
                        </a:cubicBezTo>
                        <a:cubicBezTo>
                          <a:pt x="876808" y="903122"/>
                          <a:pt x="877524" y="901700"/>
                          <a:pt x="878957" y="901700"/>
                        </a:cubicBezTo>
                        <a:close/>
                        <a:moveTo>
                          <a:pt x="518927" y="901700"/>
                        </a:moveTo>
                        <a:cubicBezTo>
                          <a:pt x="518927" y="901700"/>
                          <a:pt x="518927" y="901700"/>
                          <a:pt x="786633" y="901700"/>
                        </a:cubicBezTo>
                        <a:cubicBezTo>
                          <a:pt x="788780" y="901700"/>
                          <a:pt x="789496" y="903122"/>
                          <a:pt x="788065" y="903833"/>
                        </a:cubicBezTo>
                        <a:cubicBezTo>
                          <a:pt x="750128" y="930135"/>
                          <a:pt x="713622" y="988427"/>
                          <a:pt x="713622" y="1055250"/>
                        </a:cubicBezTo>
                        <a:cubicBezTo>
                          <a:pt x="713622" y="1121361"/>
                          <a:pt x="750128" y="1178942"/>
                          <a:pt x="788065" y="1205245"/>
                        </a:cubicBezTo>
                        <a:cubicBezTo>
                          <a:pt x="789496" y="1205956"/>
                          <a:pt x="788780" y="1208088"/>
                          <a:pt x="786633" y="1208088"/>
                        </a:cubicBezTo>
                        <a:cubicBezTo>
                          <a:pt x="786633" y="1208088"/>
                          <a:pt x="786633" y="1208088"/>
                          <a:pt x="519643" y="1208088"/>
                        </a:cubicBezTo>
                        <a:cubicBezTo>
                          <a:pt x="518927" y="1208088"/>
                          <a:pt x="518211" y="1206666"/>
                          <a:pt x="518211" y="1205956"/>
                        </a:cubicBezTo>
                        <a:cubicBezTo>
                          <a:pt x="518927" y="1202401"/>
                          <a:pt x="519643" y="1198847"/>
                          <a:pt x="519643" y="1195292"/>
                        </a:cubicBezTo>
                        <a:cubicBezTo>
                          <a:pt x="519643" y="1176099"/>
                          <a:pt x="503895" y="1159748"/>
                          <a:pt x="483137" y="1159748"/>
                        </a:cubicBezTo>
                        <a:cubicBezTo>
                          <a:pt x="478842" y="1159748"/>
                          <a:pt x="474548" y="1160459"/>
                          <a:pt x="470969" y="1161170"/>
                        </a:cubicBezTo>
                        <a:cubicBezTo>
                          <a:pt x="470253" y="1161881"/>
                          <a:pt x="468821" y="1161170"/>
                          <a:pt x="468821" y="1159748"/>
                        </a:cubicBezTo>
                        <a:cubicBezTo>
                          <a:pt x="468821" y="1159748"/>
                          <a:pt x="468821" y="1159748"/>
                          <a:pt x="468821" y="950040"/>
                        </a:cubicBezTo>
                        <a:cubicBezTo>
                          <a:pt x="468821" y="948618"/>
                          <a:pt x="470253" y="947907"/>
                          <a:pt x="470969" y="948618"/>
                        </a:cubicBezTo>
                        <a:cubicBezTo>
                          <a:pt x="474548" y="950040"/>
                          <a:pt x="478842" y="950751"/>
                          <a:pt x="483137" y="950751"/>
                        </a:cubicBezTo>
                        <a:cubicBezTo>
                          <a:pt x="503895" y="950751"/>
                          <a:pt x="519643" y="934400"/>
                          <a:pt x="519643" y="914496"/>
                        </a:cubicBezTo>
                        <a:cubicBezTo>
                          <a:pt x="519643" y="910942"/>
                          <a:pt x="518927" y="906676"/>
                          <a:pt x="518211" y="903122"/>
                        </a:cubicBezTo>
                        <a:cubicBezTo>
                          <a:pt x="517495" y="902411"/>
                          <a:pt x="518211" y="901700"/>
                          <a:pt x="518927" y="901700"/>
                        </a:cubicBezTo>
                        <a:close/>
                        <a:moveTo>
                          <a:pt x="326025" y="182184"/>
                        </a:moveTo>
                        <a:cubicBezTo>
                          <a:pt x="308574" y="182317"/>
                          <a:pt x="290865" y="185918"/>
                          <a:pt x="273872" y="193386"/>
                        </a:cubicBezTo>
                        <a:cubicBezTo>
                          <a:pt x="205900" y="222548"/>
                          <a:pt x="175134" y="301497"/>
                          <a:pt x="204469" y="370489"/>
                        </a:cubicBezTo>
                        <a:cubicBezTo>
                          <a:pt x="233805" y="438770"/>
                          <a:pt x="313224" y="471488"/>
                          <a:pt x="381196" y="440904"/>
                        </a:cubicBezTo>
                        <a:cubicBezTo>
                          <a:pt x="449168" y="412454"/>
                          <a:pt x="479934" y="332081"/>
                          <a:pt x="449884" y="263801"/>
                        </a:cubicBezTo>
                        <a:cubicBezTo>
                          <a:pt x="428419" y="212590"/>
                          <a:pt x="378379" y="181784"/>
                          <a:pt x="326025" y="182184"/>
                        </a:cubicBezTo>
                        <a:close/>
                        <a:moveTo>
                          <a:pt x="423813" y="0"/>
                        </a:moveTo>
                        <a:cubicBezTo>
                          <a:pt x="467317" y="13553"/>
                          <a:pt x="510107" y="37805"/>
                          <a:pt x="543626" y="68477"/>
                        </a:cubicBezTo>
                        <a:cubicBezTo>
                          <a:pt x="543626" y="68477"/>
                          <a:pt x="543626" y="68477"/>
                          <a:pt x="540060" y="124115"/>
                        </a:cubicBezTo>
                        <a:cubicBezTo>
                          <a:pt x="552898" y="138381"/>
                          <a:pt x="565021" y="154074"/>
                          <a:pt x="574293" y="171193"/>
                        </a:cubicBezTo>
                        <a:cubicBezTo>
                          <a:pt x="584277" y="188312"/>
                          <a:pt x="592122" y="205431"/>
                          <a:pt x="597828" y="221837"/>
                        </a:cubicBezTo>
                        <a:cubicBezTo>
                          <a:pt x="597828" y="221837"/>
                          <a:pt x="597828" y="221837"/>
                          <a:pt x="647750" y="244663"/>
                        </a:cubicBezTo>
                        <a:cubicBezTo>
                          <a:pt x="657021" y="290314"/>
                          <a:pt x="657734" y="338106"/>
                          <a:pt x="649176" y="382331"/>
                        </a:cubicBezTo>
                        <a:cubicBezTo>
                          <a:pt x="649176" y="382331"/>
                          <a:pt x="649176" y="382331"/>
                          <a:pt x="600680" y="404443"/>
                        </a:cubicBezTo>
                        <a:cubicBezTo>
                          <a:pt x="587843" y="442961"/>
                          <a:pt x="568587" y="479340"/>
                          <a:pt x="541487" y="509298"/>
                        </a:cubicBezTo>
                        <a:cubicBezTo>
                          <a:pt x="541487" y="509298"/>
                          <a:pt x="541487" y="509298"/>
                          <a:pt x="548618" y="564223"/>
                        </a:cubicBezTo>
                        <a:cubicBezTo>
                          <a:pt x="530789" y="579202"/>
                          <a:pt x="512247" y="592755"/>
                          <a:pt x="493704" y="605594"/>
                        </a:cubicBezTo>
                        <a:cubicBezTo>
                          <a:pt x="473022" y="616294"/>
                          <a:pt x="452340" y="625567"/>
                          <a:pt x="431658" y="633413"/>
                        </a:cubicBezTo>
                        <a:cubicBezTo>
                          <a:pt x="431658" y="633413"/>
                          <a:pt x="431658" y="633413"/>
                          <a:pt x="387441" y="600601"/>
                        </a:cubicBezTo>
                        <a:cubicBezTo>
                          <a:pt x="346790" y="609161"/>
                          <a:pt x="307565" y="609161"/>
                          <a:pt x="269054" y="599888"/>
                        </a:cubicBezTo>
                        <a:cubicBezTo>
                          <a:pt x="269054" y="599888"/>
                          <a:pt x="269054" y="599888"/>
                          <a:pt x="225550" y="633413"/>
                        </a:cubicBezTo>
                        <a:cubicBezTo>
                          <a:pt x="183473" y="617720"/>
                          <a:pt x="142822" y="594895"/>
                          <a:pt x="107163" y="562083"/>
                        </a:cubicBezTo>
                        <a:cubicBezTo>
                          <a:pt x="107163" y="562083"/>
                          <a:pt x="107163" y="562083"/>
                          <a:pt x="114295" y="507159"/>
                        </a:cubicBezTo>
                        <a:cubicBezTo>
                          <a:pt x="102171" y="493606"/>
                          <a:pt x="91473" y="478626"/>
                          <a:pt x="82202" y="461507"/>
                        </a:cubicBezTo>
                        <a:cubicBezTo>
                          <a:pt x="71504" y="445101"/>
                          <a:pt x="62946" y="425842"/>
                          <a:pt x="57241" y="407296"/>
                        </a:cubicBezTo>
                        <a:cubicBezTo>
                          <a:pt x="57241" y="407296"/>
                          <a:pt x="57241" y="407296"/>
                          <a:pt x="7319" y="386610"/>
                        </a:cubicBezTo>
                        <a:cubicBezTo>
                          <a:pt x="-2666" y="337392"/>
                          <a:pt x="-2666" y="289601"/>
                          <a:pt x="8745" y="243950"/>
                        </a:cubicBezTo>
                        <a:cubicBezTo>
                          <a:pt x="8745" y="243950"/>
                          <a:pt x="8745" y="243950"/>
                          <a:pt x="58667" y="221124"/>
                        </a:cubicBezTo>
                        <a:cubicBezTo>
                          <a:pt x="70078" y="187599"/>
                          <a:pt x="89334" y="156213"/>
                          <a:pt x="113582" y="127681"/>
                        </a:cubicBezTo>
                        <a:cubicBezTo>
                          <a:pt x="113582" y="127681"/>
                          <a:pt x="113582" y="127681"/>
                          <a:pt x="106450" y="72044"/>
                        </a:cubicBezTo>
                        <a:cubicBezTo>
                          <a:pt x="122853" y="57064"/>
                          <a:pt x="142822" y="42085"/>
                          <a:pt x="163504" y="29959"/>
                        </a:cubicBezTo>
                        <a:cubicBezTo>
                          <a:pt x="184899" y="17833"/>
                          <a:pt x="205581" y="8560"/>
                          <a:pt x="227690" y="713"/>
                        </a:cubicBezTo>
                        <a:cubicBezTo>
                          <a:pt x="227690" y="713"/>
                          <a:pt x="227690" y="713"/>
                          <a:pt x="272620" y="33525"/>
                        </a:cubicBezTo>
                        <a:cubicBezTo>
                          <a:pt x="307565" y="26392"/>
                          <a:pt x="343937" y="25679"/>
                          <a:pt x="379596" y="33525"/>
                        </a:cubicBezTo>
                        <a:cubicBezTo>
                          <a:pt x="379596" y="33525"/>
                          <a:pt x="379596" y="33525"/>
                          <a:pt x="423813"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109" name="Grupo 108">
                <a:extLst>
                  <a:ext uri="{FF2B5EF4-FFF2-40B4-BE49-F238E27FC236}">
                    <a16:creationId xmlns:a16="http://schemas.microsoft.com/office/drawing/2014/main" id="{202CF739-5D83-C54A-12F2-AAECE8C93E98}"/>
                  </a:ext>
                </a:extLst>
              </p:cNvPr>
              <p:cNvGrpSpPr/>
              <p:nvPr/>
            </p:nvGrpSpPr>
            <p:grpSpPr>
              <a:xfrm>
                <a:off x="2150066" y="4970168"/>
                <a:ext cx="1036959" cy="1122694"/>
                <a:chOff x="2150066" y="4970168"/>
                <a:chExt cx="1036959" cy="1122694"/>
              </a:xfrm>
            </p:grpSpPr>
            <p:sp>
              <p:nvSpPr>
                <p:cNvPr id="123" name="Rectangle: Rounded Corners 122">
                  <a:extLst>
                    <a:ext uri="{FF2B5EF4-FFF2-40B4-BE49-F238E27FC236}">
                      <a16:creationId xmlns:a16="http://schemas.microsoft.com/office/drawing/2014/main" id="{AF3EBF93-5811-4A78-9EE8-4DE9A52C7A69}"/>
                    </a:ext>
                  </a:extLst>
                </p:cNvPr>
                <p:cNvSpPr/>
                <p:nvPr/>
              </p:nvSpPr>
              <p:spPr>
                <a:xfrm>
                  <a:off x="2215025"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71" name="Oval 70">
                  <a:extLst>
                    <a:ext uri="{FF2B5EF4-FFF2-40B4-BE49-F238E27FC236}">
                      <a16:creationId xmlns:a16="http://schemas.microsoft.com/office/drawing/2014/main" id="{3F3CE8EA-9814-A8A5-4229-009611B65C7B}"/>
                    </a:ext>
                  </a:extLst>
                </p:cNvPr>
                <p:cNvSpPr>
                  <a:spLocks noChangeAspect="1" noChangeArrowheads="1"/>
                </p:cNvSpPr>
                <p:nvPr/>
              </p:nvSpPr>
              <p:spPr bwMode="auto">
                <a:xfrm>
                  <a:off x="2150066"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15</a:t>
                  </a:r>
                </a:p>
              </p:txBody>
            </p:sp>
          </p:grpSp>
        </p:grpSp>
        <p:grpSp>
          <p:nvGrpSpPr>
            <p:cNvPr id="115" name="Grupo 114">
              <a:extLst>
                <a:ext uri="{FF2B5EF4-FFF2-40B4-BE49-F238E27FC236}">
                  <a16:creationId xmlns:a16="http://schemas.microsoft.com/office/drawing/2014/main" id="{43301A5E-1F5D-9720-DD06-2B0C5E8A0070}"/>
                </a:ext>
              </a:extLst>
            </p:cNvPr>
            <p:cNvGrpSpPr/>
            <p:nvPr/>
          </p:nvGrpSpPr>
          <p:grpSpPr>
            <a:xfrm>
              <a:off x="7594262" y="5176000"/>
              <a:ext cx="1036959" cy="1122694"/>
              <a:chOff x="6259815" y="4970168"/>
              <a:chExt cx="1036959" cy="1122694"/>
            </a:xfrm>
          </p:grpSpPr>
          <p:sp>
            <p:nvSpPr>
              <p:cNvPr id="120" name="Rectangle: Rounded Corners 119">
                <a:extLst>
                  <a:ext uri="{FF2B5EF4-FFF2-40B4-BE49-F238E27FC236}">
                    <a16:creationId xmlns:a16="http://schemas.microsoft.com/office/drawing/2014/main" id="{851C75F7-3434-B73F-2DD4-D842102D7623}"/>
                  </a:ext>
                </a:extLst>
              </p:cNvPr>
              <p:cNvSpPr/>
              <p:nvPr/>
            </p:nvSpPr>
            <p:spPr>
              <a:xfrm>
                <a:off x="632477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a:t>
                </a:r>
                <a:br>
                  <a:rPr lang="es-CL" sz="855">
                    <a:solidFill>
                      <a:schemeClr val="tx1"/>
                    </a:solidFill>
                  </a:rPr>
                </a:br>
                <a:r>
                  <a:rPr lang="es-CL" sz="855">
                    <a:solidFill>
                      <a:schemeClr val="tx1"/>
                    </a:solidFill>
                  </a:rPr>
                  <a:t>Proyectos</a:t>
                </a:r>
              </a:p>
            </p:txBody>
          </p:sp>
          <p:grpSp>
            <p:nvGrpSpPr>
              <p:cNvPr id="35" name="bcgIcons_Tool Kit ">
                <a:extLst>
                  <a:ext uri="{FF2B5EF4-FFF2-40B4-BE49-F238E27FC236}">
                    <a16:creationId xmlns:a16="http://schemas.microsoft.com/office/drawing/2014/main" id="{DF0F639F-AA6D-ABC4-7B80-D69647EA6A5D}"/>
                  </a:ext>
                </a:extLst>
              </p:cNvPr>
              <p:cNvGrpSpPr>
                <a:grpSpLocks noChangeAspect="1"/>
              </p:cNvGrpSpPr>
              <p:nvPr/>
            </p:nvGrpSpPr>
            <p:grpSpPr>
              <a:xfrm>
                <a:off x="6583479" y="5141091"/>
                <a:ext cx="380780" cy="380413"/>
                <a:chOff x="5273675" y="2606675"/>
                <a:chExt cx="1646238" cy="1644650"/>
              </a:xfrm>
            </p:grpSpPr>
            <p:sp>
              <p:nvSpPr>
                <p:cNvPr id="36" name="AutoShape 11">
                  <a:extLst>
                    <a:ext uri="{FF2B5EF4-FFF2-40B4-BE49-F238E27FC236}">
                      <a16:creationId xmlns:a16="http://schemas.microsoft.com/office/drawing/2014/main" id="{97E0923A-C6CF-3624-49AB-1BACD26989E1}"/>
                    </a:ext>
                  </a:extLst>
                </p:cNvPr>
                <p:cNvSpPr>
                  <a:spLocks noChangeAspec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7" name="Group 36">
                  <a:extLst>
                    <a:ext uri="{FF2B5EF4-FFF2-40B4-BE49-F238E27FC236}">
                      <a16:creationId xmlns:a16="http://schemas.microsoft.com/office/drawing/2014/main" id="{3FEF06A3-7088-8042-F68F-AA2C6D809448}"/>
                    </a:ext>
                  </a:extLst>
                </p:cNvPr>
                <p:cNvGrpSpPr>
                  <a:grpSpLocks/>
                </p:cNvGrpSpPr>
                <p:nvPr/>
              </p:nvGrpSpPr>
              <p:grpSpPr>
                <a:xfrm>
                  <a:off x="5457825" y="2841625"/>
                  <a:ext cx="1275150" cy="1190625"/>
                  <a:chOff x="5457825" y="2841625"/>
                  <a:chExt cx="1275150" cy="1190625"/>
                </a:xfrm>
              </p:grpSpPr>
              <p:sp>
                <p:nvSpPr>
                  <p:cNvPr id="38" name="Freeform 9">
                    <a:extLst>
                      <a:ext uri="{FF2B5EF4-FFF2-40B4-BE49-F238E27FC236}">
                        <a16:creationId xmlns:a16="http://schemas.microsoft.com/office/drawing/2014/main" id="{08AFD972-D74F-0672-6F79-C8DDD6CE2526}"/>
                      </a:ext>
                    </a:extLst>
                  </p:cNvPr>
                  <p:cNvSpPr>
                    <a:spLocks/>
                  </p:cNvSpPr>
                  <p:nvPr/>
                </p:nvSpPr>
                <p:spPr bwMode="auto">
                  <a:xfrm>
                    <a:off x="5457825" y="2841625"/>
                    <a:ext cx="1191771" cy="1190625"/>
                  </a:xfrm>
                  <a:custGeom>
                    <a:avLst/>
                    <a:gdLst>
                      <a:gd name="connsiteX0" fmla="*/ 695044 w 1191771"/>
                      <a:gd name="connsiteY0" fmla="*/ 746141 h 1190625"/>
                      <a:gd name="connsiteX1" fmla="*/ 683590 w 1191771"/>
                      <a:gd name="connsiteY1" fmla="*/ 750948 h 1190625"/>
                      <a:gd name="connsiteX2" fmla="*/ 683590 w 1191771"/>
                      <a:gd name="connsiteY2" fmla="*/ 773027 h 1190625"/>
                      <a:gd name="connsiteX3" fmla="*/ 992129 w 1191771"/>
                      <a:gd name="connsiteY3" fmla="*/ 1079990 h 1190625"/>
                      <a:gd name="connsiteX4" fmla="*/ 1003582 w 1191771"/>
                      <a:gd name="connsiteY4" fmla="*/ 1084263 h 1190625"/>
                      <a:gd name="connsiteX5" fmla="*/ 1014320 w 1191771"/>
                      <a:gd name="connsiteY5" fmla="*/ 1079990 h 1190625"/>
                      <a:gd name="connsiteX6" fmla="*/ 1014320 w 1191771"/>
                      <a:gd name="connsiteY6" fmla="*/ 1057911 h 1190625"/>
                      <a:gd name="connsiteX7" fmla="*/ 706498 w 1191771"/>
                      <a:gd name="connsiteY7" fmla="*/ 750948 h 1190625"/>
                      <a:gd name="connsiteX8" fmla="*/ 695044 w 1191771"/>
                      <a:gd name="connsiteY8" fmla="*/ 746141 h 1190625"/>
                      <a:gd name="connsiteX9" fmla="*/ 763137 w 1191771"/>
                      <a:gd name="connsiteY9" fmla="*/ 679291 h 1190625"/>
                      <a:gd name="connsiteX10" fmla="*/ 751826 w 1191771"/>
                      <a:gd name="connsiteY10" fmla="*/ 683573 h 1190625"/>
                      <a:gd name="connsiteX11" fmla="*/ 751826 w 1191771"/>
                      <a:gd name="connsiteY11" fmla="*/ 705698 h 1190625"/>
                      <a:gd name="connsiteX12" fmla="*/ 1058936 w 1191771"/>
                      <a:gd name="connsiteY12" fmla="*/ 1013306 h 1190625"/>
                      <a:gd name="connsiteX13" fmla="*/ 1069624 w 1191771"/>
                      <a:gd name="connsiteY13" fmla="*/ 1017588 h 1190625"/>
                      <a:gd name="connsiteX14" fmla="*/ 1081025 w 1191771"/>
                      <a:gd name="connsiteY14" fmla="*/ 1013306 h 1190625"/>
                      <a:gd name="connsiteX15" fmla="*/ 1081025 w 1191771"/>
                      <a:gd name="connsiteY15" fmla="*/ 991181 h 1190625"/>
                      <a:gd name="connsiteX16" fmla="*/ 773915 w 1191771"/>
                      <a:gd name="connsiteY16" fmla="*/ 683573 h 1190625"/>
                      <a:gd name="connsiteX17" fmla="*/ 763137 w 1191771"/>
                      <a:gd name="connsiteY17" fmla="*/ 679291 h 1190625"/>
                      <a:gd name="connsiteX18" fmla="*/ 672309 w 1191771"/>
                      <a:gd name="connsiteY18" fmla="*/ 509588 h 1190625"/>
                      <a:gd name="connsiteX19" fmla="*/ 511175 w 1191771"/>
                      <a:gd name="connsiteY19" fmla="*/ 672130 h 1190625"/>
                      <a:gd name="connsiteX20" fmla="*/ 553241 w 1191771"/>
                      <a:gd name="connsiteY20" fmla="*/ 714376 h 1190625"/>
                      <a:gd name="connsiteX21" fmla="*/ 714375 w 1191771"/>
                      <a:gd name="connsiteY21" fmla="*/ 551835 h 1190625"/>
                      <a:gd name="connsiteX22" fmla="*/ 672309 w 1191771"/>
                      <a:gd name="connsiteY22" fmla="*/ 509588 h 1190625"/>
                      <a:gd name="connsiteX23" fmla="*/ 673000 w 1191771"/>
                      <a:gd name="connsiteY23" fmla="*/ 479425 h 1190625"/>
                      <a:gd name="connsiteX24" fmla="*/ 694428 w 1191771"/>
                      <a:gd name="connsiteY24" fmla="*/ 488708 h 1190625"/>
                      <a:gd name="connsiteX25" fmla="*/ 738001 w 1191771"/>
                      <a:gd name="connsiteY25" fmla="*/ 530837 h 1190625"/>
                      <a:gd name="connsiteX26" fmla="*/ 746572 w 1191771"/>
                      <a:gd name="connsiteY26" fmla="*/ 552259 h 1190625"/>
                      <a:gd name="connsiteX27" fmla="*/ 738001 w 1191771"/>
                      <a:gd name="connsiteY27" fmla="*/ 574395 h 1190625"/>
                      <a:gd name="connsiteX28" fmla="*/ 733715 w 1191771"/>
                      <a:gd name="connsiteY28" fmla="*/ 578679 h 1190625"/>
                      <a:gd name="connsiteX29" fmla="*/ 778715 w 1191771"/>
                      <a:gd name="connsiteY29" fmla="*/ 578679 h 1190625"/>
                      <a:gd name="connsiteX30" fmla="*/ 790144 w 1191771"/>
                      <a:gd name="connsiteY30" fmla="*/ 582963 h 1190625"/>
                      <a:gd name="connsiteX31" fmla="*/ 809430 w 1191771"/>
                      <a:gd name="connsiteY31" fmla="*/ 602243 h 1190625"/>
                      <a:gd name="connsiteX32" fmla="*/ 1180864 w 1191771"/>
                      <a:gd name="connsiteY32" fmla="*/ 973552 h 1190625"/>
                      <a:gd name="connsiteX33" fmla="*/ 1182293 w 1191771"/>
                      <a:gd name="connsiteY33" fmla="*/ 1043530 h 1190625"/>
                      <a:gd name="connsiteX34" fmla="*/ 1124435 w 1191771"/>
                      <a:gd name="connsiteY34" fmla="*/ 1123504 h 1190625"/>
                      <a:gd name="connsiteX35" fmla="*/ 1044434 w 1191771"/>
                      <a:gd name="connsiteY35" fmla="*/ 1181342 h 1190625"/>
                      <a:gd name="connsiteX36" fmla="*/ 1005147 w 1191771"/>
                      <a:gd name="connsiteY36" fmla="*/ 1190625 h 1190625"/>
                      <a:gd name="connsiteX37" fmla="*/ 974433 w 1191771"/>
                      <a:gd name="connsiteY37" fmla="*/ 1179200 h 1190625"/>
                      <a:gd name="connsiteX38" fmla="*/ 602999 w 1191771"/>
                      <a:gd name="connsiteY38" fmla="*/ 808605 h 1190625"/>
                      <a:gd name="connsiteX39" fmla="*/ 582998 w 1191771"/>
                      <a:gd name="connsiteY39" fmla="*/ 788611 h 1190625"/>
                      <a:gd name="connsiteX40" fmla="*/ 578712 w 1191771"/>
                      <a:gd name="connsiteY40" fmla="*/ 777901 h 1190625"/>
                      <a:gd name="connsiteX41" fmla="*/ 577284 w 1191771"/>
                      <a:gd name="connsiteY41" fmla="*/ 734343 h 1190625"/>
                      <a:gd name="connsiteX42" fmla="*/ 575141 w 1191771"/>
                      <a:gd name="connsiteY42" fmla="*/ 736485 h 1190625"/>
                      <a:gd name="connsiteX43" fmla="*/ 553712 w 1191771"/>
                      <a:gd name="connsiteY43" fmla="*/ 745768 h 1190625"/>
                      <a:gd name="connsiteX44" fmla="*/ 531569 w 1191771"/>
                      <a:gd name="connsiteY44" fmla="*/ 736485 h 1190625"/>
                      <a:gd name="connsiteX45" fmla="*/ 488711 w 1191771"/>
                      <a:gd name="connsiteY45" fmla="*/ 693642 h 1190625"/>
                      <a:gd name="connsiteX46" fmla="*/ 479425 w 1191771"/>
                      <a:gd name="connsiteY46" fmla="*/ 672220 h 1190625"/>
                      <a:gd name="connsiteX47" fmla="*/ 480140 w 1191771"/>
                      <a:gd name="connsiteY47" fmla="*/ 665080 h 1190625"/>
                      <a:gd name="connsiteX48" fmla="*/ 488711 w 1191771"/>
                      <a:gd name="connsiteY48" fmla="*/ 650085 h 1190625"/>
                      <a:gd name="connsiteX49" fmla="*/ 651571 w 1191771"/>
                      <a:gd name="connsiteY49" fmla="*/ 488708 h 1190625"/>
                      <a:gd name="connsiteX50" fmla="*/ 665857 w 1191771"/>
                      <a:gd name="connsiteY50" fmla="*/ 480139 h 1190625"/>
                      <a:gd name="connsiteX51" fmla="*/ 673000 w 1191771"/>
                      <a:gd name="connsiteY51" fmla="*/ 479425 h 1190625"/>
                      <a:gd name="connsiteX52" fmla="*/ 52387 w 1191771"/>
                      <a:gd name="connsiteY52" fmla="*/ 0 h 1190625"/>
                      <a:gd name="connsiteX53" fmla="*/ 180975 w 1191771"/>
                      <a:gd name="connsiteY53" fmla="*/ 65087 h 1190625"/>
                      <a:gd name="connsiteX54" fmla="*/ 190500 w 1191771"/>
                      <a:gd name="connsiteY54" fmla="*/ 120650 h 1190625"/>
                      <a:gd name="connsiteX55" fmla="*/ 582613 w 1191771"/>
                      <a:gd name="connsiteY55" fmla="*/ 511175 h 1190625"/>
                      <a:gd name="connsiteX56" fmla="*/ 511176 w 1191771"/>
                      <a:gd name="connsiteY56" fmla="*/ 584200 h 1190625"/>
                      <a:gd name="connsiteX57" fmla="*/ 115887 w 1191771"/>
                      <a:gd name="connsiteY57" fmla="*/ 188912 h 1190625"/>
                      <a:gd name="connsiteX58" fmla="*/ 66675 w 1191771"/>
                      <a:gd name="connsiteY58" fmla="*/ 182562 h 1190625"/>
                      <a:gd name="connsiteX59" fmla="*/ 0 w 1191771"/>
                      <a:gd name="connsiteY59" fmla="*/ 52387 h 1190625"/>
                      <a:gd name="connsiteX60" fmla="*/ 25400 w 1191771"/>
                      <a:gd name="connsiteY60" fmla="*/ 26987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91771" h="1190625">
                        <a:moveTo>
                          <a:pt x="695044" y="746141"/>
                        </a:moveTo>
                        <a:cubicBezTo>
                          <a:pt x="690928" y="746141"/>
                          <a:pt x="686812" y="747743"/>
                          <a:pt x="683590" y="750948"/>
                        </a:cubicBezTo>
                        <a:cubicBezTo>
                          <a:pt x="677863" y="757358"/>
                          <a:pt x="677863" y="767329"/>
                          <a:pt x="683590" y="773027"/>
                        </a:cubicBezTo>
                        <a:cubicBezTo>
                          <a:pt x="683590" y="773027"/>
                          <a:pt x="683590" y="773027"/>
                          <a:pt x="992129" y="1079990"/>
                        </a:cubicBezTo>
                        <a:cubicBezTo>
                          <a:pt x="994992" y="1082839"/>
                          <a:pt x="999287" y="1084263"/>
                          <a:pt x="1003582" y="1084263"/>
                        </a:cubicBezTo>
                        <a:cubicBezTo>
                          <a:pt x="1007162" y="1084263"/>
                          <a:pt x="1011457" y="1082839"/>
                          <a:pt x="1014320" y="1079990"/>
                        </a:cubicBezTo>
                        <a:cubicBezTo>
                          <a:pt x="1020763" y="1073580"/>
                          <a:pt x="1020763" y="1063609"/>
                          <a:pt x="1014320" y="1057911"/>
                        </a:cubicBezTo>
                        <a:cubicBezTo>
                          <a:pt x="1014320" y="1057911"/>
                          <a:pt x="1014320" y="1057911"/>
                          <a:pt x="706498" y="750948"/>
                        </a:cubicBezTo>
                        <a:cubicBezTo>
                          <a:pt x="703277" y="747743"/>
                          <a:pt x="699160" y="746141"/>
                          <a:pt x="695044" y="746141"/>
                        </a:cubicBezTo>
                        <a:close/>
                        <a:moveTo>
                          <a:pt x="763137" y="679291"/>
                        </a:moveTo>
                        <a:cubicBezTo>
                          <a:pt x="759129" y="679291"/>
                          <a:pt x="755032" y="680718"/>
                          <a:pt x="751826" y="683573"/>
                        </a:cubicBezTo>
                        <a:cubicBezTo>
                          <a:pt x="746125" y="689996"/>
                          <a:pt x="746125" y="699988"/>
                          <a:pt x="751826" y="705698"/>
                        </a:cubicBezTo>
                        <a:cubicBezTo>
                          <a:pt x="751826" y="705698"/>
                          <a:pt x="751826" y="705698"/>
                          <a:pt x="1058936" y="1013306"/>
                        </a:cubicBezTo>
                        <a:cubicBezTo>
                          <a:pt x="1061786" y="1016161"/>
                          <a:pt x="1066062" y="1017588"/>
                          <a:pt x="1069624" y="1017588"/>
                        </a:cubicBezTo>
                        <a:cubicBezTo>
                          <a:pt x="1073900" y="1017588"/>
                          <a:pt x="1078175" y="1016161"/>
                          <a:pt x="1081025" y="1013306"/>
                        </a:cubicBezTo>
                        <a:cubicBezTo>
                          <a:pt x="1087438" y="1006883"/>
                          <a:pt x="1087438" y="996891"/>
                          <a:pt x="1081025" y="991181"/>
                        </a:cubicBezTo>
                        <a:cubicBezTo>
                          <a:pt x="1081025" y="991181"/>
                          <a:pt x="1081025" y="991181"/>
                          <a:pt x="773915" y="683573"/>
                        </a:cubicBezTo>
                        <a:cubicBezTo>
                          <a:pt x="771065" y="680718"/>
                          <a:pt x="767146" y="679291"/>
                          <a:pt x="763137" y="679291"/>
                        </a:cubicBezTo>
                        <a:close/>
                        <a:moveTo>
                          <a:pt x="672309" y="509588"/>
                        </a:moveTo>
                        <a:cubicBezTo>
                          <a:pt x="672309" y="509588"/>
                          <a:pt x="672309" y="509588"/>
                          <a:pt x="511175" y="672130"/>
                        </a:cubicBezTo>
                        <a:cubicBezTo>
                          <a:pt x="511175" y="672130"/>
                          <a:pt x="511175" y="672130"/>
                          <a:pt x="553241" y="714376"/>
                        </a:cubicBezTo>
                        <a:cubicBezTo>
                          <a:pt x="553241" y="714376"/>
                          <a:pt x="553241" y="714376"/>
                          <a:pt x="714375" y="551835"/>
                        </a:cubicBezTo>
                        <a:cubicBezTo>
                          <a:pt x="714375" y="551835"/>
                          <a:pt x="714375" y="551835"/>
                          <a:pt x="672309" y="509588"/>
                        </a:cubicBezTo>
                        <a:close/>
                        <a:moveTo>
                          <a:pt x="673000" y="479425"/>
                        </a:moveTo>
                        <a:cubicBezTo>
                          <a:pt x="680857" y="479425"/>
                          <a:pt x="688714" y="482281"/>
                          <a:pt x="694428" y="488708"/>
                        </a:cubicBezTo>
                        <a:cubicBezTo>
                          <a:pt x="694428" y="488708"/>
                          <a:pt x="694428" y="488708"/>
                          <a:pt x="738001" y="530837"/>
                        </a:cubicBezTo>
                        <a:cubicBezTo>
                          <a:pt x="743715" y="536550"/>
                          <a:pt x="746572" y="544404"/>
                          <a:pt x="746572" y="552259"/>
                        </a:cubicBezTo>
                        <a:cubicBezTo>
                          <a:pt x="746572" y="560828"/>
                          <a:pt x="743715" y="568682"/>
                          <a:pt x="738001" y="574395"/>
                        </a:cubicBezTo>
                        <a:cubicBezTo>
                          <a:pt x="738001" y="574395"/>
                          <a:pt x="738001" y="574395"/>
                          <a:pt x="733715" y="578679"/>
                        </a:cubicBezTo>
                        <a:cubicBezTo>
                          <a:pt x="733715" y="578679"/>
                          <a:pt x="733715" y="578679"/>
                          <a:pt x="778715" y="578679"/>
                        </a:cubicBezTo>
                        <a:cubicBezTo>
                          <a:pt x="783001" y="578679"/>
                          <a:pt x="787287" y="580107"/>
                          <a:pt x="790144" y="582963"/>
                        </a:cubicBezTo>
                        <a:cubicBezTo>
                          <a:pt x="790144" y="582963"/>
                          <a:pt x="790144" y="582963"/>
                          <a:pt x="809430" y="602243"/>
                        </a:cubicBezTo>
                        <a:cubicBezTo>
                          <a:pt x="809430" y="602243"/>
                          <a:pt x="809430" y="602243"/>
                          <a:pt x="1180864" y="973552"/>
                        </a:cubicBezTo>
                        <a:cubicBezTo>
                          <a:pt x="1188721" y="982121"/>
                          <a:pt x="1200150" y="1002114"/>
                          <a:pt x="1182293" y="1043530"/>
                        </a:cubicBezTo>
                        <a:cubicBezTo>
                          <a:pt x="1170864" y="1069236"/>
                          <a:pt x="1150864" y="1097798"/>
                          <a:pt x="1124435" y="1123504"/>
                        </a:cubicBezTo>
                        <a:cubicBezTo>
                          <a:pt x="1098720" y="1149210"/>
                          <a:pt x="1070148" y="1169918"/>
                          <a:pt x="1044434" y="1181342"/>
                        </a:cubicBezTo>
                        <a:cubicBezTo>
                          <a:pt x="1028005" y="1188483"/>
                          <a:pt x="1015147" y="1190625"/>
                          <a:pt x="1005147" y="1190625"/>
                        </a:cubicBezTo>
                        <a:cubicBezTo>
                          <a:pt x="989433" y="1190625"/>
                          <a:pt x="979433" y="1184913"/>
                          <a:pt x="974433" y="1179200"/>
                        </a:cubicBezTo>
                        <a:cubicBezTo>
                          <a:pt x="974433" y="1179200"/>
                          <a:pt x="974433" y="1179200"/>
                          <a:pt x="602999" y="808605"/>
                        </a:cubicBezTo>
                        <a:cubicBezTo>
                          <a:pt x="602999" y="808605"/>
                          <a:pt x="602999" y="808605"/>
                          <a:pt x="582998" y="788611"/>
                        </a:cubicBezTo>
                        <a:cubicBezTo>
                          <a:pt x="580141" y="785755"/>
                          <a:pt x="578712" y="781471"/>
                          <a:pt x="578712" y="777901"/>
                        </a:cubicBezTo>
                        <a:cubicBezTo>
                          <a:pt x="578712" y="777901"/>
                          <a:pt x="578712" y="777901"/>
                          <a:pt x="577284" y="734343"/>
                        </a:cubicBezTo>
                        <a:cubicBezTo>
                          <a:pt x="577284" y="734343"/>
                          <a:pt x="577284" y="734343"/>
                          <a:pt x="575141" y="736485"/>
                        </a:cubicBezTo>
                        <a:cubicBezTo>
                          <a:pt x="569427" y="742912"/>
                          <a:pt x="561569" y="745768"/>
                          <a:pt x="553712" y="745768"/>
                        </a:cubicBezTo>
                        <a:cubicBezTo>
                          <a:pt x="545141" y="745768"/>
                          <a:pt x="537283" y="742912"/>
                          <a:pt x="531569" y="736485"/>
                        </a:cubicBezTo>
                        <a:cubicBezTo>
                          <a:pt x="531569" y="736485"/>
                          <a:pt x="531569" y="736485"/>
                          <a:pt x="488711" y="693642"/>
                        </a:cubicBezTo>
                        <a:cubicBezTo>
                          <a:pt x="482997" y="687930"/>
                          <a:pt x="479425" y="680075"/>
                          <a:pt x="479425" y="672220"/>
                        </a:cubicBezTo>
                        <a:cubicBezTo>
                          <a:pt x="479425" y="669364"/>
                          <a:pt x="480140" y="667222"/>
                          <a:pt x="480140" y="665080"/>
                        </a:cubicBezTo>
                        <a:cubicBezTo>
                          <a:pt x="481568" y="659367"/>
                          <a:pt x="484425" y="654369"/>
                          <a:pt x="488711" y="650085"/>
                        </a:cubicBezTo>
                        <a:cubicBezTo>
                          <a:pt x="488711" y="650085"/>
                          <a:pt x="488711" y="650085"/>
                          <a:pt x="651571" y="488708"/>
                        </a:cubicBezTo>
                        <a:cubicBezTo>
                          <a:pt x="655142" y="484424"/>
                          <a:pt x="660142" y="481567"/>
                          <a:pt x="665857" y="480139"/>
                        </a:cubicBezTo>
                        <a:cubicBezTo>
                          <a:pt x="667999" y="479425"/>
                          <a:pt x="670857" y="479425"/>
                          <a:pt x="673000" y="479425"/>
                        </a:cubicBezTo>
                        <a:close/>
                        <a:moveTo>
                          <a:pt x="52387" y="0"/>
                        </a:moveTo>
                        <a:lnTo>
                          <a:pt x="180975" y="65087"/>
                        </a:lnTo>
                        <a:lnTo>
                          <a:pt x="190500" y="120650"/>
                        </a:lnTo>
                        <a:lnTo>
                          <a:pt x="582613" y="511175"/>
                        </a:lnTo>
                        <a:lnTo>
                          <a:pt x="511176" y="584200"/>
                        </a:lnTo>
                        <a:lnTo>
                          <a:pt x="115887" y="188912"/>
                        </a:lnTo>
                        <a:lnTo>
                          <a:pt x="66675" y="182562"/>
                        </a:lnTo>
                        <a:lnTo>
                          <a:pt x="0" y="52387"/>
                        </a:lnTo>
                        <a:lnTo>
                          <a:pt x="25400" y="26987"/>
                        </a:lnTo>
                        <a:close/>
                      </a:path>
                    </a:pathLst>
                  </a:custGeom>
                  <a:solidFill>
                    <a:schemeClr val="accent1"/>
                  </a:solidFill>
                  <a:ln>
                    <a:noFill/>
                  </a:ln>
                </p:spPr>
                <p:txBody>
                  <a:bodyPr vert="horz" wrap="square" lIns="78181" tIns="39091" rIns="78181" bIns="39091" numCol="1" anchor="t" anchorCtr="0" compatLnSpc="1">
                    <a:prstTxWarp prst="textNoShape">
                      <a:avLst/>
                    </a:prstTxWarp>
                    <a:noAutofit/>
                  </a:bodyPr>
                  <a:lstStyle/>
                  <a:p>
                    <a:endParaRPr lang="es-CL"/>
                  </a:p>
                </p:txBody>
              </p:sp>
              <p:sp>
                <p:nvSpPr>
                  <p:cNvPr id="39" name="Freeform 10">
                    <a:extLst>
                      <a:ext uri="{FF2B5EF4-FFF2-40B4-BE49-F238E27FC236}">
                        <a16:creationId xmlns:a16="http://schemas.microsoft.com/office/drawing/2014/main" id="{69738524-01D9-F593-0AB6-1F8398412680}"/>
                      </a:ext>
                    </a:extLst>
                  </p:cNvPr>
                  <p:cNvSpPr>
                    <a:spLocks/>
                  </p:cNvSpPr>
                  <p:nvPr/>
                </p:nvSpPr>
                <p:spPr bwMode="auto">
                  <a:xfrm>
                    <a:off x="5562348" y="2844682"/>
                    <a:ext cx="1170627" cy="1170556"/>
                  </a:xfrm>
                  <a:custGeom>
                    <a:avLst/>
                    <a:gdLst>
                      <a:gd name="connsiteX0" fmla="*/ 94183 w 1170627"/>
                      <a:gd name="connsiteY0" fmla="*/ 1020022 h 1170556"/>
                      <a:gd name="connsiteX1" fmla="*/ 53247 w 1170627"/>
                      <a:gd name="connsiteY1" fmla="*/ 1036496 h 1170556"/>
                      <a:gd name="connsiteX2" fmla="*/ 53247 w 1170627"/>
                      <a:gd name="connsiteY2" fmla="*/ 1117979 h 1170556"/>
                      <a:gd name="connsiteX3" fmla="*/ 134584 w 1170627"/>
                      <a:gd name="connsiteY3" fmla="*/ 1117979 h 1170556"/>
                      <a:gd name="connsiteX4" fmla="*/ 134584 w 1170627"/>
                      <a:gd name="connsiteY4" fmla="*/ 1036496 h 1170556"/>
                      <a:gd name="connsiteX5" fmla="*/ 94183 w 1170627"/>
                      <a:gd name="connsiteY5" fmla="*/ 1020022 h 1170556"/>
                      <a:gd name="connsiteX6" fmla="*/ 348104 w 1170627"/>
                      <a:gd name="connsiteY6" fmla="*/ 690681 h 1170556"/>
                      <a:gd name="connsiteX7" fmla="*/ 362370 w 1170627"/>
                      <a:gd name="connsiteY7" fmla="*/ 712744 h 1170556"/>
                      <a:gd name="connsiteX8" fmla="*/ 405170 w 1170627"/>
                      <a:gd name="connsiteY8" fmla="*/ 756159 h 1170556"/>
                      <a:gd name="connsiteX9" fmla="*/ 442976 w 1170627"/>
                      <a:gd name="connsiteY9" fmla="*/ 773952 h 1170556"/>
                      <a:gd name="connsiteX10" fmla="*/ 442976 w 1170627"/>
                      <a:gd name="connsiteY10" fmla="*/ 775376 h 1170556"/>
                      <a:gd name="connsiteX11" fmla="*/ 456529 w 1170627"/>
                      <a:gd name="connsiteY11" fmla="*/ 808115 h 1170556"/>
                      <a:gd name="connsiteX12" fmla="*/ 476502 w 1170627"/>
                      <a:gd name="connsiteY12" fmla="*/ 828043 h 1170556"/>
                      <a:gd name="connsiteX13" fmla="*/ 472936 w 1170627"/>
                      <a:gd name="connsiteY13" fmla="*/ 831601 h 1170556"/>
                      <a:gd name="connsiteX14" fmla="*/ 160499 w 1170627"/>
                      <a:gd name="connsiteY14" fmla="*/ 1143334 h 1170556"/>
                      <a:gd name="connsiteX15" fmla="*/ 27820 w 1170627"/>
                      <a:gd name="connsiteY15" fmla="*/ 1143334 h 1170556"/>
                      <a:gd name="connsiteX16" fmla="*/ 27820 w 1170627"/>
                      <a:gd name="connsiteY16" fmla="*/ 1010242 h 1170556"/>
                      <a:gd name="connsiteX17" fmla="*/ 343824 w 1170627"/>
                      <a:gd name="connsiteY17" fmla="*/ 694240 h 1170556"/>
                      <a:gd name="connsiteX18" fmla="*/ 348104 w 1170627"/>
                      <a:gd name="connsiteY18" fmla="*/ 690681 h 1170556"/>
                      <a:gd name="connsiteX19" fmla="*/ 672546 w 1170627"/>
                      <a:gd name="connsiteY19" fmla="*/ 363655 h 1170556"/>
                      <a:gd name="connsiteX20" fmla="*/ 728206 w 1170627"/>
                      <a:gd name="connsiteY20" fmla="*/ 441522 h 1170556"/>
                      <a:gd name="connsiteX21" fmla="*/ 806702 w 1170627"/>
                      <a:gd name="connsiteY21" fmla="*/ 496529 h 1170556"/>
                      <a:gd name="connsiteX22" fmla="*/ 728920 w 1170627"/>
                      <a:gd name="connsiteY22" fmla="*/ 574396 h 1170556"/>
                      <a:gd name="connsiteX23" fmla="*/ 724638 w 1170627"/>
                      <a:gd name="connsiteY23" fmla="*/ 577968 h 1170556"/>
                      <a:gd name="connsiteX24" fmla="*/ 705371 w 1170627"/>
                      <a:gd name="connsiteY24" fmla="*/ 558680 h 1170556"/>
                      <a:gd name="connsiteX25" fmla="*/ 671832 w 1170627"/>
                      <a:gd name="connsiteY25" fmla="*/ 545107 h 1170556"/>
                      <a:gd name="connsiteX26" fmla="*/ 671118 w 1170627"/>
                      <a:gd name="connsiteY26" fmla="*/ 545107 h 1170556"/>
                      <a:gd name="connsiteX27" fmla="*/ 653278 w 1170627"/>
                      <a:gd name="connsiteY27" fmla="*/ 506530 h 1170556"/>
                      <a:gd name="connsiteX28" fmla="*/ 610462 w 1170627"/>
                      <a:gd name="connsiteY28" fmla="*/ 463668 h 1170556"/>
                      <a:gd name="connsiteX29" fmla="*/ 587627 w 1170627"/>
                      <a:gd name="connsiteY29" fmla="*/ 448666 h 1170556"/>
                      <a:gd name="connsiteX30" fmla="*/ 591195 w 1170627"/>
                      <a:gd name="connsiteY30" fmla="*/ 445094 h 1170556"/>
                      <a:gd name="connsiteX31" fmla="*/ 672546 w 1170627"/>
                      <a:gd name="connsiteY31" fmla="*/ 363655 h 1170556"/>
                      <a:gd name="connsiteX32" fmla="*/ 945094 w 1170627"/>
                      <a:gd name="connsiteY32" fmla="*/ 808 h 1170556"/>
                      <a:gd name="connsiteX33" fmla="*/ 1012386 w 1170627"/>
                      <a:gd name="connsiteY33" fmla="*/ 16195 h 1170556"/>
                      <a:gd name="connsiteX34" fmla="*/ 906911 w 1170627"/>
                      <a:gd name="connsiteY34" fmla="*/ 121812 h 1170556"/>
                      <a:gd name="connsiteX35" fmla="*/ 824954 w 1170627"/>
                      <a:gd name="connsiteY35" fmla="*/ 203879 h 1170556"/>
                      <a:gd name="connsiteX36" fmla="*/ 854886 w 1170627"/>
                      <a:gd name="connsiteY36" fmla="*/ 315205 h 1170556"/>
                      <a:gd name="connsiteX37" fmla="*/ 967488 w 1170627"/>
                      <a:gd name="connsiteY37" fmla="*/ 345891 h 1170556"/>
                      <a:gd name="connsiteX38" fmla="*/ 1049445 w 1170627"/>
                      <a:gd name="connsiteY38" fmla="*/ 263110 h 1170556"/>
                      <a:gd name="connsiteX39" fmla="*/ 1154920 w 1170627"/>
                      <a:gd name="connsiteY39" fmla="*/ 158207 h 1170556"/>
                      <a:gd name="connsiteX40" fmla="*/ 1099331 w 1170627"/>
                      <a:gd name="connsiteY40" fmla="*/ 417254 h 1170556"/>
                      <a:gd name="connsiteX41" fmla="*/ 752975 w 1170627"/>
                      <a:gd name="connsiteY41" fmla="*/ 417254 h 1170556"/>
                      <a:gd name="connsiteX42" fmla="*/ 752975 w 1170627"/>
                      <a:gd name="connsiteY42" fmla="*/ 71858 h 1170556"/>
                      <a:gd name="connsiteX43" fmla="*/ 945094 w 1170627"/>
                      <a:gd name="connsiteY43" fmla="*/ 808 h 117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70627" h="1170556">
                        <a:moveTo>
                          <a:pt x="94183" y="1020022"/>
                        </a:moveTo>
                        <a:cubicBezTo>
                          <a:pt x="79467" y="1020022"/>
                          <a:pt x="64663" y="1025514"/>
                          <a:pt x="53247" y="1036496"/>
                        </a:cubicBezTo>
                        <a:cubicBezTo>
                          <a:pt x="30415" y="1059170"/>
                          <a:pt x="30415" y="1095306"/>
                          <a:pt x="53247" y="1117979"/>
                        </a:cubicBezTo>
                        <a:cubicBezTo>
                          <a:pt x="76078" y="1139944"/>
                          <a:pt x="112466" y="1139944"/>
                          <a:pt x="134584" y="1117979"/>
                        </a:cubicBezTo>
                        <a:cubicBezTo>
                          <a:pt x="157415" y="1095306"/>
                          <a:pt x="157415" y="1059170"/>
                          <a:pt x="134584" y="1036496"/>
                        </a:cubicBezTo>
                        <a:cubicBezTo>
                          <a:pt x="123525" y="1025514"/>
                          <a:pt x="108898" y="1020022"/>
                          <a:pt x="94183" y="1020022"/>
                        </a:cubicBezTo>
                        <a:close/>
                        <a:moveTo>
                          <a:pt x="348104" y="690681"/>
                        </a:moveTo>
                        <a:cubicBezTo>
                          <a:pt x="350957" y="698510"/>
                          <a:pt x="355950" y="706339"/>
                          <a:pt x="362370" y="712744"/>
                        </a:cubicBezTo>
                        <a:cubicBezTo>
                          <a:pt x="362370" y="712744"/>
                          <a:pt x="362370" y="712744"/>
                          <a:pt x="405170" y="756159"/>
                        </a:cubicBezTo>
                        <a:cubicBezTo>
                          <a:pt x="415156" y="766123"/>
                          <a:pt x="428709" y="772529"/>
                          <a:pt x="442976" y="773952"/>
                        </a:cubicBezTo>
                        <a:cubicBezTo>
                          <a:pt x="442976" y="773952"/>
                          <a:pt x="442976" y="773952"/>
                          <a:pt x="442976" y="775376"/>
                        </a:cubicBezTo>
                        <a:cubicBezTo>
                          <a:pt x="443689" y="788186"/>
                          <a:pt x="447969" y="799574"/>
                          <a:pt x="456529" y="808115"/>
                        </a:cubicBezTo>
                        <a:cubicBezTo>
                          <a:pt x="456529" y="808115"/>
                          <a:pt x="456529" y="808115"/>
                          <a:pt x="476502" y="828043"/>
                        </a:cubicBezTo>
                        <a:cubicBezTo>
                          <a:pt x="476502" y="828043"/>
                          <a:pt x="476502" y="828043"/>
                          <a:pt x="472936" y="831601"/>
                        </a:cubicBezTo>
                        <a:cubicBezTo>
                          <a:pt x="472936" y="831601"/>
                          <a:pt x="472936" y="831601"/>
                          <a:pt x="160499" y="1143334"/>
                        </a:cubicBezTo>
                        <a:cubicBezTo>
                          <a:pt x="124119" y="1179631"/>
                          <a:pt x="64200" y="1179631"/>
                          <a:pt x="27820" y="1143334"/>
                        </a:cubicBezTo>
                        <a:cubicBezTo>
                          <a:pt x="-9273" y="1106324"/>
                          <a:pt x="-9273" y="1047252"/>
                          <a:pt x="27820" y="1010242"/>
                        </a:cubicBezTo>
                        <a:cubicBezTo>
                          <a:pt x="27820" y="1010242"/>
                          <a:pt x="27820" y="1010242"/>
                          <a:pt x="343824" y="694240"/>
                        </a:cubicBezTo>
                        <a:cubicBezTo>
                          <a:pt x="343824" y="694240"/>
                          <a:pt x="343824" y="694240"/>
                          <a:pt x="348104" y="690681"/>
                        </a:cubicBezTo>
                        <a:close/>
                        <a:moveTo>
                          <a:pt x="672546" y="363655"/>
                        </a:moveTo>
                        <a:cubicBezTo>
                          <a:pt x="686104" y="392230"/>
                          <a:pt x="704658" y="418662"/>
                          <a:pt x="728206" y="441522"/>
                        </a:cubicBezTo>
                        <a:cubicBezTo>
                          <a:pt x="751755" y="465096"/>
                          <a:pt x="778158" y="483670"/>
                          <a:pt x="806702" y="496529"/>
                        </a:cubicBezTo>
                        <a:cubicBezTo>
                          <a:pt x="806702" y="496529"/>
                          <a:pt x="806702" y="496529"/>
                          <a:pt x="728920" y="574396"/>
                        </a:cubicBezTo>
                        <a:cubicBezTo>
                          <a:pt x="728920" y="574396"/>
                          <a:pt x="728920" y="574396"/>
                          <a:pt x="724638" y="577968"/>
                        </a:cubicBezTo>
                        <a:cubicBezTo>
                          <a:pt x="724638" y="577968"/>
                          <a:pt x="724638" y="577968"/>
                          <a:pt x="705371" y="558680"/>
                        </a:cubicBezTo>
                        <a:cubicBezTo>
                          <a:pt x="696808" y="550107"/>
                          <a:pt x="684677" y="545107"/>
                          <a:pt x="671832" y="545107"/>
                        </a:cubicBezTo>
                        <a:cubicBezTo>
                          <a:pt x="671832" y="545107"/>
                          <a:pt x="671832" y="545107"/>
                          <a:pt x="671118" y="545107"/>
                        </a:cubicBezTo>
                        <a:cubicBezTo>
                          <a:pt x="669691" y="530105"/>
                          <a:pt x="663269" y="516531"/>
                          <a:pt x="653278" y="506530"/>
                        </a:cubicBezTo>
                        <a:cubicBezTo>
                          <a:pt x="653278" y="506530"/>
                          <a:pt x="653278" y="506530"/>
                          <a:pt x="610462" y="463668"/>
                        </a:cubicBezTo>
                        <a:cubicBezTo>
                          <a:pt x="603326" y="456524"/>
                          <a:pt x="596190" y="452238"/>
                          <a:pt x="587627" y="448666"/>
                        </a:cubicBezTo>
                        <a:cubicBezTo>
                          <a:pt x="587627" y="448666"/>
                          <a:pt x="587627" y="448666"/>
                          <a:pt x="591195" y="445094"/>
                        </a:cubicBezTo>
                        <a:cubicBezTo>
                          <a:pt x="591195" y="445094"/>
                          <a:pt x="591195" y="445094"/>
                          <a:pt x="672546" y="363655"/>
                        </a:cubicBezTo>
                        <a:close/>
                        <a:moveTo>
                          <a:pt x="945094" y="808"/>
                        </a:moveTo>
                        <a:cubicBezTo>
                          <a:pt x="967978" y="2681"/>
                          <a:pt x="990649" y="7810"/>
                          <a:pt x="1012386" y="16195"/>
                        </a:cubicBezTo>
                        <a:cubicBezTo>
                          <a:pt x="1012386" y="16195"/>
                          <a:pt x="1012386" y="16195"/>
                          <a:pt x="906911" y="121812"/>
                        </a:cubicBezTo>
                        <a:cubicBezTo>
                          <a:pt x="906911" y="121812"/>
                          <a:pt x="906911" y="121812"/>
                          <a:pt x="824954" y="203879"/>
                        </a:cubicBezTo>
                        <a:cubicBezTo>
                          <a:pt x="824954" y="203879"/>
                          <a:pt x="824954" y="203879"/>
                          <a:pt x="854886" y="315205"/>
                        </a:cubicBezTo>
                        <a:cubicBezTo>
                          <a:pt x="854886" y="315205"/>
                          <a:pt x="854886" y="315205"/>
                          <a:pt x="967488" y="345891"/>
                        </a:cubicBezTo>
                        <a:cubicBezTo>
                          <a:pt x="967488" y="345891"/>
                          <a:pt x="967488" y="345891"/>
                          <a:pt x="1049445" y="263110"/>
                        </a:cubicBezTo>
                        <a:cubicBezTo>
                          <a:pt x="1049445" y="263110"/>
                          <a:pt x="1049445" y="263110"/>
                          <a:pt x="1154920" y="158207"/>
                        </a:cubicBezTo>
                        <a:cubicBezTo>
                          <a:pt x="1187702" y="245983"/>
                          <a:pt x="1169173" y="347318"/>
                          <a:pt x="1099331" y="417254"/>
                        </a:cubicBezTo>
                        <a:cubicBezTo>
                          <a:pt x="1003834" y="512880"/>
                          <a:pt x="848472" y="512880"/>
                          <a:pt x="752975" y="417254"/>
                        </a:cubicBezTo>
                        <a:cubicBezTo>
                          <a:pt x="657477" y="321628"/>
                          <a:pt x="657477" y="167484"/>
                          <a:pt x="752975" y="71858"/>
                        </a:cubicBezTo>
                        <a:cubicBezTo>
                          <a:pt x="805890" y="18871"/>
                          <a:pt x="876444" y="-4812"/>
                          <a:pt x="945094" y="808"/>
                        </a:cubicBezTo>
                        <a:close/>
                      </a:path>
                    </a:pathLst>
                  </a:custGeom>
                  <a:solidFill>
                    <a:schemeClr val="tx2"/>
                  </a:solidFill>
                  <a:ln>
                    <a:noFill/>
                  </a:ln>
                </p:spPr>
                <p:txBody>
                  <a:bodyPr vert="horz" wrap="square" lIns="78181" tIns="39091" rIns="78181" bIns="39091" numCol="1" anchor="t" anchorCtr="0" compatLnSpc="1">
                    <a:prstTxWarp prst="textNoShape">
                      <a:avLst/>
                    </a:prstTxWarp>
                    <a:noAutofit/>
                  </a:bodyPr>
                  <a:lstStyle/>
                  <a:p>
                    <a:endParaRPr lang="es-CL"/>
                  </a:p>
                </p:txBody>
              </p:sp>
            </p:grpSp>
          </p:grpSp>
          <p:sp>
            <p:nvSpPr>
              <p:cNvPr id="72" name="Oval 20">
                <a:extLst>
                  <a:ext uri="{FF2B5EF4-FFF2-40B4-BE49-F238E27FC236}">
                    <a16:creationId xmlns:a16="http://schemas.microsoft.com/office/drawing/2014/main" id="{7177398A-5E74-AEFE-1A6F-E7F73C4B8854}"/>
                  </a:ext>
                </a:extLst>
              </p:cNvPr>
              <p:cNvSpPr>
                <a:spLocks noChangeAspect="1" noChangeArrowheads="1"/>
              </p:cNvSpPr>
              <p:nvPr/>
            </p:nvSpPr>
            <p:spPr bwMode="auto">
              <a:xfrm>
                <a:off x="625981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19</a:t>
                </a:r>
              </a:p>
            </p:txBody>
          </p:sp>
        </p:grpSp>
        <p:grpSp>
          <p:nvGrpSpPr>
            <p:cNvPr id="114" name="Grupo 113">
              <a:extLst>
                <a:ext uri="{FF2B5EF4-FFF2-40B4-BE49-F238E27FC236}">
                  <a16:creationId xmlns:a16="http://schemas.microsoft.com/office/drawing/2014/main" id="{3FA22BEB-CD5B-3BE9-B610-092FAEC1E345}"/>
                </a:ext>
              </a:extLst>
            </p:cNvPr>
            <p:cNvGrpSpPr/>
            <p:nvPr/>
          </p:nvGrpSpPr>
          <p:grpSpPr>
            <a:xfrm>
              <a:off x="6210650" y="5176000"/>
              <a:ext cx="1036959" cy="1122694"/>
              <a:chOff x="4861544" y="4970168"/>
              <a:chExt cx="1036959" cy="1122694"/>
            </a:xfrm>
          </p:grpSpPr>
          <p:sp>
            <p:nvSpPr>
              <p:cNvPr id="126" name="Rectangle: Rounded Corners 125">
                <a:extLst>
                  <a:ext uri="{FF2B5EF4-FFF2-40B4-BE49-F238E27FC236}">
                    <a16:creationId xmlns:a16="http://schemas.microsoft.com/office/drawing/2014/main" id="{675393D6-36FB-0C41-85D7-F77DAE1486CA}"/>
                  </a:ext>
                </a:extLst>
              </p:cNvPr>
              <p:cNvSpPr/>
              <p:nvPr/>
            </p:nvSpPr>
            <p:spPr>
              <a:xfrm>
                <a:off x="4926503"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de compras y contratos</a:t>
                </a:r>
              </a:p>
            </p:txBody>
          </p:sp>
          <p:sp>
            <p:nvSpPr>
              <p:cNvPr id="68" name="Oval 20">
                <a:extLst>
                  <a:ext uri="{FF2B5EF4-FFF2-40B4-BE49-F238E27FC236}">
                    <a16:creationId xmlns:a16="http://schemas.microsoft.com/office/drawing/2014/main" id="{5C84F3EF-33B0-746D-D4CC-20B2BDA53458}"/>
                  </a:ext>
                </a:extLst>
              </p:cNvPr>
              <p:cNvSpPr>
                <a:spLocks noChangeAspect="1" noChangeArrowheads="1"/>
              </p:cNvSpPr>
              <p:nvPr/>
            </p:nvSpPr>
            <p:spPr bwMode="auto">
              <a:xfrm>
                <a:off x="4861544"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18</a:t>
                </a:r>
              </a:p>
            </p:txBody>
          </p:sp>
          <p:grpSp>
            <p:nvGrpSpPr>
              <p:cNvPr id="7" name="bcgIcons_Sale ">
                <a:extLst>
                  <a:ext uri="{FF2B5EF4-FFF2-40B4-BE49-F238E27FC236}">
                    <a16:creationId xmlns:a16="http://schemas.microsoft.com/office/drawing/2014/main" id="{117059B6-C9A7-617F-B65E-391A5084FEC1}"/>
                  </a:ext>
                </a:extLst>
              </p:cNvPr>
              <p:cNvGrpSpPr>
                <a:grpSpLocks noChangeAspect="1"/>
              </p:cNvGrpSpPr>
              <p:nvPr/>
            </p:nvGrpSpPr>
            <p:grpSpPr bwMode="auto">
              <a:xfrm>
                <a:off x="5228101" y="5141091"/>
                <a:ext cx="380061" cy="380413"/>
                <a:chOff x="1682" y="0"/>
                <a:chExt cx="4316" cy="4320"/>
              </a:xfrm>
            </p:grpSpPr>
            <p:sp>
              <p:nvSpPr>
                <p:cNvPr id="8" name="AutoShape 3">
                  <a:extLst>
                    <a:ext uri="{FF2B5EF4-FFF2-40B4-BE49-F238E27FC236}">
                      <a16:creationId xmlns:a16="http://schemas.microsoft.com/office/drawing/2014/main" id="{E8F61CDF-EECD-AD19-1A89-056D53D9C8FA}"/>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9" name="Freeform 5">
                  <a:extLst>
                    <a:ext uri="{FF2B5EF4-FFF2-40B4-BE49-F238E27FC236}">
                      <a16:creationId xmlns:a16="http://schemas.microsoft.com/office/drawing/2014/main" id="{50221B7B-A83D-6178-F873-9DD3FAF5BBCE}"/>
                    </a:ext>
                  </a:extLst>
                </p:cNvPr>
                <p:cNvSpPr>
                  <a:spLocks/>
                </p:cNvSpPr>
                <p:nvPr/>
              </p:nvSpPr>
              <p:spPr bwMode="auto">
                <a:xfrm>
                  <a:off x="2394" y="677"/>
                  <a:ext cx="2894" cy="2966"/>
                </a:xfrm>
                <a:custGeom>
                  <a:avLst/>
                  <a:gdLst>
                    <a:gd name="T0" fmla="*/ 704 w 1545"/>
                    <a:gd name="T1" fmla="*/ 1582 h 1582"/>
                    <a:gd name="T2" fmla="*/ 674 w 1545"/>
                    <a:gd name="T3" fmla="*/ 1571 h 1582"/>
                    <a:gd name="T4" fmla="*/ 15 w 1545"/>
                    <a:gd name="T5" fmla="*/ 959 h 1582"/>
                    <a:gd name="T6" fmla="*/ 1 w 1545"/>
                    <a:gd name="T7" fmla="*/ 929 h 1582"/>
                    <a:gd name="T8" fmla="*/ 12 w 1545"/>
                    <a:gd name="T9" fmla="*/ 897 h 1582"/>
                    <a:gd name="T10" fmla="*/ 717 w 1545"/>
                    <a:gd name="T11" fmla="*/ 136 h 1582"/>
                    <a:gd name="T12" fmla="*/ 727 w 1545"/>
                    <a:gd name="T13" fmla="*/ 130 h 1582"/>
                    <a:gd name="T14" fmla="*/ 1136 w 1545"/>
                    <a:gd name="T15" fmla="*/ 4 h 1582"/>
                    <a:gd name="T16" fmla="*/ 1139 w 1545"/>
                    <a:gd name="T17" fmla="*/ 3 h 1582"/>
                    <a:gd name="T18" fmla="*/ 1180 w 1545"/>
                    <a:gd name="T19" fmla="*/ 13 h 1582"/>
                    <a:gd name="T20" fmla="*/ 1529 w 1545"/>
                    <a:gd name="T21" fmla="*/ 336 h 1582"/>
                    <a:gd name="T22" fmla="*/ 1542 w 1545"/>
                    <a:gd name="T23" fmla="*/ 379 h 1582"/>
                    <a:gd name="T24" fmla="*/ 1542 w 1545"/>
                    <a:gd name="T25" fmla="*/ 380 h 1582"/>
                    <a:gd name="T26" fmla="*/ 1447 w 1545"/>
                    <a:gd name="T27" fmla="*/ 797 h 1582"/>
                    <a:gd name="T28" fmla="*/ 1441 w 1545"/>
                    <a:gd name="T29" fmla="*/ 807 h 1582"/>
                    <a:gd name="T30" fmla="*/ 736 w 1545"/>
                    <a:gd name="T31" fmla="*/ 1568 h 1582"/>
                    <a:gd name="T32" fmla="*/ 706 w 1545"/>
                    <a:gd name="T33" fmla="*/ 1582 h 1582"/>
                    <a:gd name="T34" fmla="*/ 704 w 1545"/>
                    <a:gd name="T35" fmla="*/ 1582 h 1582"/>
                    <a:gd name="T36" fmla="*/ 704 w 1545"/>
                    <a:gd name="T37" fmla="*/ 1538 h 1582"/>
                    <a:gd name="T38" fmla="*/ 704 w 1545"/>
                    <a:gd name="T39" fmla="*/ 1538 h 1582"/>
                    <a:gd name="T40" fmla="*/ 704 w 1545"/>
                    <a:gd name="T41" fmla="*/ 1538 h 1582"/>
                    <a:gd name="T42" fmla="*/ 746 w 1545"/>
                    <a:gd name="T43" fmla="*/ 171 h 1582"/>
                    <a:gd name="T44" fmla="*/ 45 w 1545"/>
                    <a:gd name="T45" fmla="*/ 927 h 1582"/>
                    <a:gd name="T46" fmla="*/ 704 w 1545"/>
                    <a:gd name="T47" fmla="*/ 1538 h 1582"/>
                    <a:gd name="T48" fmla="*/ 1405 w 1545"/>
                    <a:gd name="T49" fmla="*/ 782 h 1582"/>
                    <a:gd name="T50" fmla="*/ 1499 w 1545"/>
                    <a:gd name="T51" fmla="*/ 371 h 1582"/>
                    <a:gd name="T52" fmla="*/ 1499 w 1545"/>
                    <a:gd name="T53" fmla="*/ 369 h 1582"/>
                    <a:gd name="T54" fmla="*/ 1151 w 1545"/>
                    <a:gd name="T55" fmla="*/ 46 h 1582"/>
                    <a:gd name="T56" fmla="*/ 1147 w 1545"/>
                    <a:gd name="T57" fmla="*/ 46 h 1582"/>
                    <a:gd name="T58" fmla="*/ 746 w 1545"/>
                    <a:gd name="T59" fmla="*/ 171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5" h="1582">
                      <a:moveTo>
                        <a:pt x="704" y="1582"/>
                      </a:moveTo>
                      <a:cubicBezTo>
                        <a:pt x="693" y="1582"/>
                        <a:pt x="682" y="1578"/>
                        <a:pt x="674" y="1571"/>
                      </a:cubicBezTo>
                      <a:cubicBezTo>
                        <a:pt x="15" y="959"/>
                        <a:pt x="15" y="959"/>
                        <a:pt x="15" y="959"/>
                      </a:cubicBezTo>
                      <a:cubicBezTo>
                        <a:pt x="6" y="951"/>
                        <a:pt x="1" y="941"/>
                        <a:pt x="1" y="929"/>
                      </a:cubicBezTo>
                      <a:cubicBezTo>
                        <a:pt x="0" y="917"/>
                        <a:pt x="4" y="906"/>
                        <a:pt x="12" y="897"/>
                      </a:cubicBezTo>
                      <a:cubicBezTo>
                        <a:pt x="717" y="136"/>
                        <a:pt x="717" y="136"/>
                        <a:pt x="717" y="136"/>
                      </a:cubicBezTo>
                      <a:cubicBezTo>
                        <a:pt x="720" y="134"/>
                        <a:pt x="723" y="132"/>
                        <a:pt x="727" y="130"/>
                      </a:cubicBezTo>
                      <a:cubicBezTo>
                        <a:pt x="1136" y="4"/>
                        <a:pt x="1136" y="4"/>
                        <a:pt x="1136" y="4"/>
                      </a:cubicBezTo>
                      <a:cubicBezTo>
                        <a:pt x="1137" y="3"/>
                        <a:pt x="1138" y="3"/>
                        <a:pt x="1139" y="3"/>
                      </a:cubicBezTo>
                      <a:cubicBezTo>
                        <a:pt x="1150" y="1"/>
                        <a:pt x="1166" y="0"/>
                        <a:pt x="1180" y="13"/>
                      </a:cubicBezTo>
                      <a:cubicBezTo>
                        <a:pt x="1529" y="336"/>
                        <a:pt x="1529" y="336"/>
                        <a:pt x="1529" y="336"/>
                      </a:cubicBezTo>
                      <a:cubicBezTo>
                        <a:pt x="1540" y="347"/>
                        <a:pt x="1545" y="363"/>
                        <a:pt x="1542" y="379"/>
                      </a:cubicBezTo>
                      <a:cubicBezTo>
                        <a:pt x="1542" y="380"/>
                        <a:pt x="1542" y="380"/>
                        <a:pt x="1542" y="380"/>
                      </a:cubicBezTo>
                      <a:cubicBezTo>
                        <a:pt x="1447" y="797"/>
                        <a:pt x="1447" y="797"/>
                        <a:pt x="1447" y="797"/>
                      </a:cubicBezTo>
                      <a:cubicBezTo>
                        <a:pt x="1446" y="801"/>
                        <a:pt x="1444" y="805"/>
                        <a:pt x="1441" y="807"/>
                      </a:cubicBezTo>
                      <a:cubicBezTo>
                        <a:pt x="736" y="1568"/>
                        <a:pt x="736" y="1568"/>
                        <a:pt x="736" y="1568"/>
                      </a:cubicBezTo>
                      <a:cubicBezTo>
                        <a:pt x="728" y="1577"/>
                        <a:pt x="718" y="1582"/>
                        <a:pt x="706" y="1582"/>
                      </a:cubicBezTo>
                      <a:cubicBezTo>
                        <a:pt x="705" y="1582"/>
                        <a:pt x="705" y="1582"/>
                        <a:pt x="704" y="1582"/>
                      </a:cubicBezTo>
                      <a:close/>
                      <a:moveTo>
                        <a:pt x="704" y="1538"/>
                      </a:moveTo>
                      <a:cubicBezTo>
                        <a:pt x="704" y="1538"/>
                        <a:pt x="704" y="1538"/>
                        <a:pt x="704" y="1538"/>
                      </a:cubicBezTo>
                      <a:cubicBezTo>
                        <a:pt x="704" y="1538"/>
                        <a:pt x="704" y="1538"/>
                        <a:pt x="704" y="1538"/>
                      </a:cubicBezTo>
                      <a:close/>
                      <a:moveTo>
                        <a:pt x="746" y="171"/>
                      </a:moveTo>
                      <a:cubicBezTo>
                        <a:pt x="45" y="927"/>
                        <a:pt x="45" y="927"/>
                        <a:pt x="45" y="927"/>
                      </a:cubicBezTo>
                      <a:cubicBezTo>
                        <a:pt x="704" y="1538"/>
                        <a:pt x="704" y="1538"/>
                        <a:pt x="704" y="1538"/>
                      </a:cubicBezTo>
                      <a:cubicBezTo>
                        <a:pt x="1405" y="782"/>
                        <a:pt x="1405" y="782"/>
                        <a:pt x="1405" y="782"/>
                      </a:cubicBezTo>
                      <a:cubicBezTo>
                        <a:pt x="1499" y="371"/>
                        <a:pt x="1499" y="371"/>
                        <a:pt x="1499" y="371"/>
                      </a:cubicBezTo>
                      <a:cubicBezTo>
                        <a:pt x="1499" y="370"/>
                        <a:pt x="1499" y="369"/>
                        <a:pt x="1499" y="369"/>
                      </a:cubicBezTo>
                      <a:cubicBezTo>
                        <a:pt x="1151" y="46"/>
                        <a:pt x="1151" y="46"/>
                        <a:pt x="1151" y="46"/>
                      </a:cubicBezTo>
                      <a:cubicBezTo>
                        <a:pt x="1150" y="46"/>
                        <a:pt x="1149" y="46"/>
                        <a:pt x="1147" y="46"/>
                      </a:cubicBezTo>
                      <a:lnTo>
                        <a:pt x="746" y="17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0" name="Freeform 6">
                  <a:extLst>
                    <a:ext uri="{FF2B5EF4-FFF2-40B4-BE49-F238E27FC236}">
                      <a16:creationId xmlns:a16="http://schemas.microsoft.com/office/drawing/2014/main" id="{EB54521B-5F21-17EF-839B-BF7572DD6148}"/>
                    </a:ext>
                  </a:extLst>
                </p:cNvPr>
                <p:cNvSpPr>
                  <a:spLocks/>
                </p:cNvSpPr>
                <p:nvPr/>
              </p:nvSpPr>
              <p:spPr bwMode="auto">
                <a:xfrm>
                  <a:off x="2589" y="849"/>
                  <a:ext cx="2527" cy="2601"/>
                </a:xfrm>
                <a:custGeom>
                  <a:avLst/>
                  <a:gdLst>
                    <a:gd name="T0" fmla="*/ 524 w 1349"/>
                    <a:gd name="T1" fmla="*/ 640 h 1387"/>
                    <a:gd name="T2" fmla="*/ 520 w 1349"/>
                    <a:gd name="T3" fmla="*/ 541 h 1387"/>
                    <a:gd name="T4" fmla="*/ 571 w 1349"/>
                    <a:gd name="T5" fmla="*/ 519 h 1387"/>
                    <a:gd name="T6" fmla="*/ 619 w 1349"/>
                    <a:gd name="T7" fmla="*/ 537 h 1387"/>
                    <a:gd name="T8" fmla="*/ 641 w 1349"/>
                    <a:gd name="T9" fmla="*/ 586 h 1387"/>
                    <a:gd name="T10" fmla="*/ 622 w 1349"/>
                    <a:gd name="T11" fmla="*/ 636 h 1387"/>
                    <a:gd name="T12" fmla="*/ 524 w 1349"/>
                    <a:gd name="T13" fmla="*/ 640 h 1387"/>
                    <a:gd name="T14" fmla="*/ 589 w 1349"/>
                    <a:gd name="T15" fmla="*/ 955 h 1387"/>
                    <a:gd name="T16" fmla="*/ 537 w 1349"/>
                    <a:gd name="T17" fmla="*/ 977 h 1387"/>
                    <a:gd name="T18" fmla="*/ 519 w 1349"/>
                    <a:gd name="T19" fmla="*/ 1028 h 1387"/>
                    <a:gd name="T20" fmla="*/ 541 w 1349"/>
                    <a:gd name="T21" fmla="*/ 1076 h 1387"/>
                    <a:gd name="T22" fmla="*/ 640 w 1349"/>
                    <a:gd name="T23" fmla="*/ 1072 h 1387"/>
                    <a:gd name="T24" fmla="*/ 636 w 1349"/>
                    <a:gd name="T25" fmla="*/ 974 h 1387"/>
                    <a:gd name="T26" fmla="*/ 589 w 1349"/>
                    <a:gd name="T27" fmla="*/ 955 h 1387"/>
                    <a:gd name="T28" fmla="*/ 1349 w 1349"/>
                    <a:gd name="T29" fmla="*/ 292 h 1387"/>
                    <a:gd name="T30" fmla="*/ 1263 w 1349"/>
                    <a:gd name="T31" fmla="*/ 669 h 1387"/>
                    <a:gd name="T32" fmla="*/ 598 w 1349"/>
                    <a:gd name="T33" fmla="*/ 1387 h 1387"/>
                    <a:gd name="T34" fmla="*/ 0 w 1349"/>
                    <a:gd name="T35" fmla="*/ 833 h 1387"/>
                    <a:gd name="T36" fmla="*/ 665 w 1349"/>
                    <a:gd name="T37" fmla="*/ 115 h 1387"/>
                    <a:gd name="T38" fmla="*/ 1035 w 1349"/>
                    <a:gd name="T39" fmla="*/ 0 h 1387"/>
                    <a:gd name="T40" fmla="*/ 1349 w 1349"/>
                    <a:gd name="T41" fmla="*/ 292 h 1387"/>
                    <a:gd name="T42" fmla="*/ 494 w 1349"/>
                    <a:gd name="T43" fmla="*/ 672 h 1387"/>
                    <a:gd name="T44" fmla="*/ 571 w 1349"/>
                    <a:gd name="T45" fmla="*/ 703 h 1387"/>
                    <a:gd name="T46" fmla="*/ 655 w 1349"/>
                    <a:gd name="T47" fmla="*/ 666 h 1387"/>
                    <a:gd name="T48" fmla="*/ 685 w 1349"/>
                    <a:gd name="T49" fmla="*/ 584 h 1387"/>
                    <a:gd name="T50" fmla="*/ 649 w 1349"/>
                    <a:gd name="T51" fmla="*/ 505 h 1387"/>
                    <a:gd name="T52" fmla="*/ 567 w 1349"/>
                    <a:gd name="T53" fmla="*/ 475 h 1387"/>
                    <a:gd name="T54" fmla="*/ 488 w 1349"/>
                    <a:gd name="T55" fmla="*/ 511 h 1387"/>
                    <a:gd name="T56" fmla="*/ 494 w 1349"/>
                    <a:gd name="T57" fmla="*/ 672 h 1387"/>
                    <a:gd name="T58" fmla="*/ 666 w 1349"/>
                    <a:gd name="T59" fmla="*/ 941 h 1387"/>
                    <a:gd name="T60" fmla="*/ 505 w 1349"/>
                    <a:gd name="T61" fmla="*/ 947 h 1387"/>
                    <a:gd name="T62" fmla="*/ 475 w 1349"/>
                    <a:gd name="T63" fmla="*/ 1029 h 1387"/>
                    <a:gd name="T64" fmla="*/ 511 w 1349"/>
                    <a:gd name="T65" fmla="*/ 1108 h 1387"/>
                    <a:gd name="T66" fmla="*/ 589 w 1349"/>
                    <a:gd name="T67" fmla="*/ 1139 h 1387"/>
                    <a:gd name="T68" fmla="*/ 593 w 1349"/>
                    <a:gd name="T69" fmla="*/ 1139 h 1387"/>
                    <a:gd name="T70" fmla="*/ 672 w 1349"/>
                    <a:gd name="T71" fmla="*/ 1102 h 1387"/>
                    <a:gd name="T72" fmla="*/ 666 w 1349"/>
                    <a:gd name="T73" fmla="*/ 941 h 1387"/>
                    <a:gd name="T74" fmla="*/ 945 w 1349"/>
                    <a:gd name="T75" fmla="*/ 766 h 1387"/>
                    <a:gd name="T76" fmla="*/ 921 w 1349"/>
                    <a:gd name="T77" fmla="*/ 746 h 1387"/>
                    <a:gd name="T78" fmla="*/ 248 w 1349"/>
                    <a:gd name="T79" fmla="*/ 809 h 1387"/>
                    <a:gd name="T80" fmla="*/ 228 w 1349"/>
                    <a:gd name="T81" fmla="*/ 833 h 1387"/>
                    <a:gd name="T82" fmla="*/ 250 w 1349"/>
                    <a:gd name="T83" fmla="*/ 853 h 1387"/>
                    <a:gd name="T84" fmla="*/ 252 w 1349"/>
                    <a:gd name="T85" fmla="*/ 853 h 1387"/>
                    <a:gd name="T86" fmla="*/ 925 w 1349"/>
                    <a:gd name="T87" fmla="*/ 790 h 1387"/>
                    <a:gd name="T88" fmla="*/ 945 w 1349"/>
                    <a:gd name="T89" fmla="*/ 766 h 1387"/>
                    <a:gd name="T90" fmla="*/ 1137 w 1349"/>
                    <a:gd name="T91" fmla="*/ 206 h 1387"/>
                    <a:gd name="T92" fmla="*/ 1018 w 1349"/>
                    <a:gd name="T93" fmla="*/ 210 h 1387"/>
                    <a:gd name="T94" fmla="*/ 1023 w 1349"/>
                    <a:gd name="T95" fmla="*/ 329 h 1387"/>
                    <a:gd name="T96" fmla="*/ 1141 w 1349"/>
                    <a:gd name="T97" fmla="*/ 325 h 1387"/>
                    <a:gd name="T98" fmla="*/ 1137 w 1349"/>
                    <a:gd name="T99" fmla="*/ 206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49" h="1387">
                      <a:moveTo>
                        <a:pt x="524" y="640"/>
                      </a:moveTo>
                      <a:cubicBezTo>
                        <a:pt x="495" y="614"/>
                        <a:pt x="494" y="569"/>
                        <a:pt x="520" y="541"/>
                      </a:cubicBezTo>
                      <a:cubicBezTo>
                        <a:pt x="534" y="526"/>
                        <a:pt x="552" y="519"/>
                        <a:pt x="571" y="519"/>
                      </a:cubicBezTo>
                      <a:cubicBezTo>
                        <a:pt x="588" y="519"/>
                        <a:pt x="605" y="525"/>
                        <a:pt x="619" y="537"/>
                      </a:cubicBezTo>
                      <a:cubicBezTo>
                        <a:pt x="632" y="550"/>
                        <a:pt x="640" y="567"/>
                        <a:pt x="641" y="586"/>
                      </a:cubicBezTo>
                      <a:cubicBezTo>
                        <a:pt x="642" y="605"/>
                        <a:pt x="635" y="623"/>
                        <a:pt x="622" y="636"/>
                      </a:cubicBezTo>
                      <a:cubicBezTo>
                        <a:pt x="596" y="665"/>
                        <a:pt x="552" y="666"/>
                        <a:pt x="524" y="640"/>
                      </a:cubicBezTo>
                      <a:close/>
                      <a:moveTo>
                        <a:pt x="589" y="955"/>
                      </a:moveTo>
                      <a:cubicBezTo>
                        <a:pt x="570" y="955"/>
                        <a:pt x="551" y="962"/>
                        <a:pt x="537" y="977"/>
                      </a:cubicBezTo>
                      <a:cubicBezTo>
                        <a:pt x="525" y="991"/>
                        <a:pt x="518" y="1009"/>
                        <a:pt x="519" y="1028"/>
                      </a:cubicBezTo>
                      <a:cubicBezTo>
                        <a:pt x="519" y="1046"/>
                        <a:pt x="527" y="1064"/>
                        <a:pt x="541" y="1076"/>
                      </a:cubicBezTo>
                      <a:cubicBezTo>
                        <a:pt x="569" y="1102"/>
                        <a:pt x="614" y="1101"/>
                        <a:pt x="640" y="1072"/>
                      </a:cubicBezTo>
                      <a:cubicBezTo>
                        <a:pt x="666" y="1044"/>
                        <a:pt x="665" y="1000"/>
                        <a:pt x="636" y="974"/>
                      </a:cubicBezTo>
                      <a:cubicBezTo>
                        <a:pt x="623" y="961"/>
                        <a:pt x="606" y="955"/>
                        <a:pt x="589" y="955"/>
                      </a:cubicBezTo>
                      <a:close/>
                      <a:moveTo>
                        <a:pt x="1349" y="292"/>
                      </a:moveTo>
                      <a:cubicBezTo>
                        <a:pt x="1263" y="669"/>
                        <a:pt x="1263" y="669"/>
                        <a:pt x="1263" y="669"/>
                      </a:cubicBezTo>
                      <a:cubicBezTo>
                        <a:pt x="598" y="1387"/>
                        <a:pt x="598" y="1387"/>
                        <a:pt x="598" y="1387"/>
                      </a:cubicBezTo>
                      <a:cubicBezTo>
                        <a:pt x="0" y="833"/>
                        <a:pt x="0" y="833"/>
                        <a:pt x="0" y="833"/>
                      </a:cubicBezTo>
                      <a:cubicBezTo>
                        <a:pt x="665" y="115"/>
                        <a:pt x="665" y="115"/>
                        <a:pt x="665" y="115"/>
                      </a:cubicBezTo>
                      <a:cubicBezTo>
                        <a:pt x="1035" y="0"/>
                        <a:pt x="1035" y="0"/>
                        <a:pt x="1035" y="0"/>
                      </a:cubicBezTo>
                      <a:lnTo>
                        <a:pt x="1349" y="292"/>
                      </a:lnTo>
                      <a:close/>
                      <a:moveTo>
                        <a:pt x="494" y="672"/>
                      </a:moveTo>
                      <a:cubicBezTo>
                        <a:pt x="516" y="693"/>
                        <a:pt x="543" y="703"/>
                        <a:pt x="571" y="703"/>
                      </a:cubicBezTo>
                      <a:cubicBezTo>
                        <a:pt x="602" y="703"/>
                        <a:pt x="632" y="690"/>
                        <a:pt x="655" y="666"/>
                      </a:cubicBezTo>
                      <a:cubicBezTo>
                        <a:pt x="675" y="644"/>
                        <a:pt x="686" y="615"/>
                        <a:pt x="685" y="584"/>
                      </a:cubicBezTo>
                      <a:cubicBezTo>
                        <a:pt x="684" y="554"/>
                        <a:pt x="671" y="526"/>
                        <a:pt x="649" y="505"/>
                      </a:cubicBezTo>
                      <a:cubicBezTo>
                        <a:pt x="626" y="484"/>
                        <a:pt x="597" y="474"/>
                        <a:pt x="567" y="475"/>
                      </a:cubicBezTo>
                      <a:cubicBezTo>
                        <a:pt x="536" y="476"/>
                        <a:pt x="508" y="489"/>
                        <a:pt x="488" y="511"/>
                      </a:cubicBezTo>
                      <a:cubicBezTo>
                        <a:pt x="445" y="557"/>
                        <a:pt x="448" y="630"/>
                        <a:pt x="494" y="672"/>
                      </a:cubicBezTo>
                      <a:close/>
                      <a:moveTo>
                        <a:pt x="666" y="941"/>
                      </a:moveTo>
                      <a:cubicBezTo>
                        <a:pt x="620" y="899"/>
                        <a:pt x="548" y="901"/>
                        <a:pt x="505" y="947"/>
                      </a:cubicBezTo>
                      <a:cubicBezTo>
                        <a:pt x="484" y="970"/>
                        <a:pt x="474" y="999"/>
                        <a:pt x="475" y="1029"/>
                      </a:cubicBezTo>
                      <a:cubicBezTo>
                        <a:pt x="476" y="1060"/>
                        <a:pt x="489" y="1088"/>
                        <a:pt x="511" y="1108"/>
                      </a:cubicBezTo>
                      <a:cubicBezTo>
                        <a:pt x="532" y="1128"/>
                        <a:pt x="560" y="1139"/>
                        <a:pt x="589" y="1139"/>
                      </a:cubicBezTo>
                      <a:cubicBezTo>
                        <a:pt x="590" y="1139"/>
                        <a:pt x="592" y="1139"/>
                        <a:pt x="593" y="1139"/>
                      </a:cubicBezTo>
                      <a:cubicBezTo>
                        <a:pt x="623" y="1138"/>
                        <a:pt x="652" y="1125"/>
                        <a:pt x="672" y="1102"/>
                      </a:cubicBezTo>
                      <a:cubicBezTo>
                        <a:pt x="715" y="1056"/>
                        <a:pt x="712" y="984"/>
                        <a:pt x="666" y="941"/>
                      </a:cubicBezTo>
                      <a:close/>
                      <a:moveTo>
                        <a:pt x="945" y="766"/>
                      </a:moveTo>
                      <a:cubicBezTo>
                        <a:pt x="944" y="754"/>
                        <a:pt x="933" y="745"/>
                        <a:pt x="921" y="746"/>
                      </a:cubicBezTo>
                      <a:cubicBezTo>
                        <a:pt x="248" y="809"/>
                        <a:pt x="248" y="809"/>
                        <a:pt x="248" y="809"/>
                      </a:cubicBezTo>
                      <a:cubicBezTo>
                        <a:pt x="236" y="810"/>
                        <a:pt x="227" y="821"/>
                        <a:pt x="228" y="833"/>
                      </a:cubicBezTo>
                      <a:cubicBezTo>
                        <a:pt x="229" y="845"/>
                        <a:pt x="239" y="853"/>
                        <a:pt x="250" y="853"/>
                      </a:cubicBezTo>
                      <a:cubicBezTo>
                        <a:pt x="251" y="853"/>
                        <a:pt x="251" y="853"/>
                        <a:pt x="252" y="853"/>
                      </a:cubicBezTo>
                      <a:cubicBezTo>
                        <a:pt x="925" y="790"/>
                        <a:pt x="925" y="790"/>
                        <a:pt x="925" y="790"/>
                      </a:cubicBezTo>
                      <a:cubicBezTo>
                        <a:pt x="937" y="789"/>
                        <a:pt x="946" y="778"/>
                        <a:pt x="945" y="766"/>
                      </a:cubicBezTo>
                      <a:close/>
                      <a:moveTo>
                        <a:pt x="1137" y="206"/>
                      </a:moveTo>
                      <a:cubicBezTo>
                        <a:pt x="1103" y="174"/>
                        <a:pt x="1050" y="176"/>
                        <a:pt x="1018" y="210"/>
                      </a:cubicBezTo>
                      <a:cubicBezTo>
                        <a:pt x="987" y="244"/>
                        <a:pt x="989" y="298"/>
                        <a:pt x="1023" y="329"/>
                      </a:cubicBezTo>
                      <a:cubicBezTo>
                        <a:pt x="1057" y="361"/>
                        <a:pt x="1110" y="359"/>
                        <a:pt x="1141" y="325"/>
                      </a:cubicBezTo>
                      <a:cubicBezTo>
                        <a:pt x="1173" y="290"/>
                        <a:pt x="1171" y="237"/>
                        <a:pt x="1137" y="20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51" name="Grupo 150">
              <a:extLst>
                <a:ext uri="{FF2B5EF4-FFF2-40B4-BE49-F238E27FC236}">
                  <a16:creationId xmlns:a16="http://schemas.microsoft.com/office/drawing/2014/main" id="{CB3EBC0D-F7CC-B256-D630-1C1768F84721}"/>
                </a:ext>
              </a:extLst>
            </p:cNvPr>
            <p:cNvGrpSpPr/>
            <p:nvPr/>
          </p:nvGrpSpPr>
          <p:grpSpPr>
            <a:xfrm>
              <a:off x="3508385" y="5240778"/>
              <a:ext cx="972000" cy="1057733"/>
              <a:chOff x="3194451" y="5038757"/>
              <a:chExt cx="972000" cy="1057733"/>
            </a:xfrm>
          </p:grpSpPr>
          <p:sp>
            <p:nvSpPr>
              <p:cNvPr id="139" name="Rectangle: Rounded Corners 120">
                <a:extLst>
                  <a:ext uri="{FF2B5EF4-FFF2-40B4-BE49-F238E27FC236}">
                    <a16:creationId xmlns:a16="http://schemas.microsoft.com/office/drawing/2014/main" id="{0F260AF2-E620-C82D-8BD0-2ED8F9890996}"/>
                  </a:ext>
                </a:extLst>
              </p:cNvPr>
              <p:cNvSpPr/>
              <p:nvPr/>
            </p:nvSpPr>
            <p:spPr>
              <a:xfrm>
                <a:off x="3194451" y="5038757"/>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PGP</a:t>
                </a:r>
              </a:p>
            </p:txBody>
          </p:sp>
          <p:grpSp>
            <p:nvGrpSpPr>
              <p:cNvPr id="146" name="bcgIcons_Management gender-neutral ">
                <a:extLst>
                  <a:ext uri="{FF2B5EF4-FFF2-40B4-BE49-F238E27FC236}">
                    <a16:creationId xmlns:a16="http://schemas.microsoft.com/office/drawing/2014/main" id="{88A29E5D-7E77-C62A-656C-80DABEB0BDB4}"/>
                  </a:ext>
                </a:extLst>
              </p:cNvPr>
              <p:cNvGrpSpPr>
                <a:grpSpLocks noChangeAspect="1"/>
              </p:cNvGrpSpPr>
              <p:nvPr/>
            </p:nvGrpSpPr>
            <p:grpSpPr>
              <a:xfrm>
                <a:off x="3480725" y="5139393"/>
                <a:ext cx="380413" cy="380413"/>
                <a:chOff x="5273675" y="2606675"/>
                <a:chExt cx="1644650" cy="1644650"/>
              </a:xfrm>
            </p:grpSpPr>
            <p:sp>
              <p:nvSpPr>
                <p:cNvPr id="147" name="AutoShape 3">
                  <a:extLst>
                    <a:ext uri="{FF2B5EF4-FFF2-40B4-BE49-F238E27FC236}">
                      <a16:creationId xmlns:a16="http://schemas.microsoft.com/office/drawing/2014/main" id="{BA1F3291-AAD1-5B67-34E7-B3C0546BA566}"/>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8" name="Group 41">
                  <a:extLst>
                    <a:ext uri="{FF2B5EF4-FFF2-40B4-BE49-F238E27FC236}">
                      <a16:creationId xmlns:a16="http://schemas.microsoft.com/office/drawing/2014/main" id="{59F009D5-DEA4-0A33-8934-CB173128180A}"/>
                    </a:ext>
                  </a:extLst>
                </p:cNvPr>
                <p:cNvGrpSpPr>
                  <a:grpSpLocks/>
                </p:cNvGrpSpPr>
                <p:nvPr/>
              </p:nvGrpSpPr>
              <p:grpSpPr>
                <a:xfrm>
                  <a:off x="5480050" y="2773363"/>
                  <a:ext cx="1233488" cy="1271587"/>
                  <a:chOff x="5480050" y="2773363"/>
                  <a:chExt cx="1233488" cy="1271587"/>
                </a:xfrm>
              </p:grpSpPr>
              <p:sp>
                <p:nvSpPr>
                  <p:cNvPr id="149" name="Freeform 13">
                    <a:extLst>
                      <a:ext uri="{FF2B5EF4-FFF2-40B4-BE49-F238E27FC236}">
                        <a16:creationId xmlns:a16="http://schemas.microsoft.com/office/drawing/2014/main" id="{848F1C15-D856-44C6-761F-C28292225EEB}"/>
                      </a:ext>
                    </a:extLst>
                  </p:cNvPr>
                  <p:cNvSpPr>
                    <a:spLocks/>
                  </p:cNvSpPr>
                  <p:nvPr/>
                </p:nvSpPr>
                <p:spPr bwMode="auto">
                  <a:xfrm>
                    <a:off x="5480050" y="3114675"/>
                    <a:ext cx="1233488" cy="930275"/>
                  </a:xfrm>
                  <a:custGeom>
                    <a:avLst/>
                    <a:gdLst>
                      <a:gd name="connsiteX0" fmla="*/ 928688 w 1233488"/>
                      <a:gd name="connsiteY0" fmla="*/ 747713 h 930275"/>
                      <a:gd name="connsiteX1" fmla="*/ 928688 w 1233488"/>
                      <a:gd name="connsiteY1" fmla="*/ 898526 h 930275"/>
                      <a:gd name="connsiteX2" fmla="*/ 1201738 w 1233488"/>
                      <a:gd name="connsiteY2" fmla="*/ 898526 h 930275"/>
                      <a:gd name="connsiteX3" fmla="*/ 1201738 w 1233488"/>
                      <a:gd name="connsiteY3" fmla="*/ 747713 h 930275"/>
                      <a:gd name="connsiteX4" fmla="*/ 1065213 w 1233488"/>
                      <a:gd name="connsiteY4" fmla="*/ 747713 h 930275"/>
                      <a:gd name="connsiteX5" fmla="*/ 477838 w 1233488"/>
                      <a:gd name="connsiteY5" fmla="*/ 747713 h 930275"/>
                      <a:gd name="connsiteX6" fmla="*/ 477838 w 1233488"/>
                      <a:gd name="connsiteY6" fmla="*/ 898526 h 930275"/>
                      <a:gd name="connsiteX7" fmla="*/ 752476 w 1233488"/>
                      <a:gd name="connsiteY7" fmla="*/ 898526 h 930275"/>
                      <a:gd name="connsiteX8" fmla="*/ 752476 w 1233488"/>
                      <a:gd name="connsiteY8" fmla="*/ 747713 h 930275"/>
                      <a:gd name="connsiteX9" fmla="*/ 615951 w 1233488"/>
                      <a:gd name="connsiteY9" fmla="*/ 747713 h 930275"/>
                      <a:gd name="connsiteX10" fmla="*/ 31750 w 1233488"/>
                      <a:gd name="connsiteY10" fmla="*/ 747713 h 930275"/>
                      <a:gd name="connsiteX11" fmla="*/ 31750 w 1233488"/>
                      <a:gd name="connsiteY11" fmla="*/ 898526 h 930275"/>
                      <a:gd name="connsiteX12" fmla="*/ 304800 w 1233488"/>
                      <a:gd name="connsiteY12" fmla="*/ 898526 h 930275"/>
                      <a:gd name="connsiteX13" fmla="*/ 304800 w 1233488"/>
                      <a:gd name="connsiteY13" fmla="*/ 747713 h 930275"/>
                      <a:gd name="connsiteX14" fmla="*/ 168275 w 1233488"/>
                      <a:gd name="connsiteY14" fmla="*/ 747713 h 930275"/>
                      <a:gd name="connsiteX15" fmla="*/ 599612 w 1233488"/>
                      <a:gd name="connsiteY15" fmla="*/ 498475 h 930275"/>
                      <a:gd name="connsiteX16" fmla="*/ 631021 w 1233488"/>
                      <a:gd name="connsiteY16" fmla="*/ 498475 h 930275"/>
                      <a:gd name="connsiteX17" fmla="*/ 631021 w 1233488"/>
                      <a:gd name="connsiteY17" fmla="*/ 591259 h 930275"/>
                      <a:gd name="connsiteX18" fmla="*/ 1065740 w 1233488"/>
                      <a:gd name="connsiteY18" fmla="*/ 591259 h 930275"/>
                      <a:gd name="connsiteX19" fmla="*/ 1081444 w 1233488"/>
                      <a:gd name="connsiteY19" fmla="*/ 606960 h 930275"/>
                      <a:gd name="connsiteX20" fmla="*/ 1081444 w 1233488"/>
                      <a:gd name="connsiteY20" fmla="*/ 716873 h 930275"/>
                      <a:gd name="connsiteX21" fmla="*/ 1217784 w 1233488"/>
                      <a:gd name="connsiteY21" fmla="*/ 716873 h 930275"/>
                      <a:gd name="connsiteX22" fmla="*/ 1233488 w 1233488"/>
                      <a:gd name="connsiteY22" fmla="*/ 732575 h 930275"/>
                      <a:gd name="connsiteX23" fmla="*/ 1233488 w 1233488"/>
                      <a:gd name="connsiteY23" fmla="*/ 914573 h 930275"/>
                      <a:gd name="connsiteX24" fmla="*/ 1217784 w 1233488"/>
                      <a:gd name="connsiteY24" fmla="*/ 930275 h 930275"/>
                      <a:gd name="connsiteX25" fmla="*/ 912981 w 1233488"/>
                      <a:gd name="connsiteY25" fmla="*/ 930275 h 930275"/>
                      <a:gd name="connsiteX26" fmla="*/ 897277 w 1233488"/>
                      <a:gd name="connsiteY26" fmla="*/ 914573 h 930275"/>
                      <a:gd name="connsiteX27" fmla="*/ 897277 w 1233488"/>
                      <a:gd name="connsiteY27" fmla="*/ 732575 h 930275"/>
                      <a:gd name="connsiteX28" fmla="*/ 912981 w 1233488"/>
                      <a:gd name="connsiteY28" fmla="*/ 716873 h 930275"/>
                      <a:gd name="connsiteX29" fmla="*/ 1050035 w 1233488"/>
                      <a:gd name="connsiteY29" fmla="*/ 716873 h 930275"/>
                      <a:gd name="connsiteX30" fmla="*/ 1050035 w 1233488"/>
                      <a:gd name="connsiteY30" fmla="*/ 622662 h 930275"/>
                      <a:gd name="connsiteX31" fmla="*/ 631021 w 1233488"/>
                      <a:gd name="connsiteY31" fmla="*/ 622662 h 930275"/>
                      <a:gd name="connsiteX32" fmla="*/ 631021 w 1233488"/>
                      <a:gd name="connsiteY32" fmla="*/ 716873 h 930275"/>
                      <a:gd name="connsiteX33" fmla="*/ 767361 w 1233488"/>
                      <a:gd name="connsiteY33" fmla="*/ 716873 h 930275"/>
                      <a:gd name="connsiteX34" fmla="*/ 783065 w 1233488"/>
                      <a:gd name="connsiteY34" fmla="*/ 732575 h 930275"/>
                      <a:gd name="connsiteX35" fmla="*/ 783065 w 1233488"/>
                      <a:gd name="connsiteY35" fmla="*/ 914573 h 930275"/>
                      <a:gd name="connsiteX36" fmla="*/ 767361 w 1233488"/>
                      <a:gd name="connsiteY36" fmla="*/ 930275 h 930275"/>
                      <a:gd name="connsiteX37" fmla="*/ 462558 w 1233488"/>
                      <a:gd name="connsiteY37" fmla="*/ 930275 h 930275"/>
                      <a:gd name="connsiteX38" fmla="*/ 446854 w 1233488"/>
                      <a:gd name="connsiteY38" fmla="*/ 914573 h 930275"/>
                      <a:gd name="connsiteX39" fmla="*/ 446854 w 1233488"/>
                      <a:gd name="connsiteY39" fmla="*/ 732575 h 930275"/>
                      <a:gd name="connsiteX40" fmla="*/ 462558 w 1233488"/>
                      <a:gd name="connsiteY40" fmla="*/ 716873 h 930275"/>
                      <a:gd name="connsiteX41" fmla="*/ 599612 w 1233488"/>
                      <a:gd name="connsiteY41" fmla="*/ 716873 h 930275"/>
                      <a:gd name="connsiteX42" fmla="*/ 599612 w 1233488"/>
                      <a:gd name="connsiteY42" fmla="*/ 622662 h 930275"/>
                      <a:gd name="connsiteX43" fmla="*/ 183453 w 1233488"/>
                      <a:gd name="connsiteY43" fmla="*/ 622662 h 930275"/>
                      <a:gd name="connsiteX44" fmla="*/ 183453 w 1233488"/>
                      <a:gd name="connsiteY44" fmla="*/ 716873 h 930275"/>
                      <a:gd name="connsiteX45" fmla="*/ 320507 w 1233488"/>
                      <a:gd name="connsiteY45" fmla="*/ 716873 h 930275"/>
                      <a:gd name="connsiteX46" fmla="*/ 336211 w 1233488"/>
                      <a:gd name="connsiteY46" fmla="*/ 732575 h 930275"/>
                      <a:gd name="connsiteX47" fmla="*/ 336211 w 1233488"/>
                      <a:gd name="connsiteY47" fmla="*/ 914573 h 930275"/>
                      <a:gd name="connsiteX48" fmla="*/ 320507 w 1233488"/>
                      <a:gd name="connsiteY48" fmla="*/ 930275 h 930275"/>
                      <a:gd name="connsiteX49" fmla="*/ 15704 w 1233488"/>
                      <a:gd name="connsiteY49" fmla="*/ 930275 h 930275"/>
                      <a:gd name="connsiteX50" fmla="*/ 0 w 1233488"/>
                      <a:gd name="connsiteY50" fmla="*/ 914573 h 930275"/>
                      <a:gd name="connsiteX51" fmla="*/ 0 w 1233488"/>
                      <a:gd name="connsiteY51" fmla="*/ 732575 h 930275"/>
                      <a:gd name="connsiteX52" fmla="*/ 15704 w 1233488"/>
                      <a:gd name="connsiteY52" fmla="*/ 716873 h 930275"/>
                      <a:gd name="connsiteX53" fmla="*/ 152045 w 1233488"/>
                      <a:gd name="connsiteY53" fmla="*/ 716873 h 930275"/>
                      <a:gd name="connsiteX54" fmla="*/ 152045 w 1233488"/>
                      <a:gd name="connsiteY54" fmla="*/ 606960 h 930275"/>
                      <a:gd name="connsiteX55" fmla="*/ 167749 w 1233488"/>
                      <a:gd name="connsiteY55" fmla="*/ 591259 h 930275"/>
                      <a:gd name="connsiteX56" fmla="*/ 599612 w 1233488"/>
                      <a:gd name="connsiteY56" fmla="*/ 591259 h 930275"/>
                      <a:gd name="connsiteX57" fmla="*/ 599612 w 1233488"/>
                      <a:gd name="connsiteY57" fmla="*/ 498475 h 930275"/>
                      <a:gd name="connsiteX58" fmla="*/ 480296 w 1233488"/>
                      <a:gd name="connsiteY58" fmla="*/ 276225 h 930275"/>
                      <a:gd name="connsiteX59" fmla="*/ 613094 w 1233488"/>
                      <a:gd name="connsiteY59" fmla="*/ 384270 h 930275"/>
                      <a:gd name="connsiteX60" fmla="*/ 618806 w 1233488"/>
                      <a:gd name="connsiteY60" fmla="*/ 384270 h 930275"/>
                      <a:gd name="connsiteX61" fmla="*/ 751604 w 1233488"/>
                      <a:gd name="connsiteY61" fmla="*/ 276225 h 930275"/>
                      <a:gd name="connsiteX62" fmla="*/ 931525 w 1233488"/>
                      <a:gd name="connsiteY62" fmla="*/ 306790 h 930275"/>
                      <a:gd name="connsiteX63" fmla="*/ 1032908 w 1233488"/>
                      <a:gd name="connsiteY63" fmla="*/ 453219 h 930275"/>
                      <a:gd name="connsiteX64" fmla="*/ 1022913 w 1233488"/>
                      <a:gd name="connsiteY64" fmla="*/ 466725 h 930275"/>
                      <a:gd name="connsiteX65" fmla="*/ 630230 w 1233488"/>
                      <a:gd name="connsiteY65" fmla="*/ 466725 h 930275"/>
                      <a:gd name="connsiteX66" fmla="*/ 598815 w 1233488"/>
                      <a:gd name="connsiteY66" fmla="*/ 466725 h 930275"/>
                      <a:gd name="connsiteX67" fmla="*/ 208988 w 1233488"/>
                      <a:gd name="connsiteY67" fmla="*/ 466725 h 930275"/>
                      <a:gd name="connsiteX68" fmla="*/ 198992 w 1233488"/>
                      <a:gd name="connsiteY68" fmla="*/ 453219 h 930275"/>
                      <a:gd name="connsiteX69" fmla="*/ 300376 w 1233488"/>
                      <a:gd name="connsiteY69" fmla="*/ 306790 h 930275"/>
                      <a:gd name="connsiteX70" fmla="*/ 480296 w 1233488"/>
                      <a:gd name="connsiteY70" fmla="*/ 276225 h 930275"/>
                      <a:gd name="connsiteX71" fmla="*/ 395288 w 1233488"/>
                      <a:gd name="connsiteY71" fmla="*/ 0 h 930275"/>
                      <a:gd name="connsiteX72" fmla="*/ 413842 w 1233488"/>
                      <a:gd name="connsiteY72" fmla="*/ 5716 h 930275"/>
                      <a:gd name="connsiteX73" fmla="*/ 420264 w 1233488"/>
                      <a:gd name="connsiteY73" fmla="*/ 5002 h 930275"/>
                      <a:gd name="connsiteX74" fmla="*/ 440959 w 1233488"/>
                      <a:gd name="connsiteY74" fmla="*/ 28583 h 930275"/>
                      <a:gd name="connsiteX75" fmla="*/ 445954 w 1233488"/>
                      <a:gd name="connsiteY75" fmla="*/ 34300 h 930275"/>
                      <a:gd name="connsiteX76" fmla="*/ 512319 w 1233488"/>
                      <a:gd name="connsiteY76" fmla="*/ 174357 h 930275"/>
                      <a:gd name="connsiteX77" fmla="*/ 616504 w 1233488"/>
                      <a:gd name="connsiteY77" fmla="*/ 226521 h 930275"/>
                      <a:gd name="connsiteX78" fmla="*/ 720690 w 1233488"/>
                      <a:gd name="connsiteY78" fmla="*/ 174357 h 930275"/>
                      <a:gd name="connsiteX79" fmla="*/ 787054 w 1233488"/>
                      <a:gd name="connsiteY79" fmla="*/ 34300 h 930275"/>
                      <a:gd name="connsiteX80" fmla="*/ 792049 w 1233488"/>
                      <a:gd name="connsiteY80" fmla="*/ 28583 h 930275"/>
                      <a:gd name="connsiteX81" fmla="*/ 798472 w 1233488"/>
                      <a:gd name="connsiteY81" fmla="*/ 24296 h 930275"/>
                      <a:gd name="connsiteX82" fmla="*/ 832011 w 1233488"/>
                      <a:gd name="connsiteY82" fmla="*/ 15006 h 930275"/>
                      <a:gd name="connsiteX83" fmla="*/ 832725 w 1233488"/>
                      <a:gd name="connsiteY83" fmla="*/ 14291 h 930275"/>
                      <a:gd name="connsiteX84" fmla="*/ 833438 w 1233488"/>
                      <a:gd name="connsiteY84" fmla="*/ 14291 h 930275"/>
                      <a:gd name="connsiteX85" fmla="*/ 806321 w 1233488"/>
                      <a:gd name="connsiteY85" fmla="*/ 46447 h 930275"/>
                      <a:gd name="connsiteX86" fmla="*/ 735675 w 1233488"/>
                      <a:gd name="connsiteY86" fmla="*/ 191507 h 930275"/>
                      <a:gd name="connsiteX87" fmla="*/ 727112 w 1233488"/>
                      <a:gd name="connsiteY87" fmla="*/ 197938 h 930275"/>
                      <a:gd name="connsiteX88" fmla="*/ 727112 w 1233488"/>
                      <a:gd name="connsiteY88" fmla="*/ 257248 h 930275"/>
                      <a:gd name="connsiteX89" fmla="*/ 726398 w 1233488"/>
                      <a:gd name="connsiteY89" fmla="*/ 257963 h 930275"/>
                      <a:gd name="connsiteX90" fmla="*/ 704277 w 1233488"/>
                      <a:gd name="connsiteY90" fmla="*/ 279400 h 930275"/>
                      <a:gd name="connsiteX91" fmla="*/ 704277 w 1233488"/>
                      <a:gd name="connsiteY91" fmla="*/ 214373 h 930275"/>
                      <a:gd name="connsiteX92" fmla="*/ 616504 w 1233488"/>
                      <a:gd name="connsiteY92" fmla="*/ 249388 h 930275"/>
                      <a:gd name="connsiteX93" fmla="*/ 528731 w 1233488"/>
                      <a:gd name="connsiteY93" fmla="*/ 214373 h 930275"/>
                      <a:gd name="connsiteX94" fmla="*/ 528731 w 1233488"/>
                      <a:gd name="connsiteY94" fmla="*/ 279400 h 930275"/>
                      <a:gd name="connsiteX95" fmla="*/ 506610 w 1233488"/>
                      <a:gd name="connsiteY95" fmla="*/ 257963 h 930275"/>
                      <a:gd name="connsiteX96" fmla="*/ 505896 w 1233488"/>
                      <a:gd name="connsiteY96" fmla="*/ 257248 h 930275"/>
                      <a:gd name="connsiteX97" fmla="*/ 505896 w 1233488"/>
                      <a:gd name="connsiteY97" fmla="*/ 197938 h 930275"/>
                      <a:gd name="connsiteX98" fmla="*/ 497333 w 1233488"/>
                      <a:gd name="connsiteY98" fmla="*/ 191507 h 930275"/>
                      <a:gd name="connsiteX99" fmla="*/ 426687 w 1233488"/>
                      <a:gd name="connsiteY99" fmla="*/ 46447 h 930275"/>
                      <a:gd name="connsiteX100" fmla="*/ 395288 w 1233488"/>
                      <a:gd name="connsiteY100"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233488" h="930275">
                        <a:moveTo>
                          <a:pt x="928688" y="747713"/>
                        </a:moveTo>
                        <a:lnTo>
                          <a:pt x="928688" y="898526"/>
                        </a:lnTo>
                        <a:lnTo>
                          <a:pt x="1201738" y="898526"/>
                        </a:lnTo>
                        <a:lnTo>
                          <a:pt x="1201738" y="747713"/>
                        </a:lnTo>
                        <a:lnTo>
                          <a:pt x="1065213" y="747713"/>
                        </a:lnTo>
                        <a:close/>
                        <a:moveTo>
                          <a:pt x="477838" y="747713"/>
                        </a:moveTo>
                        <a:lnTo>
                          <a:pt x="477838" y="898526"/>
                        </a:lnTo>
                        <a:lnTo>
                          <a:pt x="752476" y="898526"/>
                        </a:lnTo>
                        <a:lnTo>
                          <a:pt x="752476" y="747713"/>
                        </a:lnTo>
                        <a:lnTo>
                          <a:pt x="615951" y="747713"/>
                        </a:lnTo>
                        <a:close/>
                        <a:moveTo>
                          <a:pt x="31750" y="747713"/>
                        </a:moveTo>
                        <a:lnTo>
                          <a:pt x="31750" y="898526"/>
                        </a:lnTo>
                        <a:lnTo>
                          <a:pt x="304800" y="898526"/>
                        </a:lnTo>
                        <a:lnTo>
                          <a:pt x="304800" y="747713"/>
                        </a:lnTo>
                        <a:lnTo>
                          <a:pt x="168275" y="747713"/>
                        </a:lnTo>
                        <a:close/>
                        <a:moveTo>
                          <a:pt x="599612" y="498475"/>
                        </a:moveTo>
                        <a:cubicBezTo>
                          <a:pt x="599612" y="498475"/>
                          <a:pt x="599612" y="498475"/>
                          <a:pt x="631021" y="498475"/>
                        </a:cubicBezTo>
                        <a:cubicBezTo>
                          <a:pt x="631021" y="498475"/>
                          <a:pt x="631021" y="498475"/>
                          <a:pt x="631021" y="591259"/>
                        </a:cubicBezTo>
                        <a:cubicBezTo>
                          <a:pt x="631021" y="591259"/>
                          <a:pt x="631021" y="591259"/>
                          <a:pt x="1065740" y="591259"/>
                        </a:cubicBezTo>
                        <a:cubicBezTo>
                          <a:pt x="1074305" y="591259"/>
                          <a:pt x="1081444" y="598396"/>
                          <a:pt x="1081444" y="606960"/>
                        </a:cubicBezTo>
                        <a:cubicBezTo>
                          <a:pt x="1081444" y="606960"/>
                          <a:pt x="1081444" y="606960"/>
                          <a:pt x="1081444" y="716873"/>
                        </a:cubicBezTo>
                        <a:cubicBezTo>
                          <a:pt x="1081444" y="716873"/>
                          <a:pt x="1081444" y="716873"/>
                          <a:pt x="1217784" y="716873"/>
                        </a:cubicBezTo>
                        <a:cubicBezTo>
                          <a:pt x="1226350" y="716873"/>
                          <a:pt x="1233488" y="724010"/>
                          <a:pt x="1233488" y="732575"/>
                        </a:cubicBezTo>
                        <a:cubicBezTo>
                          <a:pt x="1233488" y="732575"/>
                          <a:pt x="1233488" y="732575"/>
                          <a:pt x="1233488" y="914573"/>
                        </a:cubicBezTo>
                        <a:cubicBezTo>
                          <a:pt x="1233488" y="923138"/>
                          <a:pt x="1226350" y="930275"/>
                          <a:pt x="1217784" y="930275"/>
                        </a:cubicBezTo>
                        <a:cubicBezTo>
                          <a:pt x="1217784" y="930275"/>
                          <a:pt x="1217784" y="930275"/>
                          <a:pt x="912981" y="930275"/>
                        </a:cubicBezTo>
                        <a:cubicBezTo>
                          <a:pt x="904415" y="930275"/>
                          <a:pt x="897277" y="923138"/>
                          <a:pt x="897277" y="914573"/>
                        </a:cubicBezTo>
                        <a:cubicBezTo>
                          <a:pt x="897277" y="914573"/>
                          <a:pt x="897277" y="914573"/>
                          <a:pt x="897277" y="732575"/>
                        </a:cubicBezTo>
                        <a:cubicBezTo>
                          <a:pt x="897277" y="724010"/>
                          <a:pt x="904415" y="716873"/>
                          <a:pt x="912981" y="716873"/>
                        </a:cubicBezTo>
                        <a:cubicBezTo>
                          <a:pt x="912981" y="716873"/>
                          <a:pt x="912981" y="716873"/>
                          <a:pt x="1050035" y="716873"/>
                        </a:cubicBezTo>
                        <a:cubicBezTo>
                          <a:pt x="1050035" y="716873"/>
                          <a:pt x="1050035" y="716873"/>
                          <a:pt x="1050035" y="622662"/>
                        </a:cubicBezTo>
                        <a:cubicBezTo>
                          <a:pt x="1050035" y="622662"/>
                          <a:pt x="1050035" y="622662"/>
                          <a:pt x="631021" y="622662"/>
                        </a:cubicBezTo>
                        <a:cubicBezTo>
                          <a:pt x="631021" y="622662"/>
                          <a:pt x="631021" y="622662"/>
                          <a:pt x="631021" y="716873"/>
                        </a:cubicBezTo>
                        <a:cubicBezTo>
                          <a:pt x="631021" y="716873"/>
                          <a:pt x="631021" y="716873"/>
                          <a:pt x="767361" y="716873"/>
                        </a:cubicBezTo>
                        <a:cubicBezTo>
                          <a:pt x="775927" y="716873"/>
                          <a:pt x="783065" y="724010"/>
                          <a:pt x="783065" y="732575"/>
                        </a:cubicBezTo>
                        <a:cubicBezTo>
                          <a:pt x="783065" y="732575"/>
                          <a:pt x="783065" y="732575"/>
                          <a:pt x="783065" y="914573"/>
                        </a:cubicBezTo>
                        <a:cubicBezTo>
                          <a:pt x="783065" y="923138"/>
                          <a:pt x="775927" y="930275"/>
                          <a:pt x="767361" y="930275"/>
                        </a:cubicBezTo>
                        <a:cubicBezTo>
                          <a:pt x="767361" y="930275"/>
                          <a:pt x="767361" y="930275"/>
                          <a:pt x="462558" y="930275"/>
                        </a:cubicBezTo>
                        <a:cubicBezTo>
                          <a:pt x="453992" y="930275"/>
                          <a:pt x="446854" y="923138"/>
                          <a:pt x="446854" y="914573"/>
                        </a:cubicBezTo>
                        <a:cubicBezTo>
                          <a:pt x="446854" y="914573"/>
                          <a:pt x="446854" y="914573"/>
                          <a:pt x="446854" y="732575"/>
                        </a:cubicBezTo>
                        <a:cubicBezTo>
                          <a:pt x="446854" y="724010"/>
                          <a:pt x="453992" y="716873"/>
                          <a:pt x="462558" y="716873"/>
                        </a:cubicBezTo>
                        <a:cubicBezTo>
                          <a:pt x="462558" y="716873"/>
                          <a:pt x="462558" y="716873"/>
                          <a:pt x="599612" y="716873"/>
                        </a:cubicBezTo>
                        <a:cubicBezTo>
                          <a:pt x="599612" y="716873"/>
                          <a:pt x="599612" y="716873"/>
                          <a:pt x="599612" y="622662"/>
                        </a:cubicBezTo>
                        <a:cubicBezTo>
                          <a:pt x="599612" y="622662"/>
                          <a:pt x="599612" y="622662"/>
                          <a:pt x="183453" y="622662"/>
                        </a:cubicBezTo>
                        <a:cubicBezTo>
                          <a:pt x="183453" y="622662"/>
                          <a:pt x="183453" y="622662"/>
                          <a:pt x="183453" y="716873"/>
                        </a:cubicBezTo>
                        <a:cubicBezTo>
                          <a:pt x="183453" y="716873"/>
                          <a:pt x="183453" y="716873"/>
                          <a:pt x="320507" y="716873"/>
                        </a:cubicBezTo>
                        <a:cubicBezTo>
                          <a:pt x="329073" y="716873"/>
                          <a:pt x="336211" y="724010"/>
                          <a:pt x="336211" y="732575"/>
                        </a:cubicBezTo>
                        <a:cubicBezTo>
                          <a:pt x="336211" y="732575"/>
                          <a:pt x="336211" y="732575"/>
                          <a:pt x="336211" y="914573"/>
                        </a:cubicBezTo>
                        <a:cubicBezTo>
                          <a:pt x="336211" y="923138"/>
                          <a:pt x="329073" y="930275"/>
                          <a:pt x="320507" y="930275"/>
                        </a:cubicBezTo>
                        <a:cubicBezTo>
                          <a:pt x="320507" y="930275"/>
                          <a:pt x="320507" y="930275"/>
                          <a:pt x="15704" y="930275"/>
                        </a:cubicBezTo>
                        <a:cubicBezTo>
                          <a:pt x="7138" y="930275"/>
                          <a:pt x="0" y="923138"/>
                          <a:pt x="0" y="914573"/>
                        </a:cubicBezTo>
                        <a:cubicBezTo>
                          <a:pt x="0" y="914573"/>
                          <a:pt x="0" y="914573"/>
                          <a:pt x="0" y="732575"/>
                        </a:cubicBezTo>
                        <a:cubicBezTo>
                          <a:pt x="0" y="724010"/>
                          <a:pt x="7138" y="716873"/>
                          <a:pt x="15704" y="716873"/>
                        </a:cubicBezTo>
                        <a:cubicBezTo>
                          <a:pt x="15704" y="716873"/>
                          <a:pt x="15704" y="716873"/>
                          <a:pt x="152045" y="716873"/>
                        </a:cubicBezTo>
                        <a:cubicBezTo>
                          <a:pt x="152045" y="716873"/>
                          <a:pt x="152045" y="716873"/>
                          <a:pt x="152045" y="606960"/>
                        </a:cubicBezTo>
                        <a:cubicBezTo>
                          <a:pt x="152045" y="598396"/>
                          <a:pt x="159183" y="591259"/>
                          <a:pt x="167749" y="591259"/>
                        </a:cubicBezTo>
                        <a:cubicBezTo>
                          <a:pt x="167749" y="591259"/>
                          <a:pt x="167749" y="591259"/>
                          <a:pt x="599612" y="591259"/>
                        </a:cubicBezTo>
                        <a:cubicBezTo>
                          <a:pt x="599612" y="591259"/>
                          <a:pt x="599612" y="591259"/>
                          <a:pt x="599612" y="498475"/>
                        </a:cubicBezTo>
                        <a:close/>
                        <a:moveTo>
                          <a:pt x="480296" y="276225"/>
                        </a:moveTo>
                        <a:cubicBezTo>
                          <a:pt x="480296" y="276225"/>
                          <a:pt x="570256" y="350150"/>
                          <a:pt x="613094" y="384270"/>
                        </a:cubicBezTo>
                        <a:cubicBezTo>
                          <a:pt x="614522" y="385691"/>
                          <a:pt x="617378" y="385691"/>
                          <a:pt x="618806" y="384270"/>
                        </a:cubicBezTo>
                        <a:cubicBezTo>
                          <a:pt x="676638" y="338066"/>
                          <a:pt x="751604" y="276225"/>
                          <a:pt x="751604" y="276225"/>
                        </a:cubicBezTo>
                        <a:cubicBezTo>
                          <a:pt x="751604" y="276225"/>
                          <a:pt x="868695" y="277647"/>
                          <a:pt x="931525" y="306790"/>
                        </a:cubicBezTo>
                        <a:cubicBezTo>
                          <a:pt x="982930" y="329536"/>
                          <a:pt x="1020057" y="419100"/>
                          <a:pt x="1032908" y="453219"/>
                        </a:cubicBezTo>
                        <a:cubicBezTo>
                          <a:pt x="1035050" y="459617"/>
                          <a:pt x="1030052" y="466725"/>
                          <a:pt x="1022913" y="466725"/>
                        </a:cubicBezTo>
                        <a:cubicBezTo>
                          <a:pt x="1022913" y="466725"/>
                          <a:pt x="1022913" y="466725"/>
                          <a:pt x="630230" y="466725"/>
                        </a:cubicBezTo>
                        <a:cubicBezTo>
                          <a:pt x="630230" y="466725"/>
                          <a:pt x="630230" y="466725"/>
                          <a:pt x="598815" y="466725"/>
                        </a:cubicBezTo>
                        <a:cubicBezTo>
                          <a:pt x="598815" y="466725"/>
                          <a:pt x="598815" y="466725"/>
                          <a:pt x="208988" y="466725"/>
                        </a:cubicBezTo>
                        <a:cubicBezTo>
                          <a:pt x="201848" y="466725"/>
                          <a:pt x="196850" y="459617"/>
                          <a:pt x="198992" y="453219"/>
                        </a:cubicBezTo>
                        <a:cubicBezTo>
                          <a:pt x="211844" y="419100"/>
                          <a:pt x="248970" y="329536"/>
                          <a:pt x="300376" y="306790"/>
                        </a:cubicBezTo>
                        <a:cubicBezTo>
                          <a:pt x="363205" y="277647"/>
                          <a:pt x="480296" y="276225"/>
                          <a:pt x="480296" y="276225"/>
                        </a:cubicBezTo>
                        <a:close/>
                        <a:moveTo>
                          <a:pt x="395288" y="0"/>
                        </a:moveTo>
                        <a:cubicBezTo>
                          <a:pt x="401711" y="4287"/>
                          <a:pt x="408847" y="5716"/>
                          <a:pt x="413842" y="5716"/>
                        </a:cubicBezTo>
                        <a:cubicBezTo>
                          <a:pt x="415269" y="5716"/>
                          <a:pt x="418123" y="5716"/>
                          <a:pt x="420264" y="5002"/>
                        </a:cubicBezTo>
                        <a:cubicBezTo>
                          <a:pt x="423832" y="13577"/>
                          <a:pt x="429541" y="22866"/>
                          <a:pt x="440959" y="28583"/>
                        </a:cubicBezTo>
                        <a:cubicBezTo>
                          <a:pt x="443099" y="29298"/>
                          <a:pt x="445240" y="31441"/>
                          <a:pt x="445954" y="34300"/>
                        </a:cubicBezTo>
                        <a:cubicBezTo>
                          <a:pt x="464507" y="82176"/>
                          <a:pt x="499474" y="162209"/>
                          <a:pt x="512319" y="174357"/>
                        </a:cubicBezTo>
                        <a:cubicBezTo>
                          <a:pt x="532299" y="191507"/>
                          <a:pt x="587246" y="226521"/>
                          <a:pt x="616504" y="226521"/>
                        </a:cubicBezTo>
                        <a:cubicBezTo>
                          <a:pt x="645762" y="226521"/>
                          <a:pt x="700709" y="191507"/>
                          <a:pt x="720690" y="174357"/>
                        </a:cubicBezTo>
                        <a:cubicBezTo>
                          <a:pt x="733534" y="162209"/>
                          <a:pt x="767787" y="82176"/>
                          <a:pt x="787054" y="34300"/>
                        </a:cubicBezTo>
                        <a:cubicBezTo>
                          <a:pt x="787768" y="31441"/>
                          <a:pt x="789909" y="29298"/>
                          <a:pt x="792049" y="28583"/>
                        </a:cubicBezTo>
                        <a:cubicBezTo>
                          <a:pt x="794904" y="27154"/>
                          <a:pt x="797045" y="25725"/>
                          <a:pt x="798472" y="24296"/>
                        </a:cubicBezTo>
                        <a:cubicBezTo>
                          <a:pt x="811317" y="22866"/>
                          <a:pt x="823448" y="18579"/>
                          <a:pt x="832011" y="15006"/>
                        </a:cubicBezTo>
                        <a:cubicBezTo>
                          <a:pt x="832011" y="15006"/>
                          <a:pt x="832011" y="15006"/>
                          <a:pt x="832725" y="14291"/>
                        </a:cubicBezTo>
                        <a:cubicBezTo>
                          <a:pt x="833438" y="14291"/>
                          <a:pt x="833438" y="14291"/>
                          <a:pt x="833438" y="14291"/>
                        </a:cubicBezTo>
                        <a:cubicBezTo>
                          <a:pt x="829157" y="25010"/>
                          <a:pt x="820593" y="37873"/>
                          <a:pt x="806321" y="46447"/>
                        </a:cubicBezTo>
                        <a:cubicBezTo>
                          <a:pt x="795617" y="75031"/>
                          <a:pt x="755656" y="173642"/>
                          <a:pt x="735675" y="191507"/>
                        </a:cubicBezTo>
                        <a:cubicBezTo>
                          <a:pt x="732821" y="192936"/>
                          <a:pt x="730680" y="195794"/>
                          <a:pt x="727112" y="197938"/>
                        </a:cubicBezTo>
                        <a:cubicBezTo>
                          <a:pt x="727112" y="197938"/>
                          <a:pt x="727112" y="197938"/>
                          <a:pt x="727112" y="257248"/>
                        </a:cubicBezTo>
                        <a:cubicBezTo>
                          <a:pt x="727112" y="257248"/>
                          <a:pt x="727112" y="257248"/>
                          <a:pt x="726398" y="257963"/>
                        </a:cubicBezTo>
                        <a:cubicBezTo>
                          <a:pt x="725685" y="258677"/>
                          <a:pt x="718549" y="268681"/>
                          <a:pt x="704277" y="279400"/>
                        </a:cubicBezTo>
                        <a:cubicBezTo>
                          <a:pt x="704277" y="279400"/>
                          <a:pt x="704277" y="279400"/>
                          <a:pt x="704277" y="214373"/>
                        </a:cubicBezTo>
                        <a:cubicBezTo>
                          <a:pt x="677160" y="231523"/>
                          <a:pt x="642194" y="249388"/>
                          <a:pt x="616504" y="249388"/>
                        </a:cubicBezTo>
                        <a:cubicBezTo>
                          <a:pt x="590814" y="249388"/>
                          <a:pt x="555848" y="231523"/>
                          <a:pt x="528731" y="214373"/>
                        </a:cubicBezTo>
                        <a:cubicBezTo>
                          <a:pt x="528731" y="214373"/>
                          <a:pt x="528731" y="214373"/>
                          <a:pt x="528731" y="279400"/>
                        </a:cubicBezTo>
                        <a:cubicBezTo>
                          <a:pt x="514459" y="268681"/>
                          <a:pt x="507323" y="258677"/>
                          <a:pt x="506610" y="257963"/>
                        </a:cubicBezTo>
                        <a:cubicBezTo>
                          <a:pt x="506610" y="257963"/>
                          <a:pt x="506610" y="257963"/>
                          <a:pt x="505896" y="257248"/>
                        </a:cubicBezTo>
                        <a:cubicBezTo>
                          <a:pt x="505896" y="257248"/>
                          <a:pt x="505896" y="257248"/>
                          <a:pt x="505896" y="197938"/>
                        </a:cubicBezTo>
                        <a:cubicBezTo>
                          <a:pt x="502328" y="195794"/>
                          <a:pt x="499474" y="192936"/>
                          <a:pt x="497333" y="191507"/>
                        </a:cubicBezTo>
                        <a:cubicBezTo>
                          <a:pt x="477352" y="173642"/>
                          <a:pt x="437391" y="75031"/>
                          <a:pt x="426687" y="46447"/>
                        </a:cubicBezTo>
                        <a:cubicBezTo>
                          <a:pt x="405992" y="34300"/>
                          <a:pt x="398143" y="13577"/>
                          <a:pt x="39528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150" name="Freeform 14">
                    <a:extLst>
                      <a:ext uri="{FF2B5EF4-FFF2-40B4-BE49-F238E27FC236}">
                        <a16:creationId xmlns:a16="http://schemas.microsoft.com/office/drawing/2014/main" id="{EC6FBFE4-233F-7610-1440-12B0B0D5EC76}"/>
                      </a:ext>
                    </a:extLst>
                  </p:cNvPr>
                  <p:cNvSpPr>
                    <a:spLocks/>
                  </p:cNvSpPr>
                  <p:nvPr/>
                </p:nvSpPr>
                <p:spPr bwMode="auto">
                  <a:xfrm>
                    <a:off x="5543550" y="2773363"/>
                    <a:ext cx="1106488" cy="1209675"/>
                  </a:xfrm>
                  <a:custGeom>
                    <a:avLst/>
                    <a:gdLst>
                      <a:gd name="connsiteX0" fmla="*/ 904042 w 1106488"/>
                      <a:gd name="connsiteY0" fmla="*/ 1120775 h 1209675"/>
                      <a:gd name="connsiteX1" fmla="*/ 1099385 w 1106488"/>
                      <a:gd name="connsiteY1" fmla="*/ 1120775 h 1209675"/>
                      <a:gd name="connsiteX2" fmla="*/ 1106488 w 1106488"/>
                      <a:gd name="connsiteY2" fmla="*/ 1128003 h 1209675"/>
                      <a:gd name="connsiteX3" fmla="*/ 1106488 w 1106488"/>
                      <a:gd name="connsiteY3" fmla="*/ 1202447 h 1209675"/>
                      <a:gd name="connsiteX4" fmla="*/ 1099385 w 1106488"/>
                      <a:gd name="connsiteY4" fmla="*/ 1209675 h 1209675"/>
                      <a:gd name="connsiteX5" fmla="*/ 904042 w 1106488"/>
                      <a:gd name="connsiteY5" fmla="*/ 1209675 h 1209675"/>
                      <a:gd name="connsiteX6" fmla="*/ 896938 w 1106488"/>
                      <a:gd name="connsiteY6" fmla="*/ 1202447 h 1209675"/>
                      <a:gd name="connsiteX7" fmla="*/ 896938 w 1106488"/>
                      <a:gd name="connsiteY7" fmla="*/ 1128003 h 1209675"/>
                      <a:gd name="connsiteX8" fmla="*/ 904042 w 1106488"/>
                      <a:gd name="connsiteY8" fmla="*/ 1120775 h 1209675"/>
                      <a:gd name="connsiteX9" fmla="*/ 453245 w 1106488"/>
                      <a:gd name="connsiteY9" fmla="*/ 1120775 h 1209675"/>
                      <a:gd name="connsiteX10" fmla="*/ 650069 w 1106488"/>
                      <a:gd name="connsiteY10" fmla="*/ 1120775 h 1209675"/>
                      <a:gd name="connsiteX11" fmla="*/ 657226 w 1106488"/>
                      <a:gd name="connsiteY11" fmla="*/ 1128003 h 1209675"/>
                      <a:gd name="connsiteX12" fmla="*/ 657226 w 1106488"/>
                      <a:gd name="connsiteY12" fmla="*/ 1202447 h 1209675"/>
                      <a:gd name="connsiteX13" fmla="*/ 650069 w 1106488"/>
                      <a:gd name="connsiteY13" fmla="*/ 1209675 h 1209675"/>
                      <a:gd name="connsiteX14" fmla="*/ 453245 w 1106488"/>
                      <a:gd name="connsiteY14" fmla="*/ 1209675 h 1209675"/>
                      <a:gd name="connsiteX15" fmla="*/ 446088 w 1106488"/>
                      <a:gd name="connsiteY15" fmla="*/ 1202447 h 1209675"/>
                      <a:gd name="connsiteX16" fmla="*/ 446088 w 1106488"/>
                      <a:gd name="connsiteY16" fmla="*/ 1128003 h 1209675"/>
                      <a:gd name="connsiteX17" fmla="*/ 453245 w 1106488"/>
                      <a:gd name="connsiteY17" fmla="*/ 1120775 h 1209675"/>
                      <a:gd name="connsiteX18" fmla="*/ 7104 w 1106488"/>
                      <a:gd name="connsiteY18" fmla="*/ 1120775 h 1209675"/>
                      <a:gd name="connsiteX19" fmla="*/ 202447 w 1106488"/>
                      <a:gd name="connsiteY19" fmla="*/ 1120775 h 1209675"/>
                      <a:gd name="connsiteX20" fmla="*/ 209550 w 1106488"/>
                      <a:gd name="connsiteY20" fmla="*/ 1128003 h 1209675"/>
                      <a:gd name="connsiteX21" fmla="*/ 209550 w 1106488"/>
                      <a:gd name="connsiteY21" fmla="*/ 1202447 h 1209675"/>
                      <a:gd name="connsiteX22" fmla="*/ 202447 w 1106488"/>
                      <a:gd name="connsiteY22" fmla="*/ 1209675 h 1209675"/>
                      <a:gd name="connsiteX23" fmla="*/ 7104 w 1106488"/>
                      <a:gd name="connsiteY23" fmla="*/ 1209675 h 1209675"/>
                      <a:gd name="connsiteX24" fmla="*/ 0 w 1106488"/>
                      <a:gd name="connsiteY24" fmla="*/ 1202447 h 1209675"/>
                      <a:gd name="connsiteX25" fmla="*/ 0 w 1106488"/>
                      <a:gd name="connsiteY25" fmla="*/ 1128003 h 1209675"/>
                      <a:gd name="connsiteX26" fmla="*/ 7104 w 1106488"/>
                      <a:gd name="connsiteY26" fmla="*/ 1120775 h 1209675"/>
                      <a:gd name="connsiteX27" fmla="*/ 551667 w 1106488"/>
                      <a:gd name="connsiteY27" fmla="*/ 0 h 1209675"/>
                      <a:gd name="connsiteX28" fmla="*/ 769244 w 1106488"/>
                      <a:gd name="connsiteY28" fmla="*/ 220584 h 1209675"/>
                      <a:gd name="connsiteX29" fmla="*/ 768531 w 1106488"/>
                      <a:gd name="connsiteY29" fmla="*/ 262702 h 1209675"/>
                      <a:gd name="connsiteX30" fmla="*/ 784225 w 1106488"/>
                      <a:gd name="connsiteY30" fmla="*/ 310531 h 1209675"/>
                      <a:gd name="connsiteX31" fmla="*/ 764251 w 1106488"/>
                      <a:gd name="connsiteY31" fmla="*/ 322667 h 1209675"/>
                      <a:gd name="connsiteX32" fmla="*/ 756404 w 1106488"/>
                      <a:gd name="connsiteY32" fmla="*/ 326236 h 1209675"/>
                      <a:gd name="connsiteX33" fmla="*/ 754977 w 1106488"/>
                      <a:gd name="connsiteY33" fmla="*/ 326950 h 1209675"/>
                      <a:gd name="connsiteX34" fmla="*/ 729296 w 1106488"/>
                      <a:gd name="connsiteY34" fmla="*/ 333375 h 1209675"/>
                      <a:gd name="connsiteX35" fmla="*/ 717168 w 1106488"/>
                      <a:gd name="connsiteY35" fmla="*/ 330519 h 1209675"/>
                      <a:gd name="connsiteX36" fmla="*/ 477476 w 1106488"/>
                      <a:gd name="connsiteY36" fmla="*/ 174897 h 1209675"/>
                      <a:gd name="connsiteX37" fmla="*/ 469629 w 1106488"/>
                      <a:gd name="connsiteY37" fmla="*/ 174183 h 1209675"/>
                      <a:gd name="connsiteX38" fmla="*/ 431107 w 1106488"/>
                      <a:gd name="connsiteY38" fmla="*/ 185605 h 1209675"/>
                      <a:gd name="connsiteX39" fmla="*/ 357630 w 1106488"/>
                      <a:gd name="connsiteY39" fmla="*/ 309103 h 1209675"/>
                      <a:gd name="connsiteX40" fmla="*/ 350496 w 1106488"/>
                      <a:gd name="connsiteY40" fmla="*/ 314814 h 1209675"/>
                      <a:gd name="connsiteX41" fmla="*/ 345503 w 1106488"/>
                      <a:gd name="connsiteY41" fmla="*/ 311959 h 1209675"/>
                      <a:gd name="connsiteX42" fmla="*/ 343362 w 1106488"/>
                      <a:gd name="connsiteY42" fmla="*/ 309103 h 1209675"/>
                      <a:gd name="connsiteX43" fmla="*/ 333375 w 1106488"/>
                      <a:gd name="connsiteY43" fmla="*/ 220584 h 1209675"/>
                      <a:gd name="connsiteX44" fmla="*/ 551667 w 1106488"/>
                      <a:gd name="connsiteY44"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06488" h="1209675">
                        <a:moveTo>
                          <a:pt x="904042" y="1120775"/>
                        </a:moveTo>
                        <a:cubicBezTo>
                          <a:pt x="904042" y="1120775"/>
                          <a:pt x="904042" y="1120775"/>
                          <a:pt x="1099385" y="1120775"/>
                        </a:cubicBezTo>
                        <a:cubicBezTo>
                          <a:pt x="1103647" y="1120775"/>
                          <a:pt x="1106488" y="1124389"/>
                          <a:pt x="1106488" y="1128003"/>
                        </a:cubicBezTo>
                        <a:cubicBezTo>
                          <a:pt x="1106488" y="1128003"/>
                          <a:pt x="1106488" y="1128003"/>
                          <a:pt x="1106488" y="1202447"/>
                        </a:cubicBezTo>
                        <a:cubicBezTo>
                          <a:pt x="1106488" y="1206784"/>
                          <a:pt x="1103647" y="1209675"/>
                          <a:pt x="1099385" y="1209675"/>
                        </a:cubicBezTo>
                        <a:cubicBezTo>
                          <a:pt x="1099385" y="1209675"/>
                          <a:pt x="1099385" y="1209675"/>
                          <a:pt x="904042" y="1209675"/>
                        </a:cubicBezTo>
                        <a:cubicBezTo>
                          <a:pt x="899780" y="1209675"/>
                          <a:pt x="896938" y="1206784"/>
                          <a:pt x="896938" y="1202447"/>
                        </a:cubicBezTo>
                        <a:cubicBezTo>
                          <a:pt x="896938" y="1202447"/>
                          <a:pt x="896938" y="1202447"/>
                          <a:pt x="896938" y="1128003"/>
                        </a:cubicBezTo>
                        <a:cubicBezTo>
                          <a:pt x="896938" y="1124389"/>
                          <a:pt x="899780" y="1120775"/>
                          <a:pt x="904042" y="1120775"/>
                        </a:cubicBezTo>
                        <a:close/>
                        <a:moveTo>
                          <a:pt x="453245" y="1120775"/>
                        </a:moveTo>
                        <a:cubicBezTo>
                          <a:pt x="453245" y="1120775"/>
                          <a:pt x="453245" y="1120775"/>
                          <a:pt x="650069" y="1120775"/>
                        </a:cubicBezTo>
                        <a:cubicBezTo>
                          <a:pt x="654363" y="1120775"/>
                          <a:pt x="657226" y="1124389"/>
                          <a:pt x="657226" y="1128003"/>
                        </a:cubicBezTo>
                        <a:cubicBezTo>
                          <a:pt x="657226" y="1128003"/>
                          <a:pt x="657226" y="1128003"/>
                          <a:pt x="657226" y="1202447"/>
                        </a:cubicBezTo>
                        <a:cubicBezTo>
                          <a:pt x="657226" y="1206784"/>
                          <a:pt x="654363" y="1209675"/>
                          <a:pt x="650069" y="1209675"/>
                        </a:cubicBezTo>
                        <a:cubicBezTo>
                          <a:pt x="650069" y="1209675"/>
                          <a:pt x="650069" y="1209675"/>
                          <a:pt x="453245" y="1209675"/>
                        </a:cubicBezTo>
                        <a:cubicBezTo>
                          <a:pt x="448951" y="1209675"/>
                          <a:pt x="446088" y="1206784"/>
                          <a:pt x="446088" y="1202447"/>
                        </a:cubicBezTo>
                        <a:cubicBezTo>
                          <a:pt x="446088" y="1202447"/>
                          <a:pt x="446088" y="1202447"/>
                          <a:pt x="446088" y="1128003"/>
                        </a:cubicBezTo>
                        <a:cubicBezTo>
                          <a:pt x="446088" y="1124389"/>
                          <a:pt x="448951" y="1120775"/>
                          <a:pt x="453245" y="1120775"/>
                        </a:cubicBezTo>
                        <a:close/>
                        <a:moveTo>
                          <a:pt x="7104" y="1120775"/>
                        </a:moveTo>
                        <a:cubicBezTo>
                          <a:pt x="7104" y="1120775"/>
                          <a:pt x="7104" y="1120775"/>
                          <a:pt x="202447" y="1120775"/>
                        </a:cubicBezTo>
                        <a:cubicBezTo>
                          <a:pt x="206709" y="1120775"/>
                          <a:pt x="209550" y="1124389"/>
                          <a:pt x="209550" y="1128003"/>
                        </a:cubicBezTo>
                        <a:cubicBezTo>
                          <a:pt x="209550" y="1128003"/>
                          <a:pt x="209550" y="1128003"/>
                          <a:pt x="209550" y="1202447"/>
                        </a:cubicBezTo>
                        <a:cubicBezTo>
                          <a:pt x="209550" y="1206784"/>
                          <a:pt x="206709" y="1209675"/>
                          <a:pt x="202447" y="1209675"/>
                        </a:cubicBezTo>
                        <a:cubicBezTo>
                          <a:pt x="202447" y="1209675"/>
                          <a:pt x="202447" y="1209675"/>
                          <a:pt x="7104" y="1209675"/>
                        </a:cubicBezTo>
                        <a:cubicBezTo>
                          <a:pt x="2842" y="1209675"/>
                          <a:pt x="0" y="1206784"/>
                          <a:pt x="0" y="1202447"/>
                        </a:cubicBezTo>
                        <a:cubicBezTo>
                          <a:pt x="0" y="1202447"/>
                          <a:pt x="0" y="1202447"/>
                          <a:pt x="0" y="1128003"/>
                        </a:cubicBezTo>
                        <a:cubicBezTo>
                          <a:pt x="0" y="1124389"/>
                          <a:pt x="2842" y="1120775"/>
                          <a:pt x="7104" y="1120775"/>
                        </a:cubicBezTo>
                        <a:close/>
                        <a:moveTo>
                          <a:pt x="551667" y="0"/>
                        </a:moveTo>
                        <a:cubicBezTo>
                          <a:pt x="674366" y="0"/>
                          <a:pt x="769244" y="99227"/>
                          <a:pt x="769244" y="220584"/>
                        </a:cubicBezTo>
                        <a:cubicBezTo>
                          <a:pt x="769244" y="235575"/>
                          <a:pt x="769244" y="249139"/>
                          <a:pt x="768531" y="262702"/>
                        </a:cubicBezTo>
                        <a:cubicBezTo>
                          <a:pt x="767104" y="274838"/>
                          <a:pt x="771385" y="292685"/>
                          <a:pt x="784225" y="310531"/>
                        </a:cubicBezTo>
                        <a:cubicBezTo>
                          <a:pt x="784225" y="310531"/>
                          <a:pt x="775665" y="316242"/>
                          <a:pt x="764251" y="322667"/>
                        </a:cubicBezTo>
                        <a:cubicBezTo>
                          <a:pt x="762111" y="323381"/>
                          <a:pt x="759257" y="324808"/>
                          <a:pt x="756404" y="326236"/>
                        </a:cubicBezTo>
                        <a:cubicBezTo>
                          <a:pt x="755690" y="326236"/>
                          <a:pt x="755690" y="326236"/>
                          <a:pt x="754977" y="326950"/>
                        </a:cubicBezTo>
                        <a:cubicBezTo>
                          <a:pt x="746417" y="330519"/>
                          <a:pt x="737143" y="332661"/>
                          <a:pt x="729296" y="333375"/>
                        </a:cubicBezTo>
                        <a:cubicBezTo>
                          <a:pt x="725016" y="333375"/>
                          <a:pt x="720735" y="332661"/>
                          <a:pt x="717168" y="330519"/>
                        </a:cubicBezTo>
                        <a:cubicBezTo>
                          <a:pt x="693627" y="317670"/>
                          <a:pt x="600889" y="190602"/>
                          <a:pt x="477476" y="174897"/>
                        </a:cubicBezTo>
                        <a:cubicBezTo>
                          <a:pt x="474623" y="174183"/>
                          <a:pt x="471769" y="174183"/>
                          <a:pt x="469629" y="174183"/>
                        </a:cubicBezTo>
                        <a:cubicBezTo>
                          <a:pt x="456075" y="174183"/>
                          <a:pt x="442521" y="178466"/>
                          <a:pt x="431107" y="185605"/>
                        </a:cubicBezTo>
                        <a:cubicBezTo>
                          <a:pt x="382598" y="218443"/>
                          <a:pt x="371184" y="289115"/>
                          <a:pt x="357630" y="309103"/>
                        </a:cubicBezTo>
                        <a:cubicBezTo>
                          <a:pt x="355490" y="312673"/>
                          <a:pt x="352636" y="314814"/>
                          <a:pt x="350496" y="314814"/>
                        </a:cubicBezTo>
                        <a:cubicBezTo>
                          <a:pt x="349069" y="314814"/>
                          <a:pt x="346929" y="314101"/>
                          <a:pt x="345503" y="311959"/>
                        </a:cubicBezTo>
                        <a:cubicBezTo>
                          <a:pt x="344789" y="311245"/>
                          <a:pt x="344076" y="310531"/>
                          <a:pt x="343362" y="309103"/>
                        </a:cubicBezTo>
                        <a:cubicBezTo>
                          <a:pt x="336942" y="294112"/>
                          <a:pt x="333375" y="246283"/>
                          <a:pt x="333375" y="220584"/>
                        </a:cubicBezTo>
                        <a:cubicBezTo>
                          <a:pt x="333375" y="99227"/>
                          <a:pt x="428253" y="0"/>
                          <a:pt x="55166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grpSp>
      <p:grpSp>
        <p:nvGrpSpPr>
          <p:cNvPr id="43" name="Group 42">
            <a:extLst>
              <a:ext uri="{FF2B5EF4-FFF2-40B4-BE49-F238E27FC236}">
                <a16:creationId xmlns:a16="http://schemas.microsoft.com/office/drawing/2014/main" id="{EE07E4CD-1AD6-AC8A-DD48-7AECFF86E5F0}"/>
              </a:ext>
            </a:extLst>
          </p:cNvPr>
          <p:cNvGrpSpPr/>
          <p:nvPr/>
        </p:nvGrpSpPr>
        <p:grpSpPr>
          <a:xfrm>
            <a:off x="8935014" y="3557506"/>
            <a:ext cx="928001" cy="1014356"/>
            <a:chOff x="10477970" y="3308544"/>
            <a:chExt cx="1085381" cy="1186381"/>
          </a:xfrm>
        </p:grpSpPr>
        <p:sp>
          <p:nvSpPr>
            <p:cNvPr id="280" name="Trapezoid 279">
              <a:extLst>
                <a:ext uri="{FF2B5EF4-FFF2-40B4-BE49-F238E27FC236}">
                  <a16:creationId xmlns:a16="http://schemas.microsoft.com/office/drawing/2014/main" id="{1DD04E08-7452-C05B-80F4-57319B7AF6B6}"/>
                </a:ext>
              </a:extLst>
            </p:cNvPr>
            <p:cNvSpPr/>
            <p:nvPr/>
          </p:nvSpPr>
          <p:spPr>
            <a:xfrm rot="16200000" flipH="1">
              <a:off x="10717049" y="3069465"/>
              <a:ext cx="607224" cy="1085381"/>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281" name="Trapezoid 280">
              <a:extLst>
                <a:ext uri="{FF2B5EF4-FFF2-40B4-BE49-F238E27FC236}">
                  <a16:creationId xmlns:a16="http://schemas.microsoft.com/office/drawing/2014/main" id="{6EA0499D-4873-5A04-136C-F23A355E9CC4}"/>
                </a:ext>
              </a:extLst>
            </p:cNvPr>
            <p:cNvSpPr/>
            <p:nvPr/>
          </p:nvSpPr>
          <p:spPr>
            <a:xfrm rot="16200000" flipH="1">
              <a:off x="10717048" y="3648623"/>
              <a:ext cx="607225" cy="1085379"/>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283" name="TextBox 282">
              <a:extLst>
                <a:ext uri="{FF2B5EF4-FFF2-40B4-BE49-F238E27FC236}">
                  <a16:creationId xmlns:a16="http://schemas.microsoft.com/office/drawing/2014/main" id="{CB2F207D-1E37-E032-2A6E-51CBAEA0425E}"/>
                </a:ext>
              </a:extLst>
            </p:cNvPr>
            <p:cNvSpPr txBox="1"/>
            <p:nvPr/>
          </p:nvSpPr>
          <p:spPr>
            <a:xfrm>
              <a:off x="10911809" y="3481890"/>
              <a:ext cx="599145" cy="260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Celulosa</a:t>
              </a:r>
            </a:p>
          </p:txBody>
        </p:sp>
        <p:sp>
          <p:nvSpPr>
            <p:cNvPr id="284" name="TextBox 283">
              <a:extLst>
                <a:ext uri="{FF2B5EF4-FFF2-40B4-BE49-F238E27FC236}">
                  <a16:creationId xmlns:a16="http://schemas.microsoft.com/office/drawing/2014/main" id="{83877289-118A-3D96-673F-035EA439B5F6}"/>
                </a:ext>
              </a:extLst>
            </p:cNvPr>
            <p:cNvSpPr txBox="1"/>
            <p:nvPr/>
          </p:nvSpPr>
          <p:spPr>
            <a:xfrm>
              <a:off x="10911809" y="4025462"/>
              <a:ext cx="599145" cy="3316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Energía </a:t>
              </a:r>
            </a:p>
            <a:p>
              <a:pPr algn="ctr"/>
              <a:r>
                <a:rPr lang="es-CL" sz="1026">
                  <a:solidFill>
                    <a:schemeClr val="tx1"/>
                  </a:solidFill>
                </a:rPr>
                <a:t>eléctrica</a:t>
              </a:r>
            </a:p>
          </p:txBody>
        </p:sp>
        <p:grpSp>
          <p:nvGrpSpPr>
            <p:cNvPr id="288" name="Group 287">
              <a:extLst>
                <a:ext uri="{FF2B5EF4-FFF2-40B4-BE49-F238E27FC236}">
                  <a16:creationId xmlns:a16="http://schemas.microsoft.com/office/drawing/2014/main" id="{510D0E47-FCFC-A665-CF48-C9C7FE672006}"/>
                </a:ext>
              </a:extLst>
            </p:cNvPr>
            <p:cNvGrpSpPr>
              <a:grpSpLocks noChangeAspect="1"/>
            </p:cNvGrpSpPr>
            <p:nvPr/>
          </p:nvGrpSpPr>
          <p:grpSpPr>
            <a:xfrm>
              <a:off x="10623435" y="3526355"/>
              <a:ext cx="171598" cy="171598"/>
              <a:chOff x="982662" y="1847850"/>
              <a:chExt cx="269875" cy="269875"/>
            </a:xfrm>
          </p:grpSpPr>
          <p:sp>
            <p:nvSpPr>
              <p:cNvPr id="289" name="Oval 50">
                <a:extLst>
                  <a:ext uri="{FF2B5EF4-FFF2-40B4-BE49-F238E27FC236}">
                    <a16:creationId xmlns:a16="http://schemas.microsoft.com/office/drawing/2014/main" id="{C47C083C-5E1D-CFE1-C0F8-CE85298ECD17}"/>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90" name="Freeform 51">
                <a:extLst>
                  <a:ext uri="{FF2B5EF4-FFF2-40B4-BE49-F238E27FC236}">
                    <a16:creationId xmlns:a16="http://schemas.microsoft.com/office/drawing/2014/main" id="{8637B02F-BF4C-CE55-7DEC-A7F5A622ECCB}"/>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nvGrpSpPr>
            <p:cNvPr id="291" name="Group 290">
              <a:extLst>
                <a:ext uri="{FF2B5EF4-FFF2-40B4-BE49-F238E27FC236}">
                  <a16:creationId xmlns:a16="http://schemas.microsoft.com/office/drawing/2014/main" id="{BA456440-6B29-6674-AA25-062400F85697}"/>
                </a:ext>
              </a:extLst>
            </p:cNvPr>
            <p:cNvGrpSpPr>
              <a:grpSpLocks noChangeAspect="1"/>
            </p:cNvGrpSpPr>
            <p:nvPr/>
          </p:nvGrpSpPr>
          <p:grpSpPr>
            <a:xfrm>
              <a:off x="10623435" y="4105511"/>
              <a:ext cx="171598" cy="171598"/>
              <a:chOff x="982662" y="1847850"/>
              <a:chExt cx="269875" cy="269875"/>
            </a:xfrm>
          </p:grpSpPr>
          <p:sp>
            <p:nvSpPr>
              <p:cNvPr id="292" name="Oval 50">
                <a:extLst>
                  <a:ext uri="{FF2B5EF4-FFF2-40B4-BE49-F238E27FC236}">
                    <a16:creationId xmlns:a16="http://schemas.microsoft.com/office/drawing/2014/main" id="{A37B47EE-0EB8-BAFD-C99D-7EE2724CC3C5}"/>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93" name="Freeform 51">
                <a:extLst>
                  <a:ext uri="{FF2B5EF4-FFF2-40B4-BE49-F238E27FC236}">
                    <a16:creationId xmlns:a16="http://schemas.microsoft.com/office/drawing/2014/main" id="{8EFE5E69-6A8E-164A-189B-DF1FC0B36836}"/>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sp>
        <p:nvSpPr>
          <p:cNvPr id="183" name="TextBox 182">
            <a:extLst>
              <a:ext uri="{FF2B5EF4-FFF2-40B4-BE49-F238E27FC236}">
                <a16:creationId xmlns:a16="http://schemas.microsoft.com/office/drawing/2014/main" id="{5ABE9D59-BE4C-7B68-3FDB-8F8A7BB2AEBD}"/>
              </a:ext>
            </a:extLst>
          </p:cNvPr>
          <p:cNvSpPr txBox="1"/>
          <p:nvPr/>
        </p:nvSpPr>
        <p:spPr>
          <a:xfrm>
            <a:off x="3752357" y="3265712"/>
            <a:ext cx="5031339" cy="257250"/>
          </a:xfrm>
          <a:prstGeom prst="round2SameRect">
            <a:avLst>
              <a:gd name="adj1" fmla="val 22359"/>
              <a:gd name="adj2" fmla="val 0"/>
            </a:avLst>
          </a:prstGeom>
          <a:solidFill>
            <a:schemeClr val="bg2">
              <a:lumMod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de producción </a:t>
            </a:r>
          </a:p>
        </p:txBody>
      </p:sp>
      <p:sp>
        <p:nvSpPr>
          <p:cNvPr id="184" name="Rectangle: Rounded Corners 183">
            <a:extLst>
              <a:ext uri="{FF2B5EF4-FFF2-40B4-BE49-F238E27FC236}">
                <a16:creationId xmlns:a16="http://schemas.microsoft.com/office/drawing/2014/main" id="{0F957135-0781-6E53-F3C5-10C0EF8685B4}"/>
              </a:ext>
            </a:extLst>
          </p:cNvPr>
          <p:cNvSpPr/>
          <p:nvPr/>
        </p:nvSpPr>
        <p:spPr>
          <a:xfrm>
            <a:off x="3601039" y="3522962"/>
            <a:ext cx="5333975" cy="1083443"/>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9" name="Group 18">
            <a:extLst>
              <a:ext uri="{FF2B5EF4-FFF2-40B4-BE49-F238E27FC236}">
                <a16:creationId xmlns:a16="http://schemas.microsoft.com/office/drawing/2014/main" id="{008FE263-47E6-153B-2188-EE095E212A3A}"/>
              </a:ext>
            </a:extLst>
          </p:cNvPr>
          <p:cNvGrpSpPr/>
          <p:nvPr/>
        </p:nvGrpSpPr>
        <p:grpSpPr>
          <a:xfrm>
            <a:off x="2667787" y="3541538"/>
            <a:ext cx="933252" cy="1046293"/>
            <a:chOff x="629325" y="3276869"/>
            <a:chExt cx="1091523" cy="1223734"/>
          </a:xfrm>
        </p:grpSpPr>
        <p:sp>
          <p:nvSpPr>
            <p:cNvPr id="279" name="Trapezoid 278">
              <a:extLst>
                <a:ext uri="{FF2B5EF4-FFF2-40B4-BE49-F238E27FC236}">
                  <a16:creationId xmlns:a16="http://schemas.microsoft.com/office/drawing/2014/main" id="{667E49B1-70A9-0CF0-2F44-6F9969ADB95E}"/>
                </a:ext>
              </a:extLst>
            </p:cNvPr>
            <p:cNvSpPr/>
            <p:nvPr/>
          </p:nvSpPr>
          <p:spPr>
            <a:xfrm rot="5400000">
              <a:off x="563220" y="3342974"/>
              <a:ext cx="1223734" cy="1091523"/>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grpSp>
          <p:nvGrpSpPr>
            <p:cNvPr id="44" name="Group 43">
              <a:extLst>
                <a:ext uri="{FF2B5EF4-FFF2-40B4-BE49-F238E27FC236}">
                  <a16:creationId xmlns:a16="http://schemas.microsoft.com/office/drawing/2014/main" id="{020AA018-FBFD-EA39-53F9-84D0DD95D0F0}"/>
                </a:ext>
              </a:extLst>
            </p:cNvPr>
            <p:cNvGrpSpPr/>
            <p:nvPr/>
          </p:nvGrpSpPr>
          <p:grpSpPr>
            <a:xfrm>
              <a:off x="719399" y="3758471"/>
              <a:ext cx="824068" cy="260528"/>
              <a:chOff x="719399" y="3771469"/>
              <a:chExt cx="824068" cy="260528"/>
            </a:xfrm>
          </p:grpSpPr>
          <p:sp>
            <p:nvSpPr>
              <p:cNvPr id="282" name="TextBox 281">
                <a:extLst>
                  <a:ext uri="{FF2B5EF4-FFF2-40B4-BE49-F238E27FC236}">
                    <a16:creationId xmlns:a16="http://schemas.microsoft.com/office/drawing/2014/main" id="{D7C7852C-F66F-A28F-626C-F14E1EDC5839}"/>
                  </a:ext>
                </a:extLst>
              </p:cNvPr>
              <p:cNvSpPr txBox="1"/>
              <p:nvPr/>
            </p:nvSpPr>
            <p:spPr>
              <a:xfrm>
                <a:off x="719399" y="3771469"/>
                <a:ext cx="515661" cy="260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39091" rIns="0" bIns="39091" numCol="1" spcCol="0" rtlCol="0" fromWordArt="0" anchor="ctr" anchorCtr="0" forceAA="0" compatLnSpc="1">
                <a:prstTxWarp prst="textNoShape">
                  <a:avLst/>
                </a:prstTxWarp>
                <a:noAutofit/>
              </a:bodyPr>
              <a:lstStyle/>
              <a:p>
                <a:r>
                  <a:rPr lang="es-CL" sz="1026">
                    <a:solidFill>
                      <a:schemeClr val="tx1"/>
                    </a:solidFill>
                  </a:rPr>
                  <a:t>Madera</a:t>
                </a:r>
              </a:p>
            </p:txBody>
          </p:sp>
          <p:grpSp>
            <p:nvGrpSpPr>
              <p:cNvPr id="285" name="Group 284">
                <a:extLst>
                  <a:ext uri="{FF2B5EF4-FFF2-40B4-BE49-F238E27FC236}">
                    <a16:creationId xmlns:a16="http://schemas.microsoft.com/office/drawing/2014/main" id="{97BB7FF7-2481-AB36-613D-388E8DACBEBE}"/>
                  </a:ext>
                </a:extLst>
              </p:cNvPr>
              <p:cNvGrpSpPr>
                <a:grpSpLocks noChangeAspect="1"/>
              </p:cNvGrpSpPr>
              <p:nvPr/>
            </p:nvGrpSpPr>
            <p:grpSpPr>
              <a:xfrm>
                <a:off x="1371869" y="3815934"/>
                <a:ext cx="171598" cy="171598"/>
                <a:chOff x="982662" y="1847850"/>
                <a:chExt cx="269875" cy="269875"/>
              </a:xfrm>
            </p:grpSpPr>
            <p:sp>
              <p:nvSpPr>
                <p:cNvPr id="286" name="Oval 50">
                  <a:extLst>
                    <a:ext uri="{FF2B5EF4-FFF2-40B4-BE49-F238E27FC236}">
                      <a16:creationId xmlns:a16="http://schemas.microsoft.com/office/drawing/2014/main" id="{CCCB966B-BDB9-40D2-F335-4E45FEAE84D6}"/>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87" name="Freeform 51">
                  <a:extLst>
                    <a:ext uri="{FF2B5EF4-FFF2-40B4-BE49-F238E27FC236}">
                      <a16:creationId xmlns:a16="http://schemas.microsoft.com/office/drawing/2014/main" id="{32D18446-C9F4-C1C4-F82A-CA9729DCB12B}"/>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grpSp>
      <p:sp>
        <p:nvSpPr>
          <p:cNvPr id="41" name="Rectangle: Rounded Corners 186">
            <a:extLst>
              <a:ext uri="{FF2B5EF4-FFF2-40B4-BE49-F238E27FC236}">
                <a16:creationId xmlns:a16="http://schemas.microsoft.com/office/drawing/2014/main" id="{13B95501-CCF7-8785-8F6E-0D241ABF0ADF}"/>
              </a:ext>
            </a:extLst>
          </p:cNvPr>
          <p:cNvSpPr/>
          <p:nvPr/>
        </p:nvSpPr>
        <p:spPr>
          <a:xfrm>
            <a:off x="4736480" y="3625882"/>
            <a:ext cx="3380622" cy="405130"/>
          </a:xfrm>
          <a:prstGeom prst="roundRect">
            <a:avLst>
              <a:gd name="adj" fmla="val 5410"/>
            </a:avLst>
          </a:prstGeom>
          <a:solidFill>
            <a:srgbClr val="F2F2F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de Celulosa</a:t>
            </a:r>
          </a:p>
        </p:txBody>
      </p:sp>
      <p:sp>
        <p:nvSpPr>
          <p:cNvPr id="152" name="Oval 20">
            <a:extLst>
              <a:ext uri="{FF2B5EF4-FFF2-40B4-BE49-F238E27FC236}">
                <a16:creationId xmlns:a16="http://schemas.microsoft.com/office/drawing/2014/main" id="{E8934DD7-1E0D-BEA9-8238-3494E11CE64E}"/>
              </a:ext>
            </a:extLst>
          </p:cNvPr>
          <p:cNvSpPr>
            <a:spLocks noChangeAspect="1" noChangeArrowheads="1"/>
          </p:cNvSpPr>
          <p:nvPr/>
        </p:nvSpPr>
        <p:spPr bwMode="auto">
          <a:xfrm>
            <a:off x="4578086" y="3569437"/>
            <a:ext cx="195147" cy="195147"/>
          </a:xfrm>
          <a:prstGeom prst="ellipse">
            <a:avLst/>
          </a:prstGeom>
          <a:solidFill>
            <a:srgbClr val="6E6F73"/>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a:t>
            </a:r>
          </a:p>
        </p:txBody>
      </p:sp>
      <p:grpSp>
        <p:nvGrpSpPr>
          <p:cNvPr id="65" name="bcgIcons_Machine factory ">
            <a:extLst>
              <a:ext uri="{FF2B5EF4-FFF2-40B4-BE49-F238E27FC236}">
                <a16:creationId xmlns:a16="http://schemas.microsoft.com/office/drawing/2014/main" id="{9FC42EB7-0A4A-96CB-12AC-2CE866BE9A83}"/>
              </a:ext>
            </a:extLst>
          </p:cNvPr>
          <p:cNvGrpSpPr>
            <a:grpSpLocks noChangeAspect="1"/>
          </p:cNvGrpSpPr>
          <p:nvPr/>
        </p:nvGrpSpPr>
        <p:grpSpPr>
          <a:xfrm>
            <a:off x="4754114" y="3605788"/>
            <a:ext cx="447315" cy="429244"/>
            <a:chOff x="5273675" y="2606675"/>
            <a:chExt cx="1644650" cy="1644650"/>
          </a:xfrm>
        </p:grpSpPr>
        <p:sp>
          <p:nvSpPr>
            <p:cNvPr id="74" name="AutoShape 3">
              <a:extLst>
                <a:ext uri="{FF2B5EF4-FFF2-40B4-BE49-F238E27FC236}">
                  <a16:creationId xmlns:a16="http://schemas.microsoft.com/office/drawing/2014/main" id="{629D1ADE-1CF6-275C-7BB5-31823A36B2A2}"/>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75" name="Group 200">
              <a:extLst>
                <a:ext uri="{FF2B5EF4-FFF2-40B4-BE49-F238E27FC236}">
                  <a16:creationId xmlns:a16="http://schemas.microsoft.com/office/drawing/2014/main" id="{49038D72-6A95-3784-500E-D0E30BECB557}"/>
                </a:ext>
              </a:extLst>
            </p:cNvPr>
            <p:cNvGrpSpPr>
              <a:grpSpLocks/>
            </p:cNvGrpSpPr>
            <p:nvPr/>
          </p:nvGrpSpPr>
          <p:grpSpPr>
            <a:xfrm>
              <a:off x="5457824" y="2882900"/>
              <a:ext cx="1276352" cy="1092201"/>
              <a:chOff x="5457824" y="2882899"/>
              <a:chExt cx="1276352" cy="1092201"/>
            </a:xfrm>
          </p:grpSpPr>
          <p:sp>
            <p:nvSpPr>
              <p:cNvPr id="76" name="Freeform 5">
                <a:extLst>
                  <a:ext uri="{FF2B5EF4-FFF2-40B4-BE49-F238E27FC236}">
                    <a16:creationId xmlns:a16="http://schemas.microsoft.com/office/drawing/2014/main" id="{69F38805-BE7B-E133-DB93-7BA384FCF648}"/>
                  </a:ext>
                </a:extLst>
              </p:cNvPr>
              <p:cNvSpPr>
                <a:spLocks/>
              </p:cNvSpPr>
              <p:nvPr/>
            </p:nvSpPr>
            <p:spPr bwMode="auto">
              <a:xfrm>
                <a:off x="5522913" y="2943224"/>
                <a:ext cx="1211263" cy="1031876"/>
              </a:xfrm>
              <a:custGeom>
                <a:avLst/>
                <a:gdLst>
                  <a:gd name="connsiteX0" fmla="*/ 684028 w 1211263"/>
                  <a:gd name="connsiteY0" fmla="*/ 842963 h 1031876"/>
                  <a:gd name="connsiteX1" fmla="*/ 668337 w 1211263"/>
                  <a:gd name="connsiteY1" fmla="*/ 858838 h 1031876"/>
                  <a:gd name="connsiteX2" fmla="*/ 684028 w 1211263"/>
                  <a:gd name="connsiteY2" fmla="*/ 874713 h 1031876"/>
                  <a:gd name="connsiteX3" fmla="*/ 800284 w 1211263"/>
                  <a:gd name="connsiteY3" fmla="*/ 874713 h 1031876"/>
                  <a:gd name="connsiteX4" fmla="*/ 815975 w 1211263"/>
                  <a:gd name="connsiteY4" fmla="*/ 858838 h 1031876"/>
                  <a:gd name="connsiteX5" fmla="*/ 800284 w 1211263"/>
                  <a:gd name="connsiteY5" fmla="*/ 842963 h 1031876"/>
                  <a:gd name="connsiteX6" fmla="*/ 684028 w 1211263"/>
                  <a:gd name="connsiteY6" fmla="*/ 842963 h 1031876"/>
                  <a:gd name="connsiteX7" fmla="*/ 881063 w 1211263"/>
                  <a:gd name="connsiteY7" fmla="*/ 828675 h 1031876"/>
                  <a:gd name="connsiteX8" fmla="*/ 850900 w 1211263"/>
                  <a:gd name="connsiteY8" fmla="*/ 858044 h 1031876"/>
                  <a:gd name="connsiteX9" fmla="*/ 881063 w 1211263"/>
                  <a:gd name="connsiteY9" fmla="*/ 887413 h 1031876"/>
                  <a:gd name="connsiteX10" fmla="*/ 911226 w 1211263"/>
                  <a:gd name="connsiteY10" fmla="*/ 858044 h 1031876"/>
                  <a:gd name="connsiteX11" fmla="*/ 881063 w 1211263"/>
                  <a:gd name="connsiteY11" fmla="*/ 828675 h 1031876"/>
                  <a:gd name="connsiteX12" fmla="*/ 1027113 w 1211263"/>
                  <a:gd name="connsiteY12" fmla="*/ 782638 h 1031876"/>
                  <a:gd name="connsiteX13" fmla="*/ 952500 w 1211263"/>
                  <a:gd name="connsiteY13" fmla="*/ 857251 h 1031876"/>
                  <a:gd name="connsiteX14" fmla="*/ 1027113 w 1211263"/>
                  <a:gd name="connsiteY14" fmla="*/ 931864 h 1031876"/>
                  <a:gd name="connsiteX15" fmla="*/ 1101726 w 1211263"/>
                  <a:gd name="connsiteY15" fmla="*/ 857251 h 1031876"/>
                  <a:gd name="connsiteX16" fmla="*/ 1027113 w 1211263"/>
                  <a:gd name="connsiteY16" fmla="*/ 782638 h 1031876"/>
                  <a:gd name="connsiteX17" fmla="*/ 382940 w 1211263"/>
                  <a:gd name="connsiteY17" fmla="*/ 744538 h 1031876"/>
                  <a:gd name="connsiteX18" fmla="*/ 379412 w 1211263"/>
                  <a:gd name="connsiteY18" fmla="*/ 748146 h 1031876"/>
                  <a:gd name="connsiteX19" fmla="*/ 379412 w 1211263"/>
                  <a:gd name="connsiteY19" fmla="*/ 812368 h 1031876"/>
                  <a:gd name="connsiteX20" fmla="*/ 382940 w 1211263"/>
                  <a:gd name="connsiteY20" fmla="*/ 815976 h 1031876"/>
                  <a:gd name="connsiteX21" fmla="*/ 445734 w 1211263"/>
                  <a:gd name="connsiteY21" fmla="*/ 815976 h 1031876"/>
                  <a:gd name="connsiteX22" fmla="*/ 449262 w 1211263"/>
                  <a:gd name="connsiteY22" fmla="*/ 812368 h 1031876"/>
                  <a:gd name="connsiteX23" fmla="*/ 449262 w 1211263"/>
                  <a:gd name="connsiteY23" fmla="*/ 748146 h 1031876"/>
                  <a:gd name="connsiteX24" fmla="*/ 445734 w 1211263"/>
                  <a:gd name="connsiteY24" fmla="*/ 744538 h 1031876"/>
                  <a:gd name="connsiteX25" fmla="*/ 382940 w 1211263"/>
                  <a:gd name="connsiteY25" fmla="*/ 744538 h 1031876"/>
                  <a:gd name="connsiteX26" fmla="*/ 241653 w 1211263"/>
                  <a:gd name="connsiteY26" fmla="*/ 744538 h 1031876"/>
                  <a:gd name="connsiteX27" fmla="*/ 238125 w 1211263"/>
                  <a:gd name="connsiteY27" fmla="*/ 748146 h 1031876"/>
                  <a:gd name="connsiteX28" fmla="*/ 238125 w 1211263"/>
                  <a:gd name="connsiteY28" fmla="*/ 812368 h 1031876"/>
                  <a:gd name="connsiteX29" fmla="*/ 241653 w 1211263"/>
                  <a:gd name="connsiteY29" fmla="*/ 815976 h 1031876"/>
                  <a:gd name="connsiteX30" fmla="*/ 304447 w 1211263"/>
                  <a:gd name="connsiteY30" fmla="*/ 815976 h 1031876"/>
                  <a:gd name="connsiteX31" fmla="*/ 307975 w 1211263"/>
                  <a:gd name="connsiteY31" fmla="*/ 812368 h 1031876"/>
                  <a:gd name="connsiteX32" fmla="*/ 307975 w 1211263"/>
                  <a:gd name="connsiteY32" fmla="*/ 748146 h 1031876"/>
                  <a:gd name="connsiteX33" fmla="*/ 304447 w 1211263"/>
                  <a:gd name="connsiteY33" fmla="*/ 744538 h 1031876"/>
                  <a:gd name="connsiteX34" fmla="*/ 241653 w 1211263"/>
                  <a:gd name="connsiteY34" fmla="*/ 744538 h 1031876"/>
                  <a:gd name="connsiteX35" fmla="*/ 89253 w 1211263"/>
                  <a:gd name="connsiteY35" fmla="*/ 744538 h 1031876"/>
                  <a:gd name="connsiteX36" fmla="*/ 85725 w 1211263"/>
                  <a:gd name="connsiteY36" fmla="*/ 748146 h 1031876"/>
                  <a:gd name="connsiteX37" fmla="*/ 85725 w 1211263"/>
                  <a:gd name="connsiteY37" fmla="*/ 812368 h 1031876"/>
                  <a:gd name="connsiteX38" fmla="*/ 89253 w 1211263"/>
                  <a:gd name="connsiteY38" fmla="*/ 815976 h 1031876"/>
                  <a:gd name="connsiteX39" fmla="*/ 152047 w 1211263"/>
                  <a:gd name="connsiteY39" fmla="*/ 815976 h 1031876"/>
                  <a:gd name="connsiteX40" fmla="*/ 155575 w 1211263"/>
                  <a:gd name="connsiteY40" fmla="*/ 812368 h 1031876"/>
                  <a:gd name="connsiteX41" fmla="*/ 155575 w 1211263"/>
                  <a:gd name="connsiteY41" fmla="*/ 748146 h 1031876"/>
                  <a:gd name="connsiteX42" fmla="*/ 152047 w 1211263"/>
                  <a:gd name="connsiteY42" fmla="*/ 744538 h 1031876"/>
                  <a:gd name="connsiteX43" fmla="*/ 89253 w 1211263"/>
                  <a:gd name="connsiteY43" fmla="*/ 744538 h 1031876"/>
                  <a:gd name="connsiteX44" fmla="*/ 628336 w 1211263"/>
                  <a:gd name="connsiteY44" fmla="*/ 684213 h 1031876"/>
                  <a:gd name="connsiteX45" fmla="*/ 1036028 w 1211263"/>
                  <a:gd name="connsiteY45" fmla="*/ 684213 h 1031876"/>
                  <a:gd name="connsiteX46" fmla="*/ 1041749 w 1211263"/>
                  <a:gd name="connsiteY46" fmla="*/ 684213 h 1031876"/>
                  <a:gd name="connsiteX47" fmla="*/ 1211263 w 1211263"/>
                  <a:gd name="connsiteY47" fmla="*/ 858400 h 1031876"/>
                  <a:gd name="connsiteX48" fmla="*/ 1036028 w 1211263"/>
                  <a:gd name="connsiteY48" fmla="*/ 1031876 h 1031876"/>
                  <a:gd name="connsiteX49" fmla="*/ 625475 w 1211263"/>
                  <a:gd name="connsiteY49" fmla="*/ 1031876 h 1031876"/>
                  <a:gd name="connsiteX50" fmla="*/ 628336 w 1211263"/>
                  <a:gd name="connsiteY50" fmla="*/ 1016235 h 1031876"/>
                  <a:gd name="connsiteX51" fmla="*/ 628336 w 1211263"/>
                  <a:gd name="connsiteY51" fmla="*/ 684213 h 1031876"/>
                  <a:gd name="connsiteX52" fmla="*/ 415131 w 1211263"/>
                  <a:gd name="connsiteY52" fmla="*/ 184150 h 1031876"/>
                  <a:gd name="connsiteX53" fmla="*/ 379412 w 1211263"/>
                  <a:gd name="connsiteY53" fmla="*/ 219075 h 1031876"/>
                  <a:gd name="connsiteX54" fmla="*/ 415131 w 1211263"/>
                  <a:gd name="connsiteY54" fmla="*/ 254000 h 1031876"/>
                  <a:gd name="connsiteX55" fmla="*/ 450850 w 1211263"/>
                  <a:gd name="connsiteY55" fmla="*/ 219075 h 1031876"/>
                  <a:gd name="connsiteX56" fmla="*/ 415131 w 1211263"/>
                  <a:gd name="connsiteY56" fmla="*/ 184150 h 1031876"/>
                  <a:gd name="connsiteX57" fmla="*/ 273050 w 1211263"/>
                  <a:gd name="connsiteY57" fmla="*/ 184150 h 1031876"/>
                  <a:gd name="connsiteX58" fmla="*/ 238125 w 1211263"/>
                  <a:gd name="connsiteY58" fmla="*/ 219075 h 1031876"/>
                  <a:gd name="connsiteX59" fmla="*/ 273050 w 1211263"/>
                  <a:gd name="connsiteY59" fmla="*/ 254000 h 1031876"/>
                  <a:gd name="connsiteX60" fmla="*/ 307975 w 1211263"/>
                  <a:gd name="connsiteY60" fmla="*/ 219075 h 1031876"/>
                  <a:gd name="connsiteX61" fmla="*/ 273050 w 1211263"/>
                  <a:gd name="connsiteY61" fmla="*/ 184150 h 1031876"/>
                  <a:gd name="connsiteX62" fmla="*/ 120650 w 1211263"/>
                  <a:gd name="connsiteY62" fmla="*/ 184150 h 1031876"/>
                  <a:gd name="connsiteX63" fmla="*/ 85725 w 1211263"/>
                  <a:gd name="connsiteY63" fmla="*/ 219075 h 1031876"/>
                  <a:gd name="connsiteX64" fmla="*/ 120650 w 1211263"/>
                  <a:gd name="connsiteY64" fmla="*/ 254000 h 1031876"/>
                  <a:gd name="connsiteX65" fmla="*/ 155575 w 1211263"/>
                  <a:gd name="connsiteY65" fmla="*/ 219075 h 1031876"/>
                  <a:gd name="connsiteX66" fmla="*/ 120650 w 1211263"/>
                  <a:gd name="connsiteY66" fmla="*/ 184150 h 1031876"/>
                  <a:gd name="connsiteX67" fmla="*/ 99301 w 1211263"/>
                  <a:gd name="connsiteY67" fmla="*/ 74613 h 1031876"/>
                  <a:gd name="connsiteX68" fmla="*/ 85725 w 1211263"/>
                  <a:gd name="connsiteY68" fmla="*/ 90091 h 1031876"/>
                  <a:gd name="connsiteX69" fmla="*/ 85725 w 1211263"/>
                  <a:gd name="connsiteY69" fmla="*/ 121048 h 1031876"/>
                  <a:gd name="connsiteX70" fmla="*/ 99301 w 1211263"/>
                  <a:gd name="connsiteY70" fmla="*/ 136526 h 1031876"/>
                  <a:gd name="connsiteX71" fmla="*/ 436560 w 1211263"/>
                  <a:gd name="connsiteY71" fmla="*/ 136526 h 1031876"/>
                  <a:gd name="connsiteX72" fmla="*/ 450850 w 1211263"/>
                  <a:gd name="connsiteY72" fmla="*/ 121048 h 1031876"/>
                  <a:gd name="connsiteX73" fmla="*/ 450850 w 1211263"/>
                  <a:gd name="connsiteY73" fmla="*/ 90091 h 1031876"/>
                  <a:gd name="connsiteX74" fmla="*/ 436560 w 1211263"/>
                  <a:gd name="connsiteY74" fmla="*/ 74613 h 1031876"/>
                  <a:gd name="connsiteX75" fmla="*/ 99301 w 1211263"/>
                  <a:gd name="connsiteY75" fmla="*/ 74613 h 1031876"/>
                  <a:gd name="connsiteX76" fmla="*/ 930275 w 1211263"/>
                  <a:gd name="connsiteY76" fmla="*/ 31750 h 1031876"/>
                  <a:gd name="connsiteX77" fmla="*/ 902133 w 1211263"/>
                  <a:gd name="connsiteY77" fmla="*/ 48160 h 1031876"/>
                  <a:gd name="connsiteX78" fmla="*/ 898525 w 1211263"/>
                  <a:gd name="connsiteY78" fmla="*/ 63857 h 1031876"/>
                  <a:gd name="connsiteX79" fmla="*/ 902133 w 1211263"/>
                  <a:gd name="connsiteY79" fmla="*/ 79553 h 1031876"/>
                  <a:gd name="connsiteX80" fmla="*/ 914400 w 1211263"/>
                  <a:gd name="connsiteY80" fmla="*/ 90969 h 1031876"/>
                  <a:gd name="connsiteX81" fmla="*/ 930275 w 1211263"/>
                  <a:gd name="connsiteY81" fmla="*/ 95250 h 1031876"/>
                  <a:gd name="connsiteX82" fmla="*/ 946150 w 1211263"/>
                  <a:gd name="connsiteY82" fmla="*/ 90969 h 1031876"/>
                  <a:gd name="connsiteX83" fmla="*/ 962025 w 1211263"/>
                  <a:gd name="connsiteY83" fmla="*/ 63857 h 1031876"/>
                  <a:gd name="connsiteX84" fmla="*/ 930275 w 1211263"/>
                  <a:gd name="connsiteY84" fmla="*/ 31750 h 1031876"/>
                  <a:gd name="connsiteX85" fmla="*/ 0 w 1211263"/>
                  <a:gd name="connsiteY85" fmla="*/ 1588 h 1031876"/>
                  <a:gd name="connsiteX86" fmla="*/ 536575 w 1211263"/>
                  <a:gd name="connsiteY86" fmla="*/ 1588 h 1031876"/>
                  <a:gd name="connsiteX87" fmla="*/ 536575 w 1211263"/>
                  <a:gd name="connsiteY87" fmla="*/ 50830 h 1031876"/>
                  <a:gd name="connsiteX88" fmla="*/ 536575 w 1211263"/>
                  <a:gd name="connsiteY88" fmla="*/ 76521 h 1031876"/>
                  <a:gd name="connsiteX89" fmla="*/ 536575 w 1211263"/>
                  <a:gd name="connsiteY89" fmla="*/ 857251 h 1031876"/>
                  <a:gd name="connsiteX90" fmla="*/ 0 w 1211263"/>
                  <a:gd name="connsiteY90" fmla="*/ 857251 h 1031876"/>
                  <a:gd name="connsiteX91" fmla="*/ 0 w 1211263"/>
                  <a:gd name="connsiteY91" fmla="*/ 1588 h 1031876"/>
                  <a:gd name="connsiteX92" fmla="*/ 929508 w 1211263"/>
                  <a:gd name="connsiteY92" fmla="*/ 0 h 1031876"/>
                  <a:gd name="connsiteX93" fmla="*/ 992246 w 1211263"/>
                  <a:gd name="connsiteY93" fmla="*/ 63368 h 1031876"/>
                  <a:gd name="connsiteX94" fmla="*/ 945192 w 1211263"/>
                  <a:gd name="connsiteY94" fmla="*/ 123888 h 1031876"/>
                  <a:gd name="connsiteX95" fmla="*/ 945192 w 1211263"/>
                  <a:gd name="connsiteY95" fmla="*/ 249201 h 1031876"/>
                  <a:gd name="connsiteX96" fmla="*/ 975848 w 1211263"/>
                  <a:gd name="connsiteY96" fmla="*/ 249201 h 1031876"/>
                  <a:gd name="connsiteX97" fmla="*/ 990820 w 1211263"/>
                  <a:gd name="connsiteY97" fmla="*/ 259881 h 1031876"/>
                  <a:gd name="connsiteX98" fmla="*/ 1020050 w 1211263"/>
                  <a:gd name="connsiteY98" fmla="*/ 351017 h 1031876"/>
                  <a:gd name="connsiteX99" fmla="*/ 1019337 w 1211263"/>
                  <a:gd name="connsiteY99" fmla="*/ 363121 h 1031876"/>
                  <a:gd name="connsiteX100" fmla="*/ 990820 w 1211263"/>
                  <a:gd name="connsiteY100" fmla="*/ 420081 h 1031876"/>
                  <a:gd name="connsiteX101" fmla="*/ 976561 w 1211263"/>
                  <a:gd name="connsiteY101" fmla="*/ 428625 h 1031876"/>
                  <a:gd name="connsiteX102" fmla="*/ 970145 w 1211263"/>
                  <a:gd name="connsiteY102" fmla="*/ 427201 h 1031876"/>
                  <a:gd name="connsiteX103" fmla="*/ 963016 w 1211263"/>
                  <a:gd name="connsiteY103" fmla="*/ 405841 h 1031876"/>
                  <a:gd name="connsiteX104" fmla="*/ 987968 w 1211263"/>
                  <a:gd name="connsiteY104" fmla="*/ 354577 h 1031876"/>
                  <a:gd name="connsiteX105" fmla="*/ 964442 w 1211263"/>
                  <a:gd name="connsiteY105" fmla="*/ 280529 h 1031876"/>
                  <a:gd name="connsiteX106" fmla="*/ 929508 w 1211263"/>
                  <a:gd name="connsiteY106" fmla="*/ 280529 h 1031876"/>
                  <a:gd name="connsiteX107" fmla="*/ 894574 w 1211263"/>
                  <a:gd name="connsiteY107" fmla="*/ 280529 h 1031876"/>
                  <a:gd name="connsiteX108" fmla="*/ 871047 w 1211263"/>
                  <a:gd name="connsiteY108" fmla="*/ 354577 h 1031876"/>
                  <a:gd name="connsiteX109" fmla="*/ 896000 w 1211263"/>
                  <a:gd name="connsiteY109" fmla="*/ 405841 h 1031876"/>
                  <a:gd name="connsiteX110" fmla="*/ 888871 w 1211263"/>
                  <a:gd name="connsiteY110" fmla="*/ 427201 h 1031876"/>
                  <a:gd name="connsiteX111" fmla="*/ 882454 w 1211263"/>
                  <a:gd name="connsiteY111" fmla="*/ 428625 h 1031876"/>
                  <a:gd name="connsiteX112" fmla="*/ 868196 w 1211263"/>
                  <a:gd name="connsiteY112" fmla="*/ 420081 h 1031876"/>
                  <a:gd name="connsiteX113" fmla="*/ 839678 w 1211263"/>
                  <a:gd name="connsiteY113" fmla="*/ 363121 h 1031876"/>
                  <a:gd name="connsiteX114" fmla="*/ 838965 w 1211263"/>
                  <a:gd name="connsiteY114" fmla="*/ 351017 h 1031876"/>
                  <a:gd name="connsiteX115" fmla="*/ 868196 w 1211263"/>
                  <a:gd name="connsiteY115" fmla="*/ 259881 h 1031876"/>
                  <a:gd name="connsiteX116" fmla="*/ 883167 w 1211263"/>
                  <a:gd name="connsiteY116" fmla="*/ 249201 h 1031876"/>
                  <a:gd name="connsiteX117" fmla="*/ 913823 w 1211263"/>
                  <a:gd name="connsiteY117" fmla="*/ 249201 h 1031876"/>
                  <a:gd name="connsiteX118" fmla="*/ 913823 w 1211263"/>
                  <a:gd name="connsiteY118" fmla="*/ 123888 h 1031876"/>
                  <a:gd name="connsiteX119" fmla="*/ 868196 w 1211263"/>
                  <a:gd name="connsiteY119" fmla="*/ 79032 h 1031876"/>
                  <a:gd name="connsiteX120" fmla="*/ 628650 w 1211263"/>
                  <a:gd name="connsiteY120" fmla="*/ 79032 h 1031876"/>
                  <a:gd name="connsiteX121" fmla="*/ 628650 w 1211263"/>
                  <a:gd name="connsiteY121" fmla="*/ 47704 h 1031876"/>
                  <a:gd name="connsiteX122" fmla="*/ 868196 w 1211263"/>
                  <a:gd name="connsiteY122" fmla="*/ 47704 h 1031876"/>
                  <a:gd name="connsiteX123" fmla="*/ 929508 w 1211263"/>
                  <a:gd name="connsiteY123" fmla="*/ 0 h 1031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1263" h="1031876">
                    <a:moveTo>
                      <a:pt x="684028" y="842963"/>
                    </a:moveTo>
                    <a:cubicBezTo>
                      <a:pt x="675470" y="842963"/>
                      <a:pt x="668337" y="850179"/>
                      <a:pt x="668337" y="858838"/>
                    </a:cubicBezTo>
                    <a:cubicBezTo>
                      <a:pt x="668337" y="867497"/>
                      <a:pt x="675470" y="874713"/>
                      <a:pt x="684028" y="874713"/>
                    </a:cubicBezTo>
                    <a:cubicBezTo>
                      <a:pt x="684028" y="874713"/>
                      <a:pt x="684028" y="874713"/>
                      <a:pt x="800284" y="874713"/>
                    </a:cubicBezTo>
                    <a:cubicBezTo>
                      <a:pt x="808843" y="874713"/>
                      <a:pt x="815975" y="867497"/>
                      <a:pt x="815975" y="858838"/>
                    </a:cubicBezTo>
                    <a:cubicBezTo>
                      <a:pt x="815975" y="850179"/>
                      <a:pt x="808843" y="842963"/>
                      <a:pt x="800284" y="842963"/>
                    </a:cubicBezTo>
                    <a:cubicBezTo>
                      <a:pt x="800284" y="842963"/>
                      <a:pt x="800284" y="842963"/>
                      <a:pt x="684028" y="842963"/>
                    </a:cubicBezTo>
                    <a:close/>
                    <a:moveTo>
                      <a:pt x="881063" y="828675"/>
                    </a:moveTo>
                    <a:cubicBezTo>
                      <a:pt x="864404" y="828675"/>
                      <a:pt x="850900" y="841824"/>
                      <a:pt x="850900" y="858044"/>
                    </a:cubicBezTo>
                    <a:cubicBezTo>
                      <a:pt x="850900" y="874264"/>
                      <a:pt x="864404" y="887413"/>
                      <a:pt x="881063" y="887413"/>
                    </a:cubicBezTo>
                    <a:cubicBezTo>
                      <a:pt x="897722" y="887413"/>
                      <a:pt x="911226" y="874264"/>
                      <a:pt x="911226" y="858044"/>
                    </a:cubicBezTo>
                    <a:cubicBezTo>
                      <a:pt x="911226" y="841824"/>
                      <a:pt x="897722" y="828675"/>
                      <a:pt x="881063" y="828675"/>
                    </a:cubicBezTo>
                    <a:close/>
                    <a:moveTo>
                      <a:pt x="1027113" y="782638"/>
                    </a:moveTo>
                    <a:cubicBezTo>
                      <a:pt x="985905" y="782638"/>
                      <a:pt x="952500" y="816043"/>
                      <a:pt x="952500" y="857251"/>
                    </a:cubicBezTo>
                    <a:cubicBezTo>
                      <a:pt x="952500" y="898459"/>
                      <a:pt x="985905" y="931864"/>
                      <a:pt x="1027113" y="931864"/>
                    </a:cubicBezTo>
                    <a:cubicBezTo>
                      <a:pt x="1068321" y="931864"/>
                      <a:pt x="1101726" y="898459"/>
                      <a:pt x="1101726" y="857251"/>
                    </a:cubicBezTo>
                    <a:cubicBezTo>
                      <a:pt x="1101726" y="816043"/>
                      <a:pt x="1068321" y="782638"/>
                      <a:pt x="1027113" y="782638"/>
                    </a:cubicBezTo>
                    <a:close/>
                    <a:moveTo>
                      <a:pt x="382940" y="744538"/>
                    </a:moveTo>
                    <a:cubicBezTo>
                      <a:pt x="380823" y="744538"/>
                      <a:pt x="379412" y="745981"/>
                      <a:pt x="379412" y="748146"/>
                    </a:cubicBezTo>
                    <a:cubicBezTo>
                      <a:pt x="379412" y="748146"/>
                      <a:pt x="379412" y="748146"/>
                      <a:pt x="379412" y="812368"/>
                    </a:cubicBezTo>
                    <a:cubicBezTo>
                      <a:pt x="379412" y="814533"/>
                      <a:pt x="380823" y="815976"/>
                      <a:pt x="382940" y="815976"/>
                    </a:cubicBezTo>
                    <a:cubicBezTo>
                      <a:pt x="382940" y="815976"/>
                      <a:pt x="382940" y="815976"/>
                      <a:pt x="445734" y="815976"/>
                    </a:cubicBezTo>
                    <a:cubicBezTo>
                      <a:pt x="447851" y="815976"/>
                      <a:pt x="449262" y="814533"/>
                      <a:pt x="449262" y="812368"/>
                    </a:cubicBezTo>
                    <a:cubicBezTo>
                      <a:pt x="449262" y="812368"/>
                      <a:pt x="449262" y="812368"/>
                      <a:pt x="449262" y="748146"/>
                    </a:cubicBezTo>
                    <a:cubicBezTo>
                      <a:pt x="449262" y="745981"/>
                      <a:pt x="447851" y="744538"/>
                      <a:pt x="445734" y="744538"/>
                    </a:cubicBezTo>
                    <a:cubicBezTo>
                      <a:pt x="445734" y="744538"/>
                      <a:pt x="445734" y="744538"/>
                      <a:pt x="382940" y="744538"/>
                    </a:cubicBezTo>
                    <a:close/>
                    <a:moveTo>
                      <a:pt x="241653" y="744538"/>
                    </a:moveTo>
                    <a:cubicBezTo>
                      <a:pt x="239536" y="744538"/>
                      <a:pt x="238125" y="745981"/>
                      <a:pt x="238125" y="748146"/>
                    </a:cubicBezTo>
                    <a:cubicBezTo>
                      <a:pt x="238125" y="748146"/>
                      <a:pt x="238125" y="748146"/>
                      <a:pt x="238125" y="812368"/>
                    </a:cubicBezTo>
                    <a:cubicBezTo>
                      <a:pt x="238125" y="814533"/>
                      <a:pt x="239536" y="815976"/>
                      <a:pt x="241653" y="815976"/>
                    </a:cubicBezTo>
                    <a:cubicBezTo>
                      <a:pt x="241653" y="815976"/>
                      <a:pt x="241653" y="815976"/>
                      <a:pt x="304447" y="815976"/>
                    </a:cubicBezTo>
                    <a:cubicBezTo>
                      <a:pt x="305859" y="815976"/>
                      <a:pt x="307975" y="814533"/>
                      <a:pt x="307975" y="812368"/>
                    </a:cubicBezTo>
                    <a:cubicBezTo>
                      <a:pt x="307975" y="812368"/>
                      <a:pt x="307975" y="812368"/>
                      <a:pt x="307975" y="748146"/>
                    </a:cubicBezTo>
                    <a:cubicBezTo>
                      <a:pt x="307975" y="745981"/>
                      <a:pt x="305859" y="744538"/>
                      <a:pt x="304447" y="744538"/>
                    </a:cubicBezTo>
                    <a:cubicBezTo>
                      <a:pt x="304447" y="744538"/>
                      <a:pt x="304447" y="744538"/>
                      <a:pt x="241653" y="744538"/>
                    </a:cubicBezTo>
                    <a:close/>
                    <a:moveTo>
                      <a:pt x="89253" y="744538"/>
                    </a:moveTo>
                    <a:cubicBezTo>
                      <a:pt x="87136" y="744538"/>
                      <a:pt x="85725" y="745981"/>
                      <a:pt x="85725" y="748146"/>
                    </a:cubicBezTo>
                    <a:cubicBezTo>
                      <a:pt x="85725" y="748146"/>
                      <a:pt x="85725" y="748146"/>
                      <a:pt x="85725" y="812368"/>
                    </a:cubicBezTo>
                    <a:cubicBezTo>
                      <a:pt x="85725" y="814533"/>
                      <a:pt x="87136" y="815976"/>
                      <a:pt x="89253" y="815976"/>
                    </a:cubicBezTo>
                    <a:cubicBezTo>
                      <a:pt x="89253" y="815976"/>
                      <a:pt x="89253" y="815976"/>
                      <a:pt x="152047" y="815976"/>
                    </a:cubicBezTo>
                    <a:cubicBezTo>
                      <a:pt x="153459" y="815976"/>
                      <a:pt x="155575" y="814533"/>
                      <a:pt x="155575" y="812368"/>
                    </a:cubicBezTo>
                    <a:cubicBezTo>
                      <a:pt x="155575" y="812368"/>
                      <a:pt x="155575" y="812368"/>
                      <a:pt x="155575" y="748146"/>
                    </a:cubicBezTo>
                    <a:cubicBezTo>
                      <a:pt x="155575" y="745981"/>
                      <a:pt x="153459" y="744538"/>
                      <a:pt x="152047" y="744538"/>
                    </a:cubicBezTo>
                    <a:cubicBezTo>
                      <a:pt x="152047" y="744538"/>
                      <a:pt x="152047" y="744538"/>
                      <a:pt x="89253" y="744538"/>
                    </a:cubicBezTo>
                    <a:close/>
                    <a:moveTo>
                      <a:pt x="628336" y="684213"/>
                    </a:moveTo>
                    <a:cubicBezTo>
                      <a:pt x="628336" y="684213"/>
                      <a:pt x="628336" y="684213"/>
                      <a:pt x="1036028" y="684213"/>
                    </a:cubicBezTo>
                    <a:cubicBezTo>
                      <a:pt x="1038173" y="684213"/>
                      <a:pt x="1040319" y="684213"/>
                      <a:pt x="1041749" y="684213"/>
                    </a:cubicBezTo>
                    <a:cubicBezTo>
                      <a:pt x="1135447" y="687057"/>
                      <a:pt x="1211263" y="763841"/>
                      <a:pt x="1211263" y="858400"/>
                    </a:cubicBezTo>
                    <a:cubicBezTo>
                      <a:pt x="1211263" y="953670"/>
                      <a:pt x="1132586" y="1031876"/>
                      <a:pt x="1036028" y="1031876"/>
                    </a:cubicBezTo>
                    <a:cubicBezTo>
                      <a:pt x="1036028" y="1031876"/>
                      <a:pt x="1036028" y="1031876"/>
                      <a:pt x="625475" y="1031876"/>
                    </a:cubicBezTo>
                    <a:cubicBezTo>
                      <a:pt x="626906" y="1026899"/>
                      <a:pt x="628336" y="1021212"/>
                      <a:pt x="628336" y="1016235"/>
                    </a:cubicBezTo>
                    <a:cubicBezTo>
                      <a:pt x="628336" y="1016235"/>
                      <a:pt x="628336" y="1016235"/>
                      <a:pt x="628336" y="684213"/>
                    </a:cubicBezTo>
                    <a:close/>
                    <a:moveTo>
                      <a:pt x="415131" y="184150"/>
                    </a:moveTo>
                    <a:cubicBezTo>
                      <a:pt x="395404" y="184150"/>
                      <a:pt x="379412" y="199786"/>
                      <a:pt x="379412" y="219075"/>
                    </a:cubicBezTo>
                    <a:cubicBezTo>
                      <a:pt x="379412" y="238364"/>
                      <a:pt x="395404" y="254000"/>
                      <a:pt x="415131" y="254000"/>
                    </a:cubicBezTo>
                    <a:cubicBezTo>
                      <a:pt x="434858" y="254000"/>
                      <a:pt x="450850" y="238364"/>
                      <a:pt x="450850" y="219075"/>
                    </a:cubicBezTo>
                    <a:cubicBezTo>
                      <a:pt x="450850" y="199786"/>
                      <a:pt x="434858" y="184150"/>
                      <a:pt x="415131" y="184150"/>
                    </a:cubicBezTo>
                    <a:close/>
                    <a:moveTo>
                      <a:pt x="273050" y="184150"/>
                    </a:moveTo>
                    <a:cubicBezTo>
                      <a:pt x="253761" y="184150"/>
                      <a:pt x="238125" y="199786"/>
                      <a:pt x="238125" y="219075"/>
                    </a:cubicBezTo>
                    <a:cubicBezTo>
                      <a:pt x="238125" y="238364"/>
                      <a:pt x="253761" y="254000"/>
                      <a:pt x="273050" y="254000"/>
                    </a:cubicBezTo>
                    <a:cubicBezTo>
                      <a:pt x="292339" y="254000"/>
                      <a:pt x="307975" y="238364"/>
                      <a:pt x="307975" y="219075"/>
                    </a:cubicBezTo>
                    <a:cubicBezTo>
                      <a:pt x="307975" y="199786"/>
                      <a:pt x="292339" y="184150"/>
                      <a:pt x="273050" y="184150"/>
                    </a:cubicBezTo>
                    <a:close/>
                    <a:moveTo>
                      <a:pt x="120650" y="184150"/>
                    </a:moveTo>
                    <a:cubicBezTo>
                      <a:pt x="101361" y="184150"/>
                      <a:pt x="85725" y="199786"/>
                      <a:pt x="85725" y="219075"/>
                    </a:cubicBezTo>
                    <a:cubicBezTo>
                      <a:pt x="85725" y="238364"/>
                      <a:pt x="101361" y="254000"/>
                      <a:pt x="120650" y="254000"/>
                    </a:cubicBezTo>
                    <a:cubicBezTo>
                      <a:pt x="139939" y="254000"/>
                      <a:pt x="155575" y="238364"/>
                      <a:pt x="155575" y="219075"/>
                    </a:cubicBezTo>
                    <a:cubicBezTo>
                      <a:pt x="155575" y="199786"/>
                      <a:pt x="139939" y="184150"/>
                      <a:pt x="120650" y="184150"/>
                    </a:cubicBezTo>
                    <a:close/>
                    <a:moveTo>
                      <a:pt x="99301" y="74613"/>
                    </a:moveTo>
                    <a:cubicBezTo>
                      <a:pt x="91441" y="74613"/>
                      <a:pt x="85725" y="80945"/>
                      <a:pt x="85725" y="90091"/>
                    </a:cubicBezTo>
                    <a:cubicBezTo>
                      <a:pt x="85725" y="90091"/>
                      <a:pt x="85725" y="90091"/>
                      <a:pt x="85725" y="121048"/>
                    </a:cubicBezTo>
                    <a:cubicBezTo>
                      <a:pt x="85725" y="129491"/>
                      <a:pt x="91441" y="136526"/>
                      <a:pt x="99301" y="136526"/>
                    </a:cubicBezTo>
                    <a:cubicBezTo>
                      <a:pt x="99301" y="136526"/>
                      <a:pt x="99301" y="136526"/>
                      <a:pt x="436560" y="136526"/>
                    </a:cubicBezTo>
                    <a:cubicBezTo>
                      <a:pt x="444419" y="136526"/>
                      <a:pt x="450850" y="129491"/>
                      <a:pt x="450850" y="121048"/>
                    </a:cubicBezTo>
                    <a:cubicBezTo>
                      <a:pt x="450850" y="121048"/>
                      <a:pt x="450850" y="121048"/>
                      <a:pt x="450850" y="90091"/>
                    </a:cubicBezTo>
                    <a:cubicBezTo>
                      <a:pt x="450850" y="80945"/>
                      <a:pt x="444419" y="74613"/>
                      <a:pt x="436560" y="74613"/>
                    </a:cubicBezTo>
                    <a:cubicBezTo>
                      <a:pt x="436560" y="74613"/>
                      <a:pt x="436560" y="74613"/>
                      <a:pt x="99301" y="74613"/>
                    </a:cubicBezTo>
                    <a:close/>
                    <a:moveTo>
                      <a:pt x="930275" y="31750"/>
                    </a:moveTo>
                    <a:cubicBezTo>
                      <a:pt x="918008" y="31750"/>
                      <a:pt x="907906" y="38171"/>
                      <a:pt x="902133" y="48160"/>
                    </a:cubicBezTo>
                    <a:cubicBezTo>
                      <a:pt x="899968" y="52441"/>
                      <a:pt x="898525" y="58149"/>
                      <a:pt x="898525" y="63857"/>
                    </a:cubicBezTo>
                    <a:cubicBezTo>
                      <a:pt x="898525" y="69565"/>
                      <a:pt x="899968" y="74559"/>
                      <a:pt x="902133" y="79553"/>
                    </a:cubicBezTo>
                    <a:cubicBezTo>
                      <a:pt x="905020" y="83834"/>
                      <a:pt x="909349" y="88115"/>
                      <a:pt x="914400" y="90969"/>
                    </a:cubicBezTo>
                    <a:cubicBezTo>
                      <a:pt x="918730" y="93823"/>
                      <a:pt x="924503" y="95250"/>
                      <a:pt x="930275" y="95250"/>
                    </a:cubicBezTo>
                    <a:cubicBezTo>
                      <a:pt x="936048" y="95250"/>
                      <a:pt x="941099" y="93823"/>
                      <a:pt x="946150" y="90969"/>
                    </a:cubicBezTo>
                    <a:cubicBezTo>
                      <a:pt x="955531" y="85261"/>
                      <a:pt x="962025" y="75273"/>
                      <a:pt x="962025" y="63857"/>
                    </a:cubicBezTo>
                    <a:cubicBezTo>
                      <a:pt x="962025" y="46020"/>
                      <a:pt x="947593" y="31750"/>
                      <a:pt x="930275" y="31750"/>
                    </a:cubicBezTo>
                    <a:close/>
                    <a:moveTo>
                      <a:pt x="0" y="1588"/>
                    </a:moveTo>
                    <a:cubicBezTo>
                      <a:pt x="0" y="1588"/>
                      <a:pt x="0" y="1588"/>
                      <a:pt x="536575" y="1588"/>
                    </a:cubicBezTo>
                    <a:cubicBezTo>
                      <a:pt x="536575" y="1588"/>
                      <a:pt x="536575" y="1588"/>
                      <a:pt x="536575" y="50830"/>
                    </a:cubicBezTo>
                    <a:cubicBezTo>
                      <a:pt x="536575" y="50830"/>
                      <a:pt x="536575" y="50830"/>
                      <a:pt x="536575" y="76521"/>
                    </a:cubicBezTo>
                    <a:cubicBezTo>
                      <a:pt x="536575" y="76521"/>
                      <a:pt x="536575" y="76521"/>
                      <a:pt x="536575" y="857251"/>
                    </a:cubicBezTo>
                    <a:cubicBezTo>
                      <a:pt x="536575" y="857251"/>
                      <a:pt x="536575" y="857251"/>
                      <a:pt x="0" y="857251"/>
                    </a:cubicBezTo>
                    <a:cubicBezTo>
                      <a:pt x="0" y="857251"/>
                      <a:pt x="0" y="857251"/>
                      <a:pt x="0" y="1588"/>
                    </a:cubicBezTo>
                    <a:close/>
                    <a:moveTo>
                      <a:pt x="929508" y="0"/>
                    </a:moveTo>
                    <a:cubicBezTo>
                      <a:pt x="964442" y="0"/>
                      <a:pt x="992246" y="28480"/>
                      <a:pt x="992246" y="63368"/>
                    </a:cubicBezTo>
                    <a:cubicBezTo>
                      <a:pt x="992246" y="92560"/>
                      <a:pt x="972284" y="116768"/>
                      <a:pt x="945192" y="123888"/>
                    </a:cubicBezTo>
                    <a:cubicBezTo>
                      <a:pt x="945192" y="123888"/>
                      <a:pt x="945192" y="123888"/>
                      <a:pt x="945192" y="249201"/>
                    </a:cubicBezTo>
                    <a:cubicBezTo>
                      <a:pt x="945192" y="249201"/>
                      <a:pt x="945192" y="249201"/>
                      <a:pt x="975848" y="249201"/>
                    </a:cubicBezTo>
                    <a:cubicBezTo>
                      <a:pt x="982978" y="249201"/>
                      <a:pt x="988681" y="253473"/>
                      <a:pt x="990820" y="259881"/>
                    </a:cubicBezTo>
                    <a:cubicBezTo>
                      <a:pt x="990820" y="259881"/>
                      <a:pt x="990820" y="259881"/>
                      <a:pt x="1020050" y="351017"/>
                    </a:cubicBezTo>
                    <a:cubicBezTo>
                      <a:pt x="1020763" y="355289"/>
                      <a:pt x="1020763" y="358849"/>
                      <a:pt x="1019337" y="363121"/>
                    </a:cubicBezTo>
                    <a:cubicBezTo>
                      <a:pt x="1019337" y="363121"/>
                      <a:pt x="1019337" y="363121"/>
                      <a:pt x="990820" y="420081"/>
                    </a:cubicBezTo>
                    <a:cubicBezTo>
                      <a:pt x="987968" y="425065"/>
                      <a:pt x="982978" y="428625"/>
                      <a:pt x="976561" y="428625"/>
                    </a:cubicBezTo>
                    <a:cubicBezTo>
                      <a:pt x="974423" y="428625"/>
                      <a:pt x="972284" y="427913"/>
                      <a:pt x="970145" y="427201"/>
                    </a:cubicBezTo>
                    <a:cubicBezTo>
                      <a:pt x="962303" y="422929"/>
                      <a:pt x="958738" y="413673"/>
                      <a:pt x="963016" y="405841"/>
                    </a:cubicBezTo>
                    <a:cubicBezTo>
                      <a:pt x="963016" y="405841"/>
                      <a:pt x="963016" y="405841"/>
                      <a:pt x="987968" y="354577"/>
                    </a:cubicBezTo>
                    <a:cubicBezTo>
                      <a:pt x="987968" y="354577"/>
                      <a:pt x="987968" y="354577"/>
                      <a:pt x="964442" y="280529"/>
                    </a:cubicBezTo>
                    <a:cubicBezTo>
                      <a:pt x="964442" y="280529"/>
                      <a:pt x="964442" y="280529"/>
                      <a:pt x="929508" y="280529"/>
                    </a:cubicBezTo>
                    <a:cubicBezTo>
                      <a:pt x="929508" y="280529"/>
                      <a:pt x="929508" y="280529"/>
                      <a:pt x="894574" y="280529"/>
                    </a:cubicBezTo>
                    <a:cubicBezTo>
                      <a:pt x="894574" y="280529"/>
                      <a:pt x="894574" y="280529"/>
                      <a:pt x="871047" y="354577"/>
                    </a:cubicBezTo>
                    <a:cubicBezTo>
                      <a:pt x="871047" y="354577"/>
                      <a:pt x="871047" y="354577"/>
                      <a:pt x="896000" y="405841"/>
                    </a:cubicBezTo>
                    <a:cubicBezTo>
                      <a:pt x="900278" y="413673"/>
                      <a:pt x="896713" y="422929"/>
                      <a:pt x="888871" y="427201"/>
                    </a:cubicBezTo>
                    <a:cubicBezTo>
                      <a:pt x="886732" y="427913"/>
                      <a:pt x="884593" y="428625"/>
                      <a:pt x="882454" y="428625"/>
                    </a:cubicBezTo>
                    <a:cubicBezTo>
                      <a:pt x="876038" y="428625"/>
                      <a:pt x="871047" y="425065"/>
                      <a:pt x="868196" y="420081"/>
                    </a:cubicBezTo>
                    <a:cubicBezTo>
                      <a:pt x="868196" y="420081"/>
                      <a:pt x="868196" y="420081"/>
                      <a:pt x="839678" y="363121"/>
                    </a:cubicBezTo>
                    <a:cubicBezTo>
                      <a:pt x="838252" y="358849"/>
                      <a:pt x="837540" y="355289"/>
                      <a:pt x="838965" y="351017"/>
                    </a:cubicBezTo>
                    <a:cubicBezTo>
                      <a:pt x="838965" y="351017"/>
                      <a:pt x="838965" y="351017"/>
                      <a:pt x="868196" y="259881"/>
                    </a:cubicBezTo>
                    <a:cubicBezTo>
                      <a:pt x="869622" y="253473"/>
                      <a:pt x="876038" y="249201"/>
                      <a:pt x="883167" y="249201"/>
                    </a:cubicBezTo>
                    <a:cubicBezTo>
                      <a:pt x="883167" y="249201"/>
                      <a:pt x="883167" y="249201"/>
                      <a:pt x="913823" y="249201"/>
                    </a:cubicBezTo>
                    <a:cubicBezTo>
                      <a:pt x="913823" y="249201"/>
                      <a:pt x="913823" y="249201"/>
                      <a:pt x="913823" y="123888"/>
                    </a:cubicBezTo>
                    <a:cubicBezTo>
                      <a:pt x="891722" y="118192"/>
                      <a:pt x="873899" y="101104"/>
                      <a:pt x="868196" y="79032"/>
                    </a:cubicBezTo>
                    <a:cubicBezTo>
                      <a:pt x="868196" y="79032"/>
                      <a:pt x="868196" y="79032"/>
                      <a:pt x="628650" y="79032"/>
                    </a:cubicBezTo>
                    <a:cubicBezTo>
                      <a:pt x="628650" y="79032"/>
                      <a:pt x="628650" y="79032"/>
                      <a:pt x="628650" y="47704"/>
                    </a:cubicBezTo>
                    <a:cubicBezTo>
                      <a:pt x="628650" y="47704"/>
                      <a:pt x="628650" y="47704"/>
                      <a:pt x="868196" y="47704"/>
                    </a:cubicBezTo>
                    <a:cubicBezTo>
                      <a:pt x="875325" y="19936"/>
                      <a:pt x="900278" y="0"/>
                      <a:pt x="929508"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77" name="Freeform 6">
                <a:extLst>
                  <a:ext uri="{FF2B5EF4-FFF2-40B4-BE49-F238E27FC236}">
                    <a16:creationId xmlns:a16="http://schemas.microsoft.com/office/drawing/2014/main" id="{382C2A73-D0BD-3327-CCD3-4DDF70A8A253}"/>
                  </a:ext>
                </a:extLst>
              </p:cNvPr>
              <p:cNvSpPr>
                <a:spLocks/>
              </p:cNvSpPr>
              <p:nvPr/>
            </p:nvSpPr>
            <p:spPr bwMode="auto">
              <a:xfrm>
                <a:off x="5457824" y="2882899"/>
                <a:ext cx="1135064" cy="1092200"/>
              </a:xfrm>
              <a:custGeom>
                <a:avLst/>
                <a:gdLst>
                  <a:gd name="connsiteX0" fmla="*/ 31750 w 1135064"/>
                  <a:gd name="connsiteY0" fmla="*/ 981075 h 1092200"/>
                  <a:gd name="connsiteX1" fmla="*/ 31750 w 1135064"/>
                  <a:gd name="connsiteY1" fmla="*/ 1062038 h 1092200"/>
                  <a:gd name="connsiteX2" fmla="*/ 601107 w 1135064"/>
                  <a:gd name="connsiteY2" fmla="*/ 1062038 h 1092200"/>
                  <a:gd name="connsiteX3" fmla="*/ 631825 w 1135064"/>
                  <a:gd name="connsiteY3" fmla="*/ 1062038 h 1092200"/>
                  <a:gd name="connsiteX4" fmla="*/ 631825 w 1135064"/>
                  <a:gd name="connsiteY4" fmla="*/ 981075 h 1092200"/>
                  <a:gd name="connsiteX5" fmla="*/ 601107 w 1135064"/>
                  <a:gd name="connsiteY5" fmla="*/ 981075 h 1092200"/>
                  <a:gd name="connsiteX6" fmla="*/ 31750 w 1135064"/>
                  <a:gd name="connsiteY6" fmla="*/ 981075 h 1092200"/>
                  <a:gd name="connsiteX7" fmla="*/ 1092201 w 1135064"/>
                  <a:gd name="connsiteY7" fmla="*/ 876300 h 1092200"/>
                  <a:gd name="connsiteX8" fmla="*/ 1135064 w 1135064"/>
                  <a:gd name="connsiteY8" fmla="*/ 919163 h 1092200"/>
                  <a:gd name="connsiteX9" fmla="*/ 1092201 w 1135064"/>
                  <a:gd name="connsiteY9" fmla="*/ 962026 h 1092200"/>
                  <a:gd name="connsiteX10" fmla="*/ 1049338 w 1135064"/>
                  <a:gd name="connsiteY10" fmla="*/ 919163 h 1092200"/>
                  <a:gd name="connsiteX11" fmla="*/ 1092201 w 1135064"/>
                  <a:gd name="connsiteY11" fmla="*/ 876300 h 1092200"/>
                  <a:gd name="connsiteX12" fmla="*/ 880894 w 1135064"/>
                  <a:gd name="connsiteY12" fmla="*/ 544513 h 1092200"/>
                  <a:gd name="connsiteX13" fmla="*/ 1105070 w 1135064"/>
                  <a:gd name="connsiteY13" fmla="*/ 544513 h 1092200"/>
                  <a:gd name="connsiteX14" fmla="*/ 1120776 w 1135064"/>
                  <a:gd name="connsiteY14" fmla="*/ 560281 h 1092200"/>
                  <a:gd name="connsiteX15" fmla="*/ 1120776 w 1135064"/>
                  <a:gd name="connsiteY15" fmla="*/ 698608 h 1092200"/>
                  <a:gd name="connsiteX16" fmla="*/ 1110067 w 1135064"/>
                  <a:gd name="connsiteY16" fmla="*/ 713659 h 1092200"/>
                  <a:gd name="connsiteX17" fmla="*/ 1105070 w 1135064"/>
                  <a:gd name="connsiteY17" fmla="*/ 714376 h 1092200"/>
                  <a:gd name="connsiteX18" fmla="*/ 880894 w 1135064"/>
                  <a:gd name="connsiteY18" fmla="*/ 714376 h 1092200"/>
                  <a:gd name="connsiteX19" fmla="*/ 875183 w 1135064"/>
                  <a:gd name="connsiteY19" fmla="*/ 713659 h 1092200"/>
                  <a:gd name="connsiteX20" fmla="*/ 865188 w 1135064"/>
                  <a:gd name="connsiteY20" fmla="*/ 698608 h 1092200"/>
                  <a:gd name="connsiteX21" fmla="*/ 865188 w 1135064"/>
                  <a:gd name="connsiteY21" fmla="*/ 560281 h 1092200"/>
                  <a:gd name="connsiteX22" fmla="*/ 880894 w 1135064"/>
                  <a:gd name="connsiteY22" fmla="*/ 544513 h 1092200"/>
                  <a:gd name="connsiteX23" fmla="*/ 693738 w 1135064"/>
                  <a:gd name="connsiteY23" fmla="*/ 544513 h 1092200"/>
                  <a:gd name="connsiteX24" fmla="*/ 814619 w 1135064"/>
                  <a:gd name="connsiteY24" fmla="*/ 544513 h 1092200"/>
                  <a:gd name="connsiteX25" fmla="*/ 830263 w 1135064"/>
                  <a:gd name="connsiteY25" fmla="*/ 560281 h 1092200"/>
                  <a:gd name="connsiteX26" fmla="*/ 830263 w 1135064"/>
                  <a:gd name="connsiteY26" fmla="*/ 698608 h 1092200"/>
                  <a:gd name="connsiteX27" fmla="*/ 820308 w 1135064"/>
                  <a:gd name="connsiteY27" fmla="*/ 713659 h 1092200"/>
                  <a:gd name="connsiteX28" fmla="*/ 814619 w 1135064"/>
                  <a:gd name="connsiteY28" fmla="*/ 714376 h 1092200"/>
                  <a:gd name="connsiteX29" fmla="*/ 693738 w 1135064"/>
                  <a:gd name="connsiteY29" fmla="*/ 714376 h 1092200"/>
                  <a:gd name="connsiteX30" fmla="*/ 693738 w 1135064"/>
                  <a:gd name="connsiteY30" fmla="*/ 713659 h 1092200"/>
                  <a:gd name="connsiteX31" fmla="*/ 693738 w 1135064"/>
                  <a:gd name="connsiteY31" fmla="*/ 544513 h 1092200"/>
                  <a:gd name="connsiteX32" fmla="*/ 31750 w 1135064"/>
                  <a:gd name="connsiteY32" fmla="*/ 30163 h 1092200"/>
                  <a:gd name="connsiteX33" fmla="*/ 31750 w 1135064"/>
                  <a:gd name="connsiteY33" fmla="*/ 949326 h 1092200"/>
                  <a:gd name="connsiteX34" fmla="*/ 601107 w 1135064"/>
                  <a:gd name="connsiteY34" fmla="*/ 949326 h 1092200"/>
                  <a:gd name="connsiteX35" fmla="*/ 631825 w 1135064"/>
                  <a:gd name="connsiteY35" fmla="*/ 949326 h 1092200"/>
                  <a:gd name="connsiteX36" fmla="*/ 631825 w 1135064"/>
                  <a:gd name="connsiteY36" fmla="*/ 713643 h 1092200"/>
                  <a:gd name="connsiteX37" fmla="*/ 631825 w 1135064"/>
                  <a:gd name="connsiteY37" fmla="*/ 139434 h 1092200"/>
                  <a:gd name="connsiteX38" fmla="*/ 631825 w 1135064"/>
                  <a:gd name="connsiteY38" fmla="*/ 108010 h 1092200"/>
                  <a:gd name="connsiteX39" fmla="*/ 631825 w 1135064"/>
                  <a:gd name="connsiteY39" fmla="*/ 30163 h 1092200"/>
                  <a:gd name="connsiteX40" fmla="*/ 31750 w 1135064"/>
                  <a:gd name="connsiteY40" fmla="*/ 30163 h 1092200"/>
                  <a:gd name="connsiteX41" fmla="*/ 14301 w 1135064"/>
                  <a:gd name="connsiteY41" fmla="*/ 0 h 1092200"/>
                  <a:gd name="connsiteX42" fmla="*/ 15732 w 1135064"/>
                  <a:gd name="connsiteY42" fmla="*/ 0 h 1092200"/>
                  <a:gd name="connsiteX43" fmla="*/ 647844 w 1135064"/>
                  <a:gd name="connsiteY43" fmla="*/ 0 h 1092200"/>
                  <a:gd name="connsiteX44" fmla="*/ 649274 w 1135064"/>
                  <a:gd name="connsiteY44" fmla="*/ 0 h 1092200"/>
                  <a:gd name="connsiteX45" fmla="*/ 663575 w 1135064"/>
                  <a:gd name="connsiteY45" fmla="*/ 15684 h 1092200"/>
                  <a:gd name="connsiteX46" fmla="*/ 663575 w 1135064"/>
                  <a:gd name="connsiteY46" fmla="*/ 109078 h 1092200"/>
                  <a:gd name="connsiteX47" fmla="*/ 663575 w 1135064"/>
                  <a:gd name="connsiteY47" fmla="*/ 140446 h 1092200"/>
                  <a:gd name="connsiteX48" fmla="*/ 663575 w 1135064"/>
                  <a:gd name="connsiteY48" fmla="*/ 543961 h 1092200"/>
                  <a:gd name="connsiteX49" fmla="*/ 663575 w 1135064"/>
                  <a:gd name="connsiteY49" fmla="*/ 713637 h 1092200"/>
                  <a:gd name="connsiteX50" fmla="*/ 663575 w 1135064"/>
                  <a:gd name="connsiteY50" fmla="*/ 714350 h 1092200"/>
                  <a:gd name="connsiteX51" fmla="*/ 663575 w 1135064"/>
                  <a:gd name="connsiteY51" fmla="*/ 745006 h 1092200"/>
                  <a:gd name="connsiteX52" fmla="*/ 663575 w 1135064"/>
                  <a:gd name="connsiteY52" fmla="*/ 1076516 h 1092200"/>
                  <a:gd name="connsiteX53" fmla="*/ 649989 w 1135064"/>
                  <a:gd name="connsiteY53" fmla="*/ 1091487 h 1092200"/>
                  <a:gd name="connsiteX54" fmla="*/ 647844 w 1135064"/>
                  <a:gd name="connsiteY54" fmla="*/ 1092200 h 1092200"/>
                  <a:gd name="connsiteX55" fmla="*/ 601365 w 1135064"/>
                  <a:gd name="connsiteY55" fmla="*/ 1092200 h 1092200"/>
                  <a:gd name="connsiteX56" fmla="*/ 15732 w 1135064"/>
                  <a:gd name="connsiteY56" fmla="*/ 1092200 h 1092200"/>
                  <a:gd name="connsiteX57" fmla="*/ 12871 w 1135064"/>
                  <a:gd name="connsiteY57" fmla="*/ 1091487 h 1092200"/>
                  <a:gd name="connsiteX58" fmla="*/ 0 w 1135064"/>
                  <a:gd name="connsiteY58" fmla="*/ 1076516 h 1092200"/>
                  <a:gd name="connsiteX59" fmla="*/ 0 w 1135064"/>
                  <a:gd name="connsiteY59" fmla="*/ 980271 h 1092200"/>
                  <a:gd name="connsiteX60" fmla="*/ 0 w 1135064"/>
                  <a:gd name="connsiteY60" fmla="*/ 948902 h 1092200"/>
                  <a:gd name="connsiteX61" fmla="*/ 0 w 1135064"/>
                  <a:gd name="connsiteY61" fmla="*/ 15684 h 1092200"/>
                  <a:gd name="connsiteX62" fmla="*/ 14301 w 1135064"/>
                  <a:gd name="connsiteY62"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5064" h="1092200">
                    <a:moveTo>
                      <a:pt x="31750" y="981075"/>
                    </a:moveTo>
                    <a:cubicBezTo>
                      <a:pt x="31750" y="981075"/>
                      <a:pt x="31750" y="981075"/>
                      <a:pt x="31750" y="1062038"/>
                    </a:cubicBezTo>
                    <a:cubicBezTo>
                      <a:pt x="31750" y="1062038"/>
                      <a:pt x="31750" y="1062038"/>
                      <a:pt x="601107" y="1062038"/>
                    </a:cubicBezTo>
                    <a:cubicBezTo>
                      <a:pt x="601107" y="1062038"/>
                      <a:pt x="601107" y="1062038"/>
                      <a:pt x="631825" y="1062038"/>
                    </a:cubicBezTo>
                    <a:cubicBezTo>
                      <a:pt x="631825" y="1062038"/>
                      <a:pt x="631825" y="1062038"/>
                      <a:pt x="631825" y="981075"/>
                    </a:cubicBezTo>
                    <a:cubicBezTo>
                      <a:pt x="631825" y="981075"/>
                      <a:pt x="631825" y="981075"/>
                      <a:pt x="601107" y="981075"/>
                    </a:cubicBezTo>
                    <a:cubicBezTo>
                      <a:pt x="601107" y="981075"/>
                      <a:pt x="601107" y="981075"/>
                      <a:pt x="31750" y="981075"/>
                    </a:cubicBezTo>
                    <a:close/>
                    <a:moveTo>
                      <a:pt x="1092201" y="876300"/>
                    </a:moveTo>
                    <a:cubicBezTo>
                      <a:pt x="1115874" y="876300"/>
                      <a:pt x="1135064" y="895490"/>
                      <a:pt x="1135064" y="919163"/>
                    </a:cubicBezTo>
                    <a:cubicBezTo>
                      <a:pt x="1135064" y="942836"/>
                      <a:pt x="1115874" y="962026"/>
                      <a:pt x="1092201" y="962026"/>
                    </a:cubicBezTo>
                    <a:cubicBezTo>
                      <a:pt x="1068528" y="962026"/>
                      <a:pt x="1049338" y="942836"/>
                      <a:pt x="1049338" y="919163"/>
                    </a:cubicBezTo>
                    <a:cubicBezTo>
                      <a:pt x="1049338" y="895490"/>
                      <a:pt x="1068528" y="876300"/>
                      <a:pt x="1092201" y="876300"/>
                    </a:cubicBezTo>
                    <a:close/>
                    <a:moveTo>
                      <a:pt x="880894" y="544513"/>
                    </a:moveTo>
                    <a:cubicBezTo>
                      <a:pt x="880894" y="544513"/>
                      <a:pt x="880894" y="544513"/>
                      <a:pt x="1105070" y="544513"/>
                    </a:cubicBezTo>
                    <a:cubicBezTo>
                      <a:pt x="1113637" y="544513"/>
                      <a:pt x="1120776" y="551680"/>
                      <a:pt x="1120776" y="560281"/>
                    </a:cubicBezTo>
                    <a:cubicBezTo>
                      <a:pt x="1120776" y="560281"/>
                      <a:pt x="1120776" y="560281"/>
                      <a:pt x="1120776" y="698608"/>
                    </a:cubicBezTo>
                    <a:cubicBezTo>
                      <a:pt x="1120776" y="705775"/>
                      <a:pt x="1116493" y="711509"/>
                      <a:pt x="1110067" y="713659"/>
                    </a:cubicBezTo>
                    <a:cubicBezTo>
                      <a:pt x="1108639" y="714376"/>
                      <a:pt x="1107212" y="714376"/>
                      <a:pt x="1105070" y="714376"/>
                    </a:cubicBezTo>
                    <a:cubicBezTo>
                      <a:pt x="1105070" y="714376"/>
                      <a:pt x="1105070" y="714376"/>
                      <a:pt x="880894" y="714376"/>
                    </a:cubicBezTo>
                    <a:cubicBezTo>
                      <a:pt x="878752" y="714376"/>
                      <a:pt x="876611" y="714376"/>
                      <a:pt x="875183" y="713659"/>
                    </a:cubicBezTo>
                    <a:cubicBezTo>
                      <a:pt x="869471" y="711509"/>
                      <a:pt x="865188" y="705775"/>
                      <a:pt x="865188" y="698608"/>
                    </a:cubicBezTo>
                    <a:cubicBezTo>
                      <a:pt x="865188" y="698608"/>
                      <a:pt x="865188" y="698608"/>
                      <a:pt x="865188" y="560281"/>
                    </a:cubicBezTo>
                    <a:cubicBezTo>
                      <a:pt x="865188" y="551680"/>
                      <a:pt x="872327" y="544513"/>
                      <a:pt x="880894" y="544513"/>
                    </a:cubicBezTo>
                    <a:close/>
                    <a:moveTo>
                      <a:pt x="693738" y="544513"/>
                    </a:moveTo>
                    <a:cubicBezTo>
                      <a:pt x="693738" y="544513"/>
                      <a:pt x="693738" y="544513"/>
                      <a:pt x="814619" y="544513"/>
                    </a:cubicBezTo>
                    <a:cubicBezTo>
                      <a:pt x="823152" y="544513"/>
                      <a:pt x="830263" y="551680"/>
                      <a:pt x="830263" y="560281"/>
                    </a:cubicBezTo>
                    <a:cubicBezTo>
                      <a:pt x="830263" y="560281"/>
                      <a:pt x="830263" y="560281"/>
                      <a:pt x="830263" y="698608"/>
                    </a:cubicBezTo>
                    <a:cubicBezTo>
                      <a:pt x="830263" y="705775"/>
                      <a:pt x="825996" y="711509"/>
                      <a:pt x="820308" y="713659"/>
                    </a:cubicBezTo>
                    <a:cubicBezTo>
                      <a:pt x="818175" y="714376"/>
                      <a:pt x="816752" y="714376"/>
                      <a:pt x="814619" y="714376"/>
                    </a:cubicBezTo>
                    <a:cubicBezTo>
                      <a:pt x="814619" y="714376"/>
                      <a:pt x="814619" y="714376"/>
                      <a:pt x="693738" y="714376"/>
                    </a:cubicBezTo>
                    <a:cubicBezTo>
                      <a:pt x="693738" y="714376"/>
                      <a:pt x="693738" y="714376"/>
                      <a:pt x="693738" y="713659"/>
                    </a:cubicBezTo>
                    <a:cubicBezTo>
                      <a:pt x="693738" y="713659"/>
                      <a:pt x="693738" y="713659"/>
                      <a:pt x="693738" y="544513"/>
                    </a:cubicBezTo>
                    <a:close/>
                    <a:moveTo>
                      <a:pt x="31750" y="30163"/>
                    </a:moveTo>
                    <a:cubicBezTo>
                      <a:pt x="31750" y="30163"/>
                      <a:pt x="31750" y="30163"/>
                      <a:pt x="31750" y="949326"/>
                    </a:cubicBezTo>
                    <a:cubicBezTo>
                      <a:pt x="31750" y="949326"/>
                      <a:pt x="31750" y="949326"/>
                      <a:pt x="601107" y="949326"/>
                    </a:cubicBezTo>
                    <a:cubicBezTo>
                      <a:pt x="601107" y="949326"/>
                      <a:pt x="601107" y="949326"/>
                      <a:pt x="631825" y="949326"/>
                    </a:cubicBezTo>
                    <a:cubicBezTo>
                      <a:pt x="631825" y="949326"/>
                      <a:pt x="631825" y="949326"/>
                      <a:pt x="631825" y="713643"/>
                    </a:cubicBezTo>
                    <a:cubicBezTo>
                      <a:pt x="631825" y="713643"/>
                      <a:pt x="631825" y="713643"/>
                      <a:pt x="631825" y="139434"/>
                    </a:cubicBezTo>
                    <a:cubicBezTo>
                      <a:pt x="631825" y="139434"/>
                      <a:pt x="631825" y="139434"/>
                      <a:pt x="631825" y="108010"/>
                    </a:cubicBezTo>
                    <a:cubicBezTo>
                      <a:pt x="631825" y="108010"/>
                      <a:pt x="631825" y="108010"/>
                      <a:pt x="631825" y="30163"/>
                    </a:cubicBezTo>
                    <a:cubicBezTo>
                      <a:pt x="631825" y="30163"/>
                      <a:pt x="631825" y="30163"/>
                      <a:pt x="31750" y="30163"/>
                    </a:cubicBezTo>
                    <a:close/>
                    <a:moveTo>
                      <a:pt x="14301" y="0"/>
                    </a:moveTo>
                    <a:cubicBezTo>
                      <a:pt x="14301" y="0"/>
                      <a:pt x="15016" y="0"/>
                      <a:pt x="15732" y="0"/>
                    </a:cubicBezTo>
                    <a:cubicBezTo>
                      <a:pt x="15732" y="0"/>
                      <a:pt x="15732" y="0"/>
                      <a:pt x="647844" y="0"/>
                    </a:cubicBezTo>
                    <a:cubicBezTo>
                      <a:pt x="648559" y="0"/>
                      <a:pt x="648559" y="0"/>
                      <a:pt x="649274" y="0"/>
                    </a:cubicBezTo>
                    <a:cubicBezTo>
                      <a:pt x="657140" y="1426"/>
                      <a:pt x="663575" y="7842"/>
                      <a:pt x="663575" y="15684"/>
                    </a:cubicBezTo>
                    <a:cubicBezTo>
                      <a:pt x="663575" y="15684"/>
                      <a:pt x="663575" y="15684"/>
                      <a:pt x="663575" y="109078"/>
                    </a:cubicBezTo>
                    <a:cubicBezTo>
                      <a:pt x="663575" y="109078"/>
                      <a:pt x="663575" y="109078"/>
                      <a:pt x="663575" y="140446"/>
                    </a:cubicBezTo>
                    <a:cubicBezTo>
                      <a:pt x="663575" y="140446"/>
                      <a:pt x="663575" y="140446"/>
                      <a:pt x="663575" y="543961"/>
                    </a:cubicBezTo>
                    <a:cubicBezTo>
                      <a:pt x="663575" y="543961"/>
                      <a:pt x="663575" y="543961"/>
                      <a:pt x="663575" y="713637"/>
                    </a:cubicBezTo>
                    <a:cubicBezTo>
                      <a:pt x="663575" y="713637"/>
                      <a:pt x="663575" y="713637"/>
                      <a:pt x="663575" y="714350"/>
                    </a:cubicBezTo>
                    <a:cubicBezTo>
                      <a:pt x="663575" y="714350"/>
                      <a:pt x="663575" y="714350"/>
                      <a:pt x="663575" y="745006"/>
                    </a:cubicBezTo>
                    <a:cubicBezTo>
                      <a:pt x="663575" y="745006"/>
                      <a:pt x="663575" y="745006"/>
                      <a:pt x="663575" y="1076516"/>
                    </a:cubicBezTo>
                    <a:cubicBezTo>
                      <a:pt x="663575" y="1084358"/>
                      <a:pt x="657855" y="1090774"/>
                      <a:pt x="649989" y="1091487"/>
                    </a:cubicBezTo>
                    <a:cubicBezTo>
                      <a:pt x="649274" y="1092200"/>
                      <a:pt x="648559" y="1092200"/>
                      <a:pt x="647844" y="1092200"/>
                    </a:cubicBezTo>
                    <a:cubicBezTo>
                      <a:pt x="647844" y="1092200"/>
                      <a:pt x="647844" y="1092200"/>
                      <a:pt x="601365" y="1092200"/>
                    </a:cubicBezTo>
                    <a:cubicBezTo>
                      <a:pt x="601365" y="1092200"/>
                      <a:pt x="601365" y="1092200"/>
                      <a:pt x="15732" y="1092200"/>
                    </a:cubicBezTo>
                    <a:cubicBezTo>
                      <a:pt x="15016" y="1092200"/>
                      <a:pt x="14301" y="1092200"/>
                      <a:pt x="12871" y="1091487"/>
                    </a:cubicBezTo>
                    <a:cubicBezTo>
                      <a:pt x="5721" y="1090774"/>
                      <a:pt x="0" y="1084358"/>
                      <a:pt x="0" y="1076516"/>
                    </a:cubicBezTo>
                    <a:cubicBezTo>
                      <a:pt x="0" y="1076516"/>
                      <a:pt x="0" y="1076516"/>
                      <a:pt x="0" y="980271"/>
                    </a:cubicBezTo>
                    <a:cubicBezTo>
                      <a:pt x="0" y="980271"/>
                      <a:pt x="0" y="980271"/>
                      <a:pt x="0" y="948902"/>
                    </a:cubicBezTo>
                    <a:cubicBezTo>
                      <a:pt x="0" y="948902"/>
                      <a:pt x="0" y="948902"/>
                      <a:pt x="0" y="15684"/>
                    </a:cubicBezTo>
                    <a:cubicBezTo>
                      <a:pt x="0" y="7842"/>
                      <a:pt x="6436" y="1426"/>
                      <a:pt x="14301"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nvGrpSpPr>
          <p:cNvPr id="157" name="Grupo 156">
            <a:extLst>
              <a:ext uri="{FF2B5EF4-FFF2-40B4-BE49-F238E27FC236}">
                <a16:creationId xmlns:a16="http://schemas.microsoft.com/office/drawing/2014/main" id="{36266793-B317-4711-B58D-947F06D7D1EF}"/>
              </a:ext>
            </a:extLst>
          </p:cNvPr>
          <p:cNvGrpSpPr/>
          <p:nvPr/>
        </p:nvGrpSpPr>
        <p:grpSpPr>
          <a:xfrm>
            <a:off x="4575028" y="4054360"/>
            <a:ext cx="3542074" cy="483455"/>
            <a:chOff x="3648049" y="3876661"/>
            <a:chExt cx="4142777" cy="565444"/>
          </a:xfrm>
        </p:grpSpPr>
        <p:sp>
          <p:nvSpPr>
            <p:cNvPr id="40" name="Rectangle: Rounded Corners 184">
              <a:extLst>
                <a:ext uri="{FF2B5EF4-FFF2-40B4-BE49-F238E27FC236}">
                  <a16:creationId xmlns:a16="http://schemas.microsoft.com/office/drawing/2014/main" id="{17338616-A282-DB03-CFF1-D7D898202647}"/>
                </a:ext>
              </a:extLst>
            </p:cNvPr>
            <p:cNvSpPr/>
            <p:nvPr/>
          </p:nvSpPr>
          <p:spPr>
            <a:xfrm>
              <a:off x="3836882" y="3952306"/>
              <a:ext cx="3953944" cy="478575"/>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y distribución de Energía</a:t>
              </a:r>
            </a:p>
          </p:txBody>
        </p:sp>
        <p:grpSp>
          <p:nvGrpSpPr>
            <p:cNvPr id="60" name="bcgIcons_Efficient Light Bulb ">
              <a:extLst>
                <a:ext uri="{FF2B5EF4-FFF2-40B4-BE49-F238E27FC236}">
                  <a16:creationId xmlns:a16="http://schemas.microsoft.com/office/drawing/2014/main" id="{D246DAEF-D075-836F-5AD7-E717E86E006C}"/>
                </a:ext>
              </a:extLst>
            </p:cNvPr>
            <p:cNvGrpSpPr>
              <a:grpSpLocks noChangeAspect="1"/>
            </p:cNvGrpSpPr>
            <p:nvPr/>
          </p:nvGrpSpPr>
          <p:grpSpPr>
            <a:xfrm>
              <a:off x="3810923" y="3914516"/>
              <a:ext cx="613453" cy="527589"/>
              <a:chOff x="5273675" y="2606675"/>
              <a:chExt cx="1644650" cy="1644650"/>
            </a:xfrm>
          </p:grpSpPr>
          <p:sp>
            <p:nvSpPr>
              <p:cNvPr id="61" name="AutoShape 3">
                <a:extLst>
                  <a:ext uri="{FF2B5EF4-FFF2-40B4-BE49-F238E27FC236}">
                    <a16:creationId xmlns:a16="http://schemas.microsoft.com/office/drawing/2014/main" id="{DF40754D-A46E-438C-AAB8-39BA4C200821}"/>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62" name="Group 189">
                <a:extLst>
                  <a:ext uri="{FF2B5EF4-FFF2-40B4-BE49-F238E27FC236}">
                    <a16:creationId xmlns:a16="http://schemas.microsoft.com/office/drawing/2014/main" id="{69E3FFDF-238F-C2DD-5145-0704C0791277}"/>
                  </a:ext>
                </a:extLst>
              </p:cNvPr>
              <p:cNvGrpSpPr>
                <a:grpSpLocks/>
              </p:cNvGrpSpPr>
              <p:nvPr/>
            </p:nvGrpSpPr>
            <p:grpSpPr>
              <a:xfrm>
                <a:off x="5724524" y="2778125"/>
                <a:ext cx="744538" cy="1303338"/>
                <a:chOff x="5724524" y="2778125"/>
                <a:chExt cx="744538" cy="1303338"/>
              </a:xfrm>
            </p:grpSpPr>
            <p:sp>
              <p:nvSpPr>
                <p:cNvPr id="63" name="Freeform 8">
                  <a:extLst>
                    <a:ext uri="{FF2B5EF4-FFF2-40B4-BE49-F238E27FC236}">
                      <a16:creationId xmlns:a16="http://schemas.microsoft.com/office/drawing/2014/main" id="{5540987E-71AA-54B7-EBD7-A4C46443763D}"/>
                    </a:ext>
                  </a:extLst>
                </p:cNvPr>
                <p:cNvSpPr>
                  <a:spLocks/>
                </p:cNvSpPr>
                <p:nvPr/>
              </p:nvSpPr>
              <p:spPr bwMode="auto">
                <a:xfrm>
                  <a:off x="5784851" y="2836864"/>
                  <a:ext cx="623889" cy="727075"/>
                </a:xfrm>
                <a:custGeom>
                  <a:avLst/>
                  <a:gdLst>
                    <a:gd name="T0" fmla="*/ 436 w 872"/>
                    <a:gd name="T1" fmla="*/ 0 h 1018"/>
                    <a:gd name="T2" fmla="*/ 0 w 872"/>
                    <a:gd name="T3" fmla="*/ 437 h 1018"/>
                    <a:gd name="T4" fmla="*/ 105 w 872"/>
                    <a:gd name="T5" fmla="*/ 721 h 1018"/>
                    <a:gd name="T6" fmla="*/ 261 w 872"/>
                    <a:gd name="T7" fmla="*/ 1018 h 1018"/>
                    <a:gd name="T8" fmla="*/ 414 w 872"/>
                    <a:gd name="T9" fmla="*/ 1018 h 1018"/>
                    <a:gd name="T10" fmla="*/ 414 w 872"/>
                    <a:gd name="T11" fmla="*/ 899 h 1018"/>
                    <a:gd name="T12" fmla="*/ 420 w 872"/>
                    <a:gd name="T13" fmla="*/ 884 h 1018"/>
                    <a:gd name="T14" fmla="*/ 524 w 872"/>
                    <a:gd name="T15" fmla="*/ 772 h 1018"/>
                    <a:gd name="T16" fmla="*/ 369 w 872"/>
                    <a:gd name="T17" fmla="*/ 772 h 1018"/>
                    <a:gd name="T18" fmla="*/ 348 w 872"/>
                    <a:gd name="T19" fmla="*/ 759 h 1018"/>
                    <a:gd name="T20" fmla="*/ 353 w 872"/>
                    <a:gd name="T21" fmla="*/ 735 h 1018"/>
                    <a:gd name="T22" fmla="*/ 480 w 872"/>
                    <a:gd name="T23" fmla="*/ 602 h 1018"/>
                    <a:gd name="T24" fmla="*/ 353 w 872"/>
                    <a:gd name="T25" fmla="*/ 602 h 1018"/>
                    <a:gd name="T26" fmla="*/ 333 w 872"/>
                    <a:gd name="T27" fmla="*/ 589 h 1018"/>
                    <a:gd name="T28" fmla="*/ 337 w 872"/>
                    <a:gd name="T29" fmla="*/ 565 h 1018"/>
                    <a:gd name="T30" fmla="*/ 507 w 872"/>
                    <a:gd name="T31" fmla="*/ 369 h 1018"/>
                    <a:gd name="T32" fmla="*/ 538 w 872"/>
                    <a:gd name="T33" fmla="*/ 367 h 1018"/>
                    <a:gd name="T34" fmla="*/ 540 w 872"/>
                    <a:gd name="T35" fmla="*/ 398 h 1018"/>
                    <a:gd name="T36" fmla="*/ 402 w 872"/>
                    <a:gd name="T37" fmla="*/ 558 h 1018"/>
                    <a:gd name="T38" fmla="*/ 531 w 872"/>
                    <a:gd name="T39" fmla="*/ 558 h 1018"/>
                    <a:gd name="T40" fmla="*/ 552 w 872"/>
                    <a:gd name="T41" fmla="*/ 571 h 1018"/>
                    <a:gd name="T42" fmla="*/ 547 w 872"/>
                    <a:gd name="T43" fmla="*/ 595 h 1018"/>
                    <a:gd name="T44" fmla="*/ 420 w 872"/>
                    <a:gd name="T45" fmla="*/ 728 h 1018"/>
                    <a:gd name="T46" fmla="*/ 575 w 872"/>
                    <a:gd name="T47" fmla="*/ 728 h 1018"/>
                    <a:gd name="T48" fmla="*/ 595 w 872"/>
                    <a:gd name="T49" fmla="*/ 742 h 1018"/>
                    <a:gd name="T50" fmla="*/ 591 w 872"/>
                    <a:gd name="T51" fmla="*/ 765 h 1018"/>
                    <a:gd name="T52" fmla="*/ 458 w 872"/>
                    <a:gd name="T53" fmla="*/ 908 h 1018"/>
                    <a:gd name="T54" fmla="*/ 458 w 872"/>
                    <a:gd name="T55" fmla="*/ 1018 h 1018"/>
                    <a:gd name="T56" fmla="*/ 611 w 872"/>
                    <a:gd name="T57" fmla="*/ 1018 h 1018"/>
                    <a:gd name="T58" fmla="*/ 768 w 872"/>
                    <a:gd name="T59" fmla="*/ 721 h 1018"/>
                    <a:gd name="T60" fmla="*/ 872 w 872"/>
                    <a:gd name="T61" fmla="*/ 437 h 1018"/>
                    <a:gd name="T62" fmla="*/ 436 w 872"/>
                    <a:gd name="T6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72" h="1018">
                      <a:moveTo>
                        <a:pt x="436" y="0"/>
                      </a:moveTo>
                      <a:cubicBezTo>
                        <a:pt x="195" y="0"/>
                        <a:pt x="0" y="196"/>
                        <a:pt x="0" y="437"/>
                      </a:cubicBezTo>
                      <a:cubicBezTo>
                        <a:pt x="0" y="541"/>
                        <a:pt x="37" y="642"/>
                        <a:pt x="105" y="721"/>
                      </a:cubicBezTo>
                      <a:cubicBezTo>
                        <a:pt x="126" y="741"/>
                        <a:pt x="247" y="865"/>
                        <a:pt x="261" y="1018"/>
                      </a:cubicBezTo>
                      <a:cubicBezTo>
                        <a:pt x="414" y="1018"/>
                        <a:pt x="414" y="1018"/>
                        <a:pt x="414" y="1018"/>
                      </a:cubicBezTo>
                      <a:cubicBezTo>
                        <a:pt x="414" y="899"/>
                        <a:pt x="414" y="899"/>
                        <a:pt x="414" y="899"/>
                      </a:cubicBezTo>
                      <a:cubicBezTo>
                        <a:pt x="414" y="893"/>
                        <a:pt x="416" y="888"/>
                        <a:pt x="420" y="884"/>
                      </a:cubicBezTo>
                      <a:cubicBezTo>
                        <a:pt x="524" y="772"/>
                        <a:pt x="524" y="772"/>
                        <a:pt x="524" y="772"/>
                      </a:cubicBezTo>
                      <a:cubicBezTo>
                        <a:pt x="369" y="772"/>
                        <a:pt x="369" y="772"/>
                        <a:pt x="369" y="772"/>
                      </a:cubicBezTo>
                      <a:cubicBezTo>
                        <a:pt x="360" y="772"/>
                        <a:pt x="352" y="767"/>
                        <a:pt x="348" y="759"/>
                      </a:cubicBezTo>
                      <a:cubicBezTo>
                        <a:pt x="345" y="751"/>
                        <a:pt x="347" y="742"/>
                        <a:pt x="353" y="735"/>
                      </a:cubicBezTo>
                      <a:cubicBezTo>
                        <a:pt x="480" y="602"/>
                        <a:pt x="480" y="602"/>
                        <a:pt x="480" y="602"/>
                      </a:cubicBezTo>
                      <a:cubicBezTo>
                        <a:pt x="353" y="602"/>
                        <a:pt x="353" y="602"/>
                        <a:pt x="353" y="602"/>
                      </a:cubicBezTo>
                      <a:cubicBezTo>
                        <a:pt x="345" y="602"/>
                        <a:pt x="337" y="597"/>
                        <a:pt x="333" y="589"/>
                      </a:cubicBezTo>
                      <a:cubicBezTo>
                        <a:pt x="330" y="581"/>
                        <a:pt x="331" y="572"/>
                        <a:pt x="337" y="565"/>
                      </a:cubicBezTo>
                      <a:cubicBezTo>
                        <a:pt x="507" y="369"/>
                        <a:pt x="507" y="369"/>
                        <a:pt x="507" y="369"/>
                      </a:cubicBezTo>
                      <a:cubicBezTo>
                        <a:pt x="515" y="360"/>
                        <a:pt x="529" y="359"/>
                        <a:pt x="538" y="367"/>
                      </a:cubicBezTo>
                      <a:cubicBezTo>
                        <a:pt x="547" y="375"/>
                        <a:pt x="548" y="389"/>
                        <a:pt x="540" y="398"/>
                      </a:cubicBezTo>
                      <a:cubicBezTo>
                        <a:pt x="402" y="558"/>
                        <a:pt x="402" y="558"/>
                        <a:pt x="402" y="558"/>
                      </a:cubicBezTo>
                      <a:cubicBezTo>
                        <a:pt x="531" y="558"/>
                        <a:pt x="531" y="558"/>
                        <a:pt x="531" y="558"/>
                      </a:cubicBezTo>
                      <a:cubicBezTo>
                        <a:pt x="540" y="558"/>
                        <a:pt x="548" y="563"/>
                        <a:pt x="552" y="571"/>
                      </a:cubicBezTo>
                      <a:cubicBezTo>
                        <a:pt x="555" y="579"/>
                        <a:pt x="553" y="589"/>
                        <a:pt x="547" y="595"/>
                      </a:cubicBezTo>
                      <a:cubicBezTo>
                        <a:pt x="420" y="728"/>
                        <a:pt x="420" y="728"/>
                        <a:pt x="420" y="728"/>
                      </a:cubicBezTo>
                      <a:cubicBezTo>
                        <a:pt x="575" y="728"/>
                        <a:pt x="575" y="728"/>
                        <a:pt x="575" y="728"/>
                      </a:cubicBezTo>
                      <a:cubicBezTo>
                        <a:pt x="583" y="728"/>
                        <a:pt x="591" y="734"/>
                        <a:pt x="595" y="742"/>
                      </a:cubicBezTo>
                      <a:cubicBezTo>
                        <a:pt x="598" y="750"/>
                        <a:pt x="597" y="759"/>
                        <a:pt x="591" y="765"/>
                      </a:cubicBezTo>
                      <a:cubicBezTo>
                        <a:pt x="458" y="908"/>
                        <a:pt x="458" y="908"/>
                        <a:pt x="458" y="908"/>
                      </a:cubicBezTo>
                      <a:cubicBezTo>
                        <a:pt x="458" y="1018"/>
                        <a:pt x="458" y="1018"/>
                        <a:pt x="458" y="1018"/>
                      </a:cubicBezTo>
                      <a:cubicBezTo>
                        <a:pt x="611" y="1018"/>
                        <a:pt x="611" y="1018"/>
                        <a:pt x="611" y="1018"/>
                      </a:cubicBezTo>
                      <a:cubicBezTo>
                        <a:pt x="625" y="865"/>
                        <a:pt x="747" y="741"/>
                        <a:pt x="768" y="721"/>
                      </a:cubicBezTo>
                      <a:cubicBezTo>
                        <a:pt x="835" y="642"/>
                        <a:pt x="872" y="541"/>
                        <a:pt x="872" y="437"/>
                      </a:cubicBezTo>
                      <a:cubicBezTo>
                        <a:pt x="872" y="196"/>
                        <a:pt x="677" y="0"/>
                        <a:pt x="43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4" name="Freeform 11">
                  <a:extLst>
                    <a:ext uri="{FF2B5EF4-FFF2-40B4-BE49-F238E27FC236}">
                      <a16:creationId xmlns:a16="http://schemas.microsoft.com/office/drawing/2014/main" id="{5D277C2F-63A3-A180-AB97-65FFA2DF0C3B}"/>
                    </a:ext>
                  </a:extLst>
                </p:cNvPr>
                <p:cNvSpPr>
                  <a:spLocks/>
                </p:cNvSpPr>
                <p:nvPr/>
              </p:nvSpPr>
              <p:spPr bwMode="auto">
                <a:xfrm>
                  <a:off x="5724524" y="2778125"/>
                  <a:ext cx="744538" cy="1303338"/>
                </a:xfrm>
                <a:custGeom>
                  <a:avLst/>
                  <a:gdLst>
                    <a:gd name="connsiteX0" fmla="*/ 306388 w 744538"/>
                    <a:gd name="connsiteY0" fmla="*/ 1263650 h 1303338"/>
                    <a:gd name="connsiteX1" fmla="*/ 438151 w 744538"/>
                    <a:gd name="connsiteY1" fmla="*/ 1263650 h 1303338"/>
                    <a:gd name="connsiteX2" fmla="*/ 438151 w 744538"/>
                    <a:gd name="connsiteY2" fmla="*/ 1267258 h 1303338"/>
                    <a:gd name="connsiteX3" fmla="*/ 428234 w 744538"/>
                    <a:gd name="connsiteY3" fmla="*/ 1276639 h 1303338"/>
                    <a:gd name="connsiteX4" fmla="*/ 391397 w 744538"/>
                    <a:gd name="connsiteY4" fmla="*/ 1303338 h 1303338"/>
                    <a:gd name="connsiteX5" fmla="*/ 353143 w 744538"/>
                    <a:gd name="connsiteY5" fmla="*/ 1303338 h 1303338"/>
                    <a:gd name="connsiteX6" fmla="*/ 316306 w 744538"/>
                    <a:gd name="connsiteY6" fmla="*/ 1276639 h 1303338"/>
                    <a:gd name="connsiteX7" fmla="*/ 306388 w 744538"/>
                    <a:gd name="connsiteY7" fmla="*/ 1267258 h 1303338"/>
                    <a:gd name="connsiteX8" fmla="*/ 306388 w 744538"/>
                    <a:gd name="connsiteY8" fmla="*/ 1263650 h 1303338"/>
                    <a:gd name="connsiteX9" fmla="*/ 268156 w 744538"/>
                    <a:gd name="connsiteY9" fmla="*/ 1198563 h 1303338"/>
                    <a:gd name="connsiteX10" fmla="*/ 476384 w 744538"/>
                    <a:gd name="connsiteY10" fmla="*/ 1198563 h 1303338"/>
                    <a:gd name="connsiteX11" fmla="*/ 492126 w 744538"/>
                    <a:gd name="connsiteY11" fmla="*/ 1214085 h 1303338"/>
                    <a:gd name="connsiteX12" fmla="*/ 476384 w 744538"/>
                    <a:gd name="connsiteY12" fmla="*/ 1230313 h 1303338"/>
                    <a:gd name="connsiteX13" fmla="*/ 268156 w 744538"/>
                    <a:gd name="connsiteY13" fmla="*/ 1230313 h 1303338"/>
                    <a:gd name="connsiteX14" fmla="*/ 252413 w 744538"/>
                    <a:gd name="connsiteY14" fmla="*/ 1214085 h 1303338"/>
                    <a:gd name="connsiteX15" fmla="*/ 268156 w 744538"/>
                    <a:gd name="connsiteY15" fmla="*/ 1198563 h 1303338"/>
                    <a:gd name="connsiteX16" fmla="*/ 231608 w 744538"/>
                    <a:gd name="connsiteY16" fmla="*/ 1135063 h 1303338"/>
                    <a:gd name="connsiteX17" fmla="*/ 512930 w 744538"/>
                    <a:gd name="connsiteY17" fmla="*/ 1135063 h 1303338"/>
                    <a:gd name="connsiteX18" fmla="*/ 528638 w 744538"/>
                    <a:gd name="connsiteY18" fmla="*/ 1152102 h 1303338"/>
                    <a:gd name="connsiteX19" fmla="*/ 512930 w 744538"/>
                    <a:gd name="connsiteY19" fmla="*/ 1168401 h 1303338"/>
                    <a:gd name="connsiteX20" fmla="*/ 231608 w 744538"/>
                    <a:gd name="connsiteY20" fmla="*/ 1168401 h 1303338"/>
                    <a:gd name="connsiteX21" fmla="*/ 215900 w 744538"/>
                    <a:gd name="connsiteY21" fmla="*/ 1152102 h 1303338"/>
                    <a:gd name="connsiteX22" fmla="*/ 231608 w 744538"/>
                    <a:gd name="connsiteY22" fmla="*/ 1135063 h 1303338"/>
                    <a:gd name="connsiteX23" fmla="*/ 231608 w 744538"/>
                    <a:gd name="connsiteY23" fmla="*/ 1069975 h 1303338"/>
                    <a:gd name="connsiteX24" fmla="*/ 512930 w 744538"/>
                    <a:gd name="connsiteY24" fmla="*/ 1069975 h 1303338"/>
                    <a:gd name="connsiteX25" fmla="*/ 528638 w 744538"/>
                    <a:gd name="connsiteY25" fmla="*/ 1085850 h 1303338"/>
                    <a:gd name="connsiteX26" fmla="*/ 512930 w 744538"/>
                    <a:gd name="connsiteY26" fmla="*/ 1101725 h 1303338"/>
                    <a:gd name="connsiteX27" fmla="*/ 231608 w 744538"/>
                    <a:gd name="connsiteY27" fmla="*/ 1101725 h 1303338"/>
                    <a:gd name="connsiteX28" fmla="*/ 215900 w 744538"/>
                    <a:gd name="connsiteY28" fmla="*/ 1085850 h 1303338"/>
                    <a:gd name="connsiteX29" fmla="*/ 231608 w 744538"/>
                    <a:gd name="connsiteY29" fmla="*/ 1069975 h 1303338"/>
                    <a:gd name="connsiteX30" fmla="*/ 166688 w 744538"/>
                    <a:gd name="connsiteY30" fmla="*/ 847725 h 1303338"/>
                    <a:gd name="connsiteX31" fmla="*/ 166688 w 744538"/>
                    <a:gd name="connsiteY31" fmla="*/ 874022 h 1303338"/>
                    <a:gd name="connsiteX32" fmla="*/ 210081 w 744538"/>
                    <a:gd name="connsiteY32" fmla="*/ 977077 h 1303338"/>
                    <a:gd name="connsiteX33" fmla="*/ 232844 w 744538"/>
                    <a:gd name="connsiteY33" fmla="*/ 1017588 h 1303338"/>
                    <a:gd name="connsiteX34" fmla="*/ 511695 w 744538"/>
                    <a:gd name="connsiteY34" fmla="*/ 1017588 h 1303338"/>
                    <a:gd name="connsiteX35" fmla="*/ 534459 w 744538"/>
                    <a:gd name="connsiteY35" fmla="*/ 977077 h 1303338"/>
                    <a:gd name="connsiteX36" fmla="*/ 577851 w 744538"/>
                    <a:gd name="connsiteY36" fmla="*/ 874022 h 1303338"/>
                    <a:gd name="connsiteX37" fmla="*/ 577851 w 744538"/>
                    <a:gd name="connsiteY37" fmla="*/ 847725 h 1303338"/>
                    <a:gd name="connsiteX38" fmla="*/ 556511 w 744538"/>
                    <a:gd name="connsiteY38" fmla="*/ 847725 h 1303338"/>
                    <a:gd name="connsiteX39" fmla="*/ 525211 w 744538"/>
                    <a:gd name="connsiteY39" fmla="*/ 847725 h 1303338"/>
                    <a:gd name="connsiteX40" fmla="*/ 496045 w 744538"/>
                    <a:gd name="connsiteY40" fmla="*/ 847725 h 1303338"/>
                    <a:gd name="connsiteX41" fmla="*/ 387920 w 744538"/>
                    <a:gd name="connsiteY41" fmla="*/ 847725 h 1303338"/>
                    <a:gd name="connsiteX42" fmla="*/ 356620 w 744538"/>
                    <a:gd name="connsiteY42" fmla="*/ 847725 h 1303338"/>
                    <a:gd name="connsiteX43" fmla="*/ 248494 w 744538"/>
                    <a:gd name="connsiteY43" fmla="*/ 847725 h 1303338"/>
                    <a:gd name="connsiteX44" fmla="*/ 219328 w 744538"/>
                    <a:gd name="connsiteY44" fmla="*/ 847725 h 1303338"/>
                    <a:gd name="connsiteX45" fmla="*/ 188029 w 744538"/>
                    <a:gd name="connsiteY45" fmla="*/ 847725 h 1303338"/>
                    <a:gd name="connsiteX46" fmla="*/ 166688 w 744538"/>
                    <a:gd name="connsiteY46" fmla="*/ 847725 h 1303338"/>
                    <a:gd name="connsiteX47" fmla="*/ 372269 w 744538"/>
                    <a:gd name="connsiteY47" fmla="*/ 31750 h 1303338"/>
                    <a:gd name="connsiteX48" fmla="*/ 31750 w 744538"/>
                    <a:gd name="connsiteY48" fmla="*/ 371414 h 1303338"/>
                    <a:gd name="connsiteX49" fmla="*/ 114387 w 744538"/>
                    <a:gd name="connsiteY49" fmla="*/ 594052 h 1303338"/>
                    <a:gd name="connsiteX50" fmla="*/ 218395 w 744538"/>
                    <a:gd name="connsiteY50" fmla="*/ 784578 h 1303338"/>
                    <a:gd name="connsiteX51" fmla="*/ 219107 w 744538"/>
                    <a:gd name="connsiteY51" fmla="*/ 805271 h 1303338"/>
                    <a:gd name="connsiteX52" fmla="*/ 219107 w 744538"/>
                    <a:gd name="connsiteY52" fmla="*/ 815975 h 1303338"/>
                    <a:gd name="connsiteX53" fmla="*/ 248315 w 744538"/>
                    <a:gd name="connsiteY53" fmla="*/ 815975 h 1303338"/>
                    <a:gd name="connsiteX54" fmla="*/ 356597 w 744538"/>
                    <a:gd name="connsiteY54" fmla="*/ 815975 h 1303338"/>
                    <a:gd name="connsiteX55" fmla="*/ 387942 w 744538"/>
                    <a:gd name="connsiteY55" fmla="*/ 815975 h 1303338"/>
                    <a:gd name="connsiteX56" fmla="*/ 496224 w 744538"/>
                    <a:gd name="connsiteY56" fmla="*/ 815975 h 1303338"/>
                    <a:gd name="connsiteX57" fmla="*/ 525432 w 744538"/>
                    <a:gd name="connsiteY57" fmla="*/ 815975 h 1303338"/>
                    <a:gd name="connsiteX58" fmla="*/ 525432 w 744538"/>
                    <a:gd name="connsiteY58" fmla="*/ 805271 h 1303338"/>
                    <a:gd name="connsiteX59" fmla="*/ 526144 w 744538"/>
                    <a:gd name="connsiteY59" fmla="*/ 784578 h 1303338"/>
                    <a:gd name="connsiteX60" fmla="*/ 630152 w 744538"/>
                    <a:gd name="connsiteY60" fmla="*/ 594052 h 1303338"/>
                    <a:gd name="connsiteX61" fmla="*/ 712788 w 744538"/>
                    <a:gd name="connsiteY61" fmla="*/ 371414 h 1303338"/>
                    <a:gd name="connsiteX62" fmla="*/ 372269 w 744538"/>
                    <a:gd name="connsiteY62" fmla="*/ 31750 h 1303338"/>
                    <a:gd name="connsiteX63" fmla="*/ 372269 w 744538"/>
                    <a:gd name="connsiteY63" fmla="*/ 0 h 1303338"/>
                    <a:gd name="connsiteX64" fmla="*/ 744538 w 744538"/>
                    <a:gd name="connsiteY64" fmla="*/ 371195 h 1303338"/>
                    <a:gd name="connsiteX65" fmla="*/ 653967 w 744538"/>
                    <a:gd name="connsiteY65" fmla="*/ 615326 h 1303338"/>
                    <a:gd name="connsiteX66" fmla="*/ 652541 w 744538"/>
                    <a:gd name="connsiteY66" fmla="*/ 616040 h 1303338"/>
                    <a:gd name="connsiteX67" fmla="*/ 556977 w 744538"/>
                    <a:gd name="connsiteY67" fmla="*/ 793071 h 1303338"/>
                    <a:gd name="connsiteX68" fmla="*/ 556977 w 744538"/>
                    <a:gd name="connsiteY68" fmla="*/ 805206 h 1303338"/>
                    <a:gd name="connsiteX69" fmla="*/ 556977 w 744538"/>
                    <a:gd name="connsiteY69" fmla="*/ 808776 h 1303338"/>
                    <a:gd name="connsiteX70" fmla="*/ 556977 w 744538"/>
                    <a:gd name="connsiteY70" fmla="*/ 815914 h 1303338"/>
                    <a:gd name="connsiteX71" fmla="*/ 594062 w 744538"/>
                    <a:gd name="connsiteY71" fmla="*/ 815914 h 1303338"/>
                    <a:gd name="connsiteX72" fmla="*/ 609751 w 744538"/>
                    <a:gd name="connsiteY72" fmla="*/ 831618 h 1303338"/>
                    <a:gd name="connsiteX73" fmla="*/ 609751 w 744538"/>
                    <a:gd name="connsiteY73" fmla="*/ 873735 h 1303338"/>
                    <a:gd name="connsiteX74" fmla="*/ 556264 w 744538"/>
                    <a:gd name="connsiteY74" fmla="*/ 1000084 h 1303338"/>
                    <a:gd name="connsiteX75" fmla="*/ 542001 w 744538"/>
                    <a:gd name="connsiteY75" fmla="*/ 1032206 h 1303338"/>
                    <a:gd name="connsiteX76" fmla="*/ 542001 w 744538"/>
                    <a:gd name="connsiteY76" fmla="*/ 1033634 h 1303338"/>
                    <a:gd name="connsiteX77" fmla="*/ 526312 w 744538"/>
                    <a:gd name="connsiteY77" fmla="*/ 1049338 h 1303338"/>
                    <a:gd name="connsiteX78" fmla="*/ 218227 w 744538"/>
                    <a:gd name="connsiteY78" fmla="*/ 1049338 h 1303338"/>
                    <a:gd name="connsiteX79" fmla="*/ 202537 w 744538"/>
                    <a:gd name="connsiteY79" fmla="*/ 1033634 h 1303338"/>
                    <a:gd name="connsiteX80" fmla="*/ 202537 w 744538"/>
                    <a:gd name="connsiteY80" fmla="*/ 1032206 h 1303338"/>
                    <a:gd name="connsiteX81" fmla="*/ 188274 w 744538"/>
                    <a:gd name="connsiteY81" fmla="*/ 1000084 h 1303338"/>
                    <a:gd name="connsiteX82" fmla="*/ 134787 w 744538"/>
                    <a:gd name="connsiteY82" fmla="*/ 873735 h 1303338"/>
                    <a:gd name="connsiteX83" fmla="*/ 134787 w 744538"/>
                    <a:gd name="connsiteY83" fmla="*/ 831618 h 1303338"/>
                    <a:gd name="connsiteX84" fmla="*/ 150477 w 744538"/>
                    <a:gd name="connsiteY84" fmla="*/ 815914 h 1303338"/>
                    <a:gd name="connsiteX85" fmla="*/ 187561 w 744538"/>
                    <a:gd name="connsiteY85" fmla="*/ 815914 h 1303338"/>
                    <a:gd name="connsiteX86" fmla="*/ 187561 w 744538"/>
                    <a:gd name="connsiteY86" fmla="*/ 808776 h 1303338"/>
                    <a:gd name="connsiteX87" fmla="*/ 187561 w 744538"/>
                    <a:gd name="connsiteY87" fmla="*/ 805206 h 1303338"/>
                    <a:gd name="connsiteX88" fmla="*/ 187561 w 744538"/>
                    <a:gd name="connsiteY88" fmla="*/ 793071 h 1303338"/>
                    <a:gd name="connsiteX89" fmla="*/ 91998 w 744538"/>
                    <a:gd name="connsiteY89" fmla="*/ 616040 h 1303338"/>
                    <a:gd name="connsiteX90" fmla="*/ 91285 w 744538"/>
                    <a:gd name="connsiteY90" fmla="*/ 615326 h 1303338"/>
                    <a:gd name="connsiteX91" fmla="*/ 0 w 744538"/>
                    <a:gd name="connsiteY91" fmla="*/ 371195 h 1303338"/>
                    <a:gd name="connsiteX92" fmla="*/ 372269 w 744538"/>
                    <a:gd name="connsiteY92" fmla="*/ 0 h 130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44538" h="1303338">
                      <a:moveTo>
                        <a:pt x="306388" y="1263650"/>
                      </a:moveTo>
                      <a:cubicBezTo>
                        <a:pt x="306388" y="1263650"/>
                        <a:pt x="306388" y="1263650"/>
                        <a:pt x="438151" y="1263650"/>
                      </a:cubicBezTo>
                      <a:cubicBezTo>
                        <a:pt x="438151" y="1263650"/>
                        <a:pt x="438151" y="1263650"/>
                        <a:pt x="438151" y="1267258"/>
                      </a:cubicBezTo>
                      <a:cubicBezTo>
                        <a:pt x="431067" y="1270145"/>
                        <a:pt x="428234" y="1273753"/>
                        <a:pt x="428234" y="1276639"/>
                      </a:cubicBezTo>
                      <a:cubicBezTo>
                        <a:pt x="424692" y="1293236"/>
                        <a:pt x="404856" y="1303338"/>
                        <a:pt x="391397" y="1303338"/>
                      </a:cubicBezTo>
                      <a:cubicBezTo>
                        <a:pt x="391397" y="1303338"/>
                        <a:pt x="391397" y="1303338"/>
                        <a:pt x="353143" y="1303338"/>
                      </a:cubicBezTo>
                      <a:cubicBezTo>
                        <a:pt x="339683" y="1303338"/>
                        <a:pt x="319848" y="1293236"/>
                        <a:pt x="316306" y="1276639"/>
                      </a:cubicBezTo>
                      <a:cubicBezTo>
                        <a:pt x="316306" y="1273753"/>
                        <a:pt x="313472" y="1270145"/>
                        <a:pt x="306388" y="1267258"/>
                      </a:cubicBezTo>
                      <a:cubicBezTo>
                        <a:pt x="306388" y="1263650"/>
                        <a:pt x="306388" y="1263650"/>
                        <a:pt x="306388" y="1263650"/>
                      </a:cubicBezTo>
                      <a:close/>
                      <a:moveTo>
                        <a:pt x="268156" y="1198563"/>
                      </a:moveTo>
                      <a:cubicBezTo>
                        <a:pt x="268156" y="1198563"/>
                        <a:pt x="268156" y="1198563"/>
                        <a:pt x="476384" y="1198563"/>
                      </a:cubicBezTo>
                      <a:cubicBezTo>
                        <a:pt x="484971" y="1198563"/>
                        <a:pt x="492126" y="1205619"/>
                        <a:pt x="492126" y="1214085"/>
                      </a:cubicBezTo>
                      <a:cubicBezTo>
                        <a:pt x="492126" y="1222552"/>
                        <a:pt x="484971" y="1230313"/>
                        <a:pt x="476384" y="1230313"/>
                      </a:cubicBezTo>
                      <a:cubicBezTo>
                        <a:pt x="476384" y="1230313"/>
                        <a:pt x="476384" y="1230313"/>
                        <a:pt x="268156" y="1230313"/>
                      </a:cubicBezTo>
                      <a:cubicBezTo>
                        <a:pt x="259569" y="1230313"/>
                        <a:pt x="252413" y="1222552"/>
                        <a:pt x="252413" y="1214085"/>
                      </a:cubicBezTo>
                      <a:cubicBezTo>
                        <a:pt x="252413" y="1205619"/>
                        <a:pt x="259569" y="1198563"/>
                        <a:pt x="268156" y="1198563"/>
                      </a:cubicBezTo>
                      <a:close/>
                      <a:moveTo>
                        <a:pt x="231608" y="1135063"/>
                      </a:moveTo>
                      <a:cubicBezTo>
                        <a:pt x="231608" y="1135063"/>
                        <a:pt x="231608" y="1135063"/>
                        <a:pt x="512930" y="1135063"/>
                      </a:cubicBezTo>
                      <a:cubicBezTo>
                        <a:pt x="521498" y="1135063"/>
                        <a:pt x="528638" y="1143212"/>
                        <a:pt x="528638" y="1152102"/>
                      </a:cubicBezTo>
                      <a:cubicBezTo>
                        <a:pt x="528638" y="1160992"/>
                        <a:pt x="521498" y="1168401"/>
                        <a:pt x="512930" y="1168401"/>
                      </a:cubicBezTo>
                      <a:cubicBezTo>
                        <a:pt x="512930" y="1168401"/>
                        <a:pt x="512930" y="1168401"/>
                        <a:pt x="231608" y="1168401"/>
                      </a:cubicBezTo>
                      <a:cubicBezTo>
                        <a:pt x="223040" y="1168401"/>
                        <a:pt x="215900" y="1160992"/>
                        <a:pt x="215900" y="1152102"/>
                      </a:cubicBezTo>
                      <a:cubicBezTo>
                        <a:pt x="215900" y="1143212"/>
                        <a:pt x="223040" y="1135063"/>
                        <a:pt x="231608" y="1135063"/>
                      </a:cubicBezTo>
                      <a:close/>
                      <a:moveTo>
                        <a:pt x="231608" y="1069975"/>
                      </a:moveTo>
                      <a:cubicBezTo>
                        <a:pt x="231608" y="1069975"/>
                        <a:pt x="231608" y="1069975"/>
                        <a:pt x="512930" y="1069975"/>
                      </a:cubicBezTo>
                      <a:cubicBezTo>
                        <a:pt x="521498" y="1069975"/>
                        <a:pt x="528638" y="1077191"/>
                        <a:pt x="528638" y="1085850"/>
                      </a:cubicBezTo>
                      <a:cubicBezTo>
                        <a:pt x="528638" y="1094509"/>
                        <a:pt x="521498" y="1101725"/>
                        <a:pt x="512930" y="1101725"/>
                      </a:cubicBezTo>
                      <a:cubicBezTo>
                        <a:pt x="512930" y="1101725"/>
                        <a:pt x="512930" y="1101725"/>
                        <a:pt x="231608" y="1101725"/>
                      </a:cubicBezTo>
                      <a:cubicBezTo>
                        <a:pt x="223040" y="1101725"/>
                        <a:pt x="215900" y="1094509"/>
                        <a:pt x="215900" y="1085850"/>
                      </a:cubicBezTo>
                      <a:cubicBezTo>
                        <a:pt x="215900" y="1077191"/>
                        <a:pt x="223040" y="1069975"/>
                        <a:pt x="231608" y="1069975"/>
                      </a:cubicBezTo>
                      <a:close/>
                      <a:moveTo>
                        <a:pt x="166688" y="847725"/>
                      </a:moveTo>
                      <a:cubicBezTo>
                        <a:pt x="166688" y="847725"/>
                        <a:pt x="166688" y="847725"/>
                        <a:pt x="166688" y="874022"/>
                      </a:cubicBezTo>
                      <a:cubicBezTo>
                        <a:pt x="166688" y="913822"/>
                        <a:pt x="182338" y="951491"/>
                        <a:pt x="210081" y="977077"/>
                      </a:cubicBezTo>
                      <a:cubicBezTo>
                        <a:pt x="222174" y="987738"/>
                        <a:pt x="229999" y="1001952"/>
                        <a:pt x="232844" y="1017588"/>
                      </a:cubicBezTo>
                      <a:cubicBezTo>
                        <a:pt x="232844" y="1017588"/>
                        <a:pt x="232844" y="1017588"/>
                        <a:pt x="511695" y="1017588"/>
                      </a:cubicBezTo>
                      <a:cubicBezTo>
                        <a:pt x="514541" y="1001952"/>
                        <a:pt x="522366" y="987738"/>
                        <a:pt x="534459" y="977077"/>
                      </a:cubicBezTo>
                      <a:cubicBezTo>
                        <a:pt x="562201" y="951491"/>
                        <a:pt x="577851" y="913822"/>
                        <a:pt x="577851" y="874022"/>
                      </a:cubicBezTo>
                      <a:cubicBezTo>
                        <a:pt x="577851" y="874022"/>
                        <a:pt x="577851" y="874022"/>
                        <a:pt x="577851" y="847725"/>
                      </a:cubicBezTo>
                      <a:cubicBezTo>
                        <a:pt x="577851" y="847725"/>
                        <a:pt x="577851" y="847725"/>
                        <a:pt x="556511" y="847725"/>
                      </a:cubicBezTo>
                      <a:cubicBezTo>
                        <a:pt x="556511" y="847725"/>
                        <a:pt x="556511" y="847725"/>
                        <a:pt x="525211" y="847725"/>
                      </a:cubicBezTo>
                      <a:cubicBezTo>
                        <a:pt x="525211" y="847725"/>
                        <a:pt x="525211" y="847725"/>
                        <a:pt x="496045" y="847725"/>
                      </a:cubicBezTo>
                      <a:cubicBezTo>
                        <a:pt x="496045" y="847725"/>
                        <a:pt x="496045" y="847725"/>
                        <a:pt x="387920" y="847725"/>
                      </a:cubicBezTo>
                      <a:cubicBezTo>
                        <a:pt x="387920" y="847725"/>
                        <a:pt x="387920" y="847725"/>
                        <a:pt x="356620" y="847725"/>
                      </a:cubicBezTo>
                      <a:cubicBezTo>
                        <a:pt x="356620" y="847725"/>
                        <a:pt x="356620" y="847725"/>
                        <a:pt x="248494" y="847725"/>
                      </a:cubicBezTo>
                      <a:cubicBezTo>
                        <a:pt x="248494" y="847725"/>
                        <a:pt x="248494" y="847725"/>
                        <a:pt x="219328" y="847725"/>
                      </a:cubicBezTo>
                      <a:cubicBezTo>
                        <a:pt x="219328" y="847725"/>
                        <a:pt x="219328" y="847725"/>
                        <a:pt x="188029" y="847725"/>
                      </a:cubicBezTo>
                      <a:cubicBezTo>
                        <a:pt x="188029" y="847725"/>
                        <a:pt x="188029" y="847725"/>
                        <a:pt x="166688" y="847725"/>
                      </a:cubicBezTo>
                      <a:close/>
                      <a:moveTo>
                        <a:pt x="372269" y="31750"/>
                      </a:moveTo>
                      <a:cubicBezTo>
                        <a:pt x="184913" y="31750"/>
                        <a:pt x="31750" y="184456"/>
                        <a:pt x="31750" y="371414"/>
                      </a:cubicBezTo>
                      <a:cubicBezTo>
                        <a:pt x="31750" y="453476"/>
                        <a:pt x="60958" y="531970"/>
                        <a:pt x="114387" y="594052"/>
                      </a:cubicBezTo>
                      <a:cubicBezTo>
                        <a:pt x="123648" y="602615"/>
                        <a:pt x="207709" y="684676"/>
                        <a:pt x="218395" y="784578"/>
                      </a:cubicBezTo>
                      <a:cubicBezTo>
                        <a:pt x="219107" y="791713"/>
                        <a:pt x="219107" y="798849"/>
                        <a:pt x="219107" y="805271"/>
                      </a:cubicBezTo>
                      <a:cubicBezTo>
                        <a:pt x="219107" y="805271"/>
                        <a:pt x="219107" y="805271"/>
                        <a:pt x="219107" y="815975"/>
                      </a:cubicBezTo>
                      <a:cubicBezTo>
                        <a:pt x="219107" y="815975"/>
                        <a:pt x="219107" y="815975"/>
                        <a:pt x="248315" y="815975"/>
                      </a:cubicBezTo>
                      <a:cubicBezTo>
                        <a:pt x="248315" y="815975"/>
                        <a:pt x="248315" y="815975"/>
                        <a:pt x="356597" y="815975"/>
                      </a:cubicBezTo>
                      <a:cubicBezTo>
                        <a:pt x="356597" y="815975"/>
                        <a:pt x="356597" y="815975"/>
                        <a:pt x="387942" y="815975"/>
                      </a:cubicBezTo>
                      <a:cubicBezTo>
                        <a:pt x="387942" y="815975"/>
                        <a:pt x="387942" y="815975"/>
                        <a:pt x="496224" y="815975"/>
                      </a:cubicBezTo>
                      <a:cubicBezTo>
                        <a:pt x="496224" y="815975"/>
                        <a:pt x="496224" y="815975"/>
                        <a:pt x="525432" y="815975"/>
                      </a:cubicBezTo>
                      <a:cubicBezTo>
                        <a:pt x="525432" y="815975"/>
                        <a:pt x="525432" y="815975"/>
                        <a:pt x="525432" y="805271"/>
                      </a:cubicBezTo>
                      <a:cubicBezTo>
                        <a:pt x="525432" y="798849"/>
                        <a:pt x="525432" y="791713"/>
                        <a:pt x="526144" y="784578"/>
                      </a:cubicBezTo>
                      <a:cubicBezTo>
                        <a:pt x="536830" y="684676"/>
                        <a:pt x="620891" y="602615"/>
                        <a:pt x="630152" y="594052"/>
                      </a:cubicBezTo>
                      <a:cubicBezTo>
                        <a:pt x="683581" y="531970"/>
                        <a:pt x="712788" y="453476"/>
                        <a:pt x="712788" y="371414"/>
                      </a:cubicBezTo>
                      <a:cubicBezTo>
                        <a:pt x="712788" y="184456"/>
                        <a:pt x="559626" y="31750"/>
                        <a:pt x="372269" y="31750"/>
                      </a:cubicBezTo>
                      <a:close/>
                      <a:moveTo>
                        <a:pt x="372269" y="0"/>
                      </a:moveTo>
                      <a:cubicBezTo>
                        <a:pt x="577659" y="0"/>
                        <a:pt x="744538" y="167038"/>
                        <a:pt x="744538" y="371195"/>
                      </a:cubicBezTo>
                      <a:cubicBezTo>
                        <a:pt x="744538" y="461138"/>
                        <a:pt x="712446" y="547512"/>
                        <a:pt x="653967" y="615326"/>
                      </a:cubicBezTo>
                      <a:cubicBezTo>
                        <a:pt x="653967" y="615326"/>
                        <a:pt x="653967" y="615326"/>
                        <a:pt x="652541" y="616040"/>
                      </a:cubicBezTo>
                      <a:cubicBezTo>
                        <a:pt x="651828" y="616754"/>
                        <a:pt x="564109" y="699559"/>
                        <a:pt x="556977" y="793071"/>
                      </a:cubicBezTo>
                      <a:cubicBezTo>
                        <a:pt x="556977" y="797354"/>
                        <a:pt x="556977" y="801637"/>
                        <a:pt x="556977" y="805206"/>
                      </a:cubicBezTo>
                      <a:cubicBezTo>
                        <a:pt x="556977" y="805206"/>
                        <a:pt x="556977" y="805206"/>
                        <a:pt x="556977" y="808776"/>
                      </a:cubicBezTo>
                      <a:cubicBezTo>
                        <a:pt x="556977" y="808776"/>
                        <a:pt x="556977" y="808776"/>
                        <a:pt x="556977" y="815914"/>
                      </a:cubicBezTo>
                      <a:cubicBezTo>
                        <a:pt x="556977" y="815914"/>
                        <a:pt x="556977" y="815914"/>
                        <a:pt x="594062" y="815914"/>
                      </a:cubicBezTo>
                      <a:cubicBezTo>
                        <a:pt x="602620" y="815914"/>
                        <a:pt x="609751" y="823052"/>
                        <a:pt x="609751" y="831618"/>
                      </a:cubicBezTo>
                      <a:cubicBezTo>
                        <a:pt x="609751" y="831618"/>
                        <a:pt x="609751" y="831618"/>
                        <a:pt x="609751" y="873735"/>
                      </a:cubicBezTo>
                      <a:cubicBezTo>
                        <a:pt x="609751" y="922275"/>
                        <a:pt x="589783" y="968675"/>
                        <a:pt x="556264" y="1000084"/>
                      </a:cubicBezTo>
                      <a:cubicBezTo>
                        <a:pt x="546993" y="1008650"/>
                        <a:pt x="542001" y="1020071"/>
                        <a:pt x="542001" y="1032206"/>
                      </a:cubicBezTo>
                      <a:cubicBezTo>
                        <a:pt x="542001" y="1032206"/>
                        <a:pt x="542001" y="1032206"/>
                        <a:pt x="542001" y="1033634"/>
                      </a:cubicBezTo>
                      <a:cubicBezTo>
                        <a:pt x="542001" y="1042200"/>
                        <a:pt x="534869" y="1049338"/>
                        <a:pt x="526312" y="1049338"/>
                      </a:cubicBezTo>
                      <a:cubicBezTo>
                        <a:pt x="526312" y="1049338"/>
                        <a:pt x="526312" y="1049338"/>
                        <a:pt x="218227" y="1049338"/>
                      </a:cubicBezTo>
                      <a:cubicBezTo>
                        <a:pt x="209669" y="1049338"/>
                        <a:pt x="202537" y="1042200"/>
                        <a:pt x="202537" y="1033634"/>
                      </a:cubicBezTo>
                      <a:cubicBezTo>
                        <a:pt x="202537" y="1033634"/>
                        <a:pt x="202537" y="1033634"/>
                        <a:pt x="202537" y="1032206"/>
                      </a:cubicBezTo>
                      <a:cubicBezTo>
                        <a:pt x="202537" y="1020071"/>
                        <a:pt x="197545" y="1008650"/>
                        <a:pt x="188274" y="1000084"/>
                      </a:cubicBezTo>
                      <a:cubicBezTo>
                        <a:pt x="154756" y="968675"/>
                        <a:pt x="134787" y="922275"/>
                        <a:pt x="134787" y="873735"/>
                      </a:cubicBezTo>
                      <a:cubicBezTo>
                        <a:pt x="134787" y="873735"/>
                        <a:pt x="134787" y="873735"/>
                        <a:pt x="134787" y="831618"/>
                      </a:cubicBezTo>
                      <a:cubicBezTo>
                        <a:pt x="134787" y="823052"/>
                        <a:pt x="141919" y="815914"/>
                        <a:pt x="150477" y="815914"/>
                      </a:cubicBezTo>
                      <a:cubicBezTo>
                        <a:pt x="150477" y="815914"/>
                        <a:pt x="150477" y="815914"/>
                        <a:pt x="187561" y="815914"/>
                      </a:cubicBezTo>
                      <a:cubicBezTo>
                        <a:pt x="187561" y="815914"/>
                        <a:pt x="187561" y="815914"/>
                        <a:pt x="187561" y="808776"/>
                      </a:cubicBezTo>
                      <a:cubicBezTo>
                        <a:pt x="187561" y="808776"/>
                        <a:pt x="187561" y="808776"/>
                        <a:pt x="187561" y="805206"/>
                      </a:cubicBezTo>
                      <a:cubicBezTo>
                        <a:pt x="187561" y="801637"/>
                        <a:pt x="187561" y="797354"/>
                        <a:pt x="187561" y="793071"/>
                      </a:cubicBezTo>
                      <a:cubicBezTo>
                        <a:pt x="180429" y="699559"/>
                        <a:pt x="92711" y="616754"/>
                        <a:pt x="91998" y="616040"/>
                      </a:cubicBezTo>
                      <a:cubicBezTo>
                        <a:pt x="91998" y="616040"/>
                        <a:pt x="91998" y="616040"/>
                        <a:pt x="91285" y="615326"/>
                      </a:cubicBezTo>
                      <a:cubicBezTo>
                        <a:pt x="32806" y="547512"/>
                        <a:pt x="0" y="461138"/>
                        <a:pt x="0" y="371195"/>
                      </a:cubicBezTo>
                      <a:cubicBezTo>
                        <a:pt x="0" y="167038"/>
                        <a:pt x="166879" y="0"/>
                        <a:pt x="372269"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153" name="Oval 20">
              <a:extLst>
                <a:ext uri="{FF2B5EF4-FFF2-40B4-BE49-F238E27FC236}">
                  <a16:creationId xmlns:a16="http://schemas.microsoft.com/office/drawing/2014/main" id="{0665F42E-4E5E-DAE8-1B3B-2F2AAE28549E}"/>
                </a:ext>
              </a:extLst>
            </p:cNvPr>
            <p:cNvSpPr>
              <a:spLocks noChangeAspect="1" noChangeArrowheads="1"/>
            </p:cNvSpPr>
            <p:nvPr/>
          </p:nvSpPr>
          <p:spPr bwMode="auto">
            <a:xfrm>
              <a:off x="3648049" y="3876661"/>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a:t>
              </a:r>
            </a:p>
          </p:txBody>
        </p:sp>
      </p:grpSp>
      <p:grpSp>
        <p:nvGrpSpPr>
          <p:cNvPr id="192" name="Grupo 191">
            <a:extLst>
              <a:ext uri="{FF2B5EF4-FFF2-40B4-BE49-F238E27FC236}">
                <a16:creationId xmlns:a16="http://schemas.microsoft.com/office/drawing/2014/main" id="{0932ECF9-CED3-C423-31E8-F27E0E551BB0}"/>
              </a:ext>
            </a:extLst>
          </p:cNvPr>
          <p:cNvGrpSpPr/>
          <p:nvPr/>
        </p:nvGrpSpPr>
        <p:grpSpPr>
          <a:xfrm>
            <a:off x="1106659" y="1761670"/>
            <a:ext cx="9980031" cy="1339086"/>
            <a:chOff x="238922" y="1107935"/>
            <a:chExt cx="11672552" cy="1566182"/>
          </a:xfrm>
        </p:grpSpPr>
        <p:sp>
          <p:nvSpPr>
            <p:cNvPr id="205" name="TextBox 204">
              <a:extLst>
                <a:ext uri="{FF2B5EF4-FFF2-40B4-BE49-F238E27FC236}">
                  <a16:creationId xmlns:a16="http://schemas.microsoft.com/office/drawing/2014/main" id="{4D7272D4-5E86-394C-1A09-01F751231455}"/>
                </a:ext>
              </a:extLst>
            </p:cNvPr>
            <p:cNvSpPr txBox="1"/>
            <p:nvPr/>
          </p:nvSpPr>
          <p:spPr>
            <a:xfrm>
              <a:off x="355036" y="1107935"/>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transversales </a:t>
              </a:r>
            </a:p>
          </p:txBody>
        </p:sp>
        <p:sp>
          <p:nvSpPr>
            <p:cNvPr id="207" name="Rectangle: Rounded Corners 206">
              <a:extLst>
                <a:ext uri="{FF2B5EF4-FFF2-40B4-BE49-F238E27FC236}">
                  <a16:creationId xmlns:a16="http://schemas.microsoft.com/office/drawing/2014/main" id="{C1B0CDA7-BD73-719A-DF77-88444F06D28D}"/>
                </a:ext>
              </a:extLst>
            </p:cNvPr>
            <p:cNvSpPr/>
            <p:nvPr/>
          </p:nvSpPr>
          <p:spPr>
            <a:xfrm>
              <a:off x="238922" y="1406932"/>
              <a:ext cx="11672552" cy="1267185"/>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61" name="Grupo 160">
              <a:extLst>
                <a:ext uri="{FF2B5EF4-FFF2-40B4-BE49-F238E27FC236}">
                  <a16:creationId xmlns:a16="http://schemas.microsoft.com/office/drawing/2014/main" id="{211CAC9F-F8F8-2273-2B8A-2AFC3D11774B}"/>
                </a:ext>
              </a:extLst>
            </p:cNvPr>
            <p:cNvGrpSpPr/>
            <p:nvPr/>
          </p:nvGrpSpPr>
          <p:grpSpPr>
            <a:xfrm>
              <a:off x="273323" y="1494503"/>
              <a:ext cx="972000" cy="1122694"/>
              <a:chOff x="666731" y="1669461"/>
              <a:chExt cx="1047297" cy="1122694"/>
            </a:xfrm>
          </p:grpSpPr>
          <p:sp>
            <p:nvSpPr>
              <p:cNvPr id="208" name="Rectangle: Rounded Corners 207">
                <a:extLst>
                  <a:ext uri="{FF2B5EF4-FFF2-40B4-BE49-F238E27FC236}">
                    <a16:creationId xmlns:a16="http://schemas.microsoft.com/office/drawing/2014/main" id="{5A636FDB-019C-DD6A-55A0-F8531DC9D901}"/>
                  </a:ext>
                </a:extLst>
              </p:cNvPr>
              <p:cNvSpPr/>
              <p:nvPr/>
            </p:nvSpPr>
            <p:spPr>
              <a:xfrm>
                <a:off x="731693"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Estratégica</a:t>
                </a:r>
              </a:p>
            </p:txBody>
          </p:sp>
          <p:sp>
            <p:nvSpPr>
              <p:cNvPr id="218" name="Oval 20">
                <a:extLst>
                  <a:ext uri="{FF2B5EF4-FFF2-40B4-BE49-F238E27FC236}">
                    <a16:creationId xmlns:a16="http://schemas.microsoft.com/office/drawing/2014/main" id="{75917B39-6525-CE78-EA4F-E4CA59BC517B}"/>
                  </a:ext>
                </a:extLst>
              </p:cNvPr>
              <p:cNvSpPr>
                <a:spLocks noChangeAspect="1" noChangeArrowheads="1"/>
              </p:cNvSpPr>
              <p:nvPr/>
            </p:nvSpPr>
            <p:spPr bwMode="auto">
              <a:xfrm>
                <a:off x="6667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3</a:t>
                </a:r>
              </a:p>
            </p:txBody>
          </p:sp>
          <p:grpSp>
            <p:nvGrpSpPr>
              <p:cNvPr id="228" name="bcgIcons_Strategy ">
                <a:extLst>
                  <a:ext uri="{FF2B5EF4-FFF2-40B4-BE49-F238E27FC236}">
                    <a16:creationId xmlns:a16="http://schemas.microsoft.com/office/drawing/2014/main" id="{61776F5A-67C6-3BA6-17E9-1D8D29C185F3}"/>
                  </a:ext>
                </a:extLst>
              </p:cNvPr>
              <p:cNvGrpSpPr>
                <a:grpSpLocks noChangeAspect="1"/>
              </p:cNvGrpSpPr>
              <p:nvPr/>
            </p:nvGrpSpPr>
            <p:grpSpPr>
              <a:xfrm>
                <a:off x="1013632" y="1827711"/>
                <a:ext cx="418454" cy="418454"/>
                <a:chOff x="5273675" y="2606675"/>
                <a:chExt cx="1644650" cy="1644650"/>
              </a:xfrm>
            </p:grpSpPr>
            <p:sp>
              <p:nvSpPr>
                <p:cNvPr id="229" name="AutoShape 9">
                  <a:extLst>
                    <a:ext uri="{FF2B5EF4-FFF2-40B4-BE49-F238E27FC236}">
                      <a16:creationId xmlns:a16="http://schemas.microsoft.com/office/drawing/2014/main" id="{26ADA78E-0DBF-90DA-3613-91206CBC719C}"/>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30" name="Group 229">
                  <a:extLst>
                    <a:ext uri="{FF2B5EF4-FFF2-40B4-BE49-F238E27FC236}">
                      <a16:creationId xmlns:a16="http://schemas.microsoft.com/office/drawing/2014/main" id="{A9D99D0E-C7ED-E12F-B30F-D12EE4446991}"/>
                    </a:ext>
                  </a:extLst>
                </p:cNvPr>
                <p:cNvGrpSpPr>
                  <a:grpSpLocks/>
                </p:cNvGrpSpPr>
                <p:nvPr/>
              </p:nvGrpSpPr>
              <p:grpSpPr>
                <a:xfrm>
                  <a:off x="5724321" y="2833688"/>
                  <a:ext cx="778079" cy="1249362"/>
                  <a:chOff x="5724321" y="2833688"/>
                  <a:chExt cx="778079" cy="1249362"/>
                </a:xfrm>
              </p:grpSpPr>
              <p:sp>
                <p:nvSpPr>
                  <p:cNvPr id="231" name="Freeform 11">
                    <a:extLst>
                      <a:ext uri="{FF2B5EF4-FFF2-40B4-BE49-F238E27FC236}">
                        <a16:creationId xmlns:a16="http://schemas.microsoft.com/office/drawing/2014/main" id="{E7450F93-4321-68CA-81E3-0FF80F0358D0}"/>
                      </a:ext>
                    </a:extLst>
                  </p:cNvPr>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32" name="Freeform 19">
                    <a:extLst>
                      <a:ext uri="{FF2B5EF4-FFF2-40B4-BE49-F238E27FC236}">
                        <a16:creationId xmlns:a16="http://schemas.microsoft.com/office/drawing/2014/main" id="{3B12D966-DF23-6F90-2757-840AA2D4AD44}"/>
                      </a:ext>
                    </a:extLst>
                  </p:cNvPr>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4" name="Grupo 163">
              <a:extLst>
                <a:ext uri="{FF2B5EF4-FFF2-40B4-BE49-F238E27FC236}">
                  <a16:creationId xmlns:a16="http://schemas.microsoft.com/office/drawing/2014/main" id="{6D080486-9D26-775E-734A-CB428A09EE41}"/>
                </a:ext>
              </a:extLst>
            </p:cNvPr>
            <p:cNvGrpSpPr/>
            <p:nvPr/>
          </p:nvGrpSpPr>
          <p:grpSpPr>
            <a:xfrm>
              <a:off x="3430059" y="1494503"/>
              <a:ext cx="971999" cy="1122694"/>
              <a:chOff x="2832571" y="1669461"/>
              <a:chExt cx="1047298" cy="1122694"/>
            </a:xfrm>
          </p:grpSpPr>
          <p:sp>
            <p:nvSpPr>
              <p:cNvPr id="219" name="Oval 20">
                <a:extLst>
                  <a:ext uri="{FF2B5EF4-FFF2-40B4-BE49-F238E27FC236}">
                    <a16:creationId xmlns:a16="http://schemas.microsoft.com/office/drawing/2014/main" id="{10D94F39-6C29-7B88-6E1E-E9584D232E0A}"/>
                  </a:ext>
                </a:extLst>
              </p:cNvPr>
              <p:cNvSpPr>
                <a:spLocks noChangeAspect="1" noChangeArrowheads="1"/>
              </p:cNvSpPr>
              <p:nvPr/>
            </p:nvSpPr>
            <p:spPr bwMode="auto">
              <a:xfrm>
                <a:off x="28325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6</a:t>
                </a:r>
              </a:p>
            </p:txBody>
          </p:sp>
          <p:grpSp>
            <p:nvGrpSpPr>
              <p:cNvPr id="163" name="Grupo 162">
                <a:extLst>
                  <a:ext uri="{FF2B5EF4-FFF2-40B4-BE49-F238E27FC236}">
                    <a16:creationId xmlns:a16="http://schemas.microsoft.com/office/drawing/2014/main" id="{01A019AD-E24E-75B6-AF74-A832178E1824}"/>
                  </a:ext>
                </a:extLst>
              </p:cNvPr>
              <p:cNvGrpSpPr/>
              <p:nvPr/>
            </p:nvGrpSpPr>
            <p:grpSpPr>
              <a:xfrm>
                <a:off x="2897533" y="1734422"/>
                <a:ext cx="982336" cy="1057733"/>
                <a:chOff x="2897533" y="1734422"/>
                <a:chExt cx="982336" cy="1057733"/>
              </a:xfrm>
            </p:grpSpPr>
            <p:sp>
              <p:nvSpPr>
                <p:cNvPr id="210" name="Rectangle: Rounded Corners 209">
                  <a:extLst>
                    <a:ext uri="{FF2B5EF4-FFF2-40B4-BE49-F238E27FC236}">
                      <a16:creationId xmlns:a16="http://schemas.microsoft.com/office/drawing/2014/main" id="{49AA4453-C898-E28E-6421-44F0DCB0D78C}"/>
                    </a:ext>
                  </a:extLst>
                </p:cNvPr>
                <p:cNvSpPr/>
                <p:nvPr/>
              </p:nvSpPr>
              <p:spPr>
                <a:xfrm>
                  <a:off x="289753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Financiera</a:t>
                  </a:r>
                </a:p>
              </p:txBody>
            </p:sp>
            <p:grpSp>
              <p:nvGrpSpPr>
                <p:cNvPr id="233" name="bcgIcons_Increase ">
                  <a:extLst>
                    <a:ext uri="{FF2B5EF4-FFF2-40B4-BE49-F238E27FC236}">
                      <a16:creationId xmlns:a16="http://schemas.microsoft.com/office/drawing/2014/main" id="{0C1EAA1D-0D0D-8102-BEB4-888139FF94B8}"/>
                    </a:ext>
                  </a:extLst>
                </p:cNvPr>
                <p:cNvGrpSpPr>
                  <a:grpSpLocks noChangeAspect="1"/>
                </p:cNvGrpSpPr>
                <p:nvPr/>
              </p:nvGrpSpPr>
              <p:grpSpPr>
                <a:xfrm>
                  <a:off x="3179473" y="1827711"/>
                  <a:ext cx="418454" cy="418454"/>
                  <a:chOff x="5273675" y="2606675"/>
                  <a:chExt cx="1644650" cy="1644650"/>
                </a:xfrm>
              </p:grpSpPr>
              <p:sp>
                <p:nvSpPr>
                  <p:cNvPr id="234" name="AutoShape 3">
                    <a:extLst>
                      <a:ext uri="{FF2B5EF4-FFF2-40B4-BE49-F238E27FC236}">
                        <a16:creationId xmlns:a16="http://schemas.microsoft.com/office/drawing/2014/main" id="{D16D8D01-2AA2-5570-16CA-1EBF65DBB9ED}"/>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35" name="Group 234">
                    <a:extLst>
                      <a:ext uri="{FF2B5EF4-FFF2-40B4-BE49-F238E27FC236}">
                        <a16:creationId xmlns:a16="http://schemas.microsoft.com/office/drawing/2014/main" id="{D6D33624-D853-3495-6AAB-140CB4223E4F}"/>
                      </a:ext>
                    </a:extLst>
                  </p:cNvPr>
                  <p:cNvGrpSpPr>
                    <a:grpSpLocks/>
                  </p:cNvGrpSpPr>
                  <p:nvPr/>
                </p:nvGrpSpPr>
                <p:grpSpPr>
                  <a:xfrm>
                    <a:off x="5443538" y="2962275"/>
                    <a:ext cx="1304925" cy="930275"/>
                    <a:chOff x="5443538" y="2962275"/>
                    <a:chExt cx="1304925" cy="930275"/>
                  </a:xfrm>
                </p:grpSpPr>
                <p:sp>
                  <p:nvSpPr>
                    <p:cNvPr id="236" name="Freeform 15">
                      <a:extLst>
                        <a:ext uri="{FF2B5EF4-FFF2-40B4-BE49-F238E27FC236}">
                          <a16:creationId xmlns:a16="http://schemas.microsoft.com/office/drawing/2014/main" id="{2BC2E8ED-330A-79DF-4872-3A3C7DF923C4}"/>
                        </a:ext>
                      </a:extLst>
                    </p:cNvPr>
                    <p:cNvSpPr>
                      <a:spLocks/>
                    </p:cNvSpPr>
                    <p:nvPr/>
                  </p:nvSpPr>
                  <p:spPr bwMode="auto">
                    <a:xfrm>
                      <a:off x="5443538" y="2962275"/>
                      <a:ext cx="1304925" cy="930275"/>
                    </a:xfrm>
                    <a:custGeom>
                      <a:avLst/>
                      <a:gdLst>
                        <a:gd name="connsiteX0" fmla="*/ 806015 w 1304925"/>
                        <a:gd name="connsiteY0" fmla="*/ 92633 h 930275"/>
                        <a:gd name="connsiteX1" fmla="*/ 945135 w 1304925"/>
                        <a:gd name="connsiteY1" fmla="*/ 125524 h 930275"/>
                        <a:gd name="connsiteX2" fmla="*/ 945848 w 1304925"/>
                        <a:gd name="connsiteY2" fmla="*/ 125524 h 930275"/>
                        <a:gd name="connsiteX3" fmla="*/ 946562 w 1304925"/>
                        <a:gd name="connsiteY3" fmla="*/ 125524 h 930275"/>
                        <a:gd name="connsiteX4" fmla="*/ 947989 w 1304925"/>
                        <a:gd name="connsiteY4" fmla="*/ 126239 h 930275"/>
                        <a:gd name="connsiteX5" fmla="*/ 949415 w 1304925"/>
                        <a:gd name="connsiteY5" fmla="*/ 126954 h 930275"/>
                        <a:gd name="connsiteX6" fmla="*/ 950129 w 1304925"/>
                        <a:gd name="connsiteY6" fmla="*/ 127669 h 930275"/>
                        <a:gd name="connsiteX7" fmla="*/ 950842 w 1304925"/>
                        <a:gd name="connsiteY7" fmla="*/ 127669 h 930275"/>
                        <a:gd name="connsiteX8" fmla="*/ 951556 w 1304925"/>
                        <a:gd name="connsiteY8" fmla="*/ 128384 h 930275"/>
                        <a:gd name="connsiteX9" fmla="*/ 952269 w 1304925"/>
                        <a:gd name="connsiteY9" fmla="*/ 129099 h 930275"/>
                        <a:gd name="connsiteX10" fmla="*/ 952983 w 1304925"/>
                        <a:gd name="connsiteY10" fmla="*/ 129099 h 930275"/>
                        <a:gd name="connsiteX11" fmla="*/ 952983 w 1304925"/>
                        <a:gd name="connsiteY11" fmla="*/ 129814 h 930275"/>
                        <a:gd name="connsiteX12" fmla="*/ 953696 w 1304925"/>
                        <a:gd name="connsiteY12" fmla="*/ 130529 h 930275"/>
                        <a:gd name="connsiteX13" fmla="*/ 954409 w 1304925"/>
                        <a:gd name="connsiteY13" fmla="*/ 131244 h 930275"/>
                        <a:gd name="connsiteX14" fmla="*/ 955123 w 1304925"/>
                        <a:gd name="connsiteY14" fmla="*/ 131959 h 930275"/>
                        <a:gd name="connsiteX15" fmla="*/ 955836 w 1304925"/>
                        <a:gd name="connsiteY15" fmla="*/ 133389 h 930275"/>
                        <a:gd name="connsiteX16" fmla="*/ 956550 w 1304925"/>
                        <a:gd name="connsiteY16" fmla="*/ 134819 h 930275"/>
                        <a:gd name="connsiteX17" fmla="*/ 956550 w 1304925"/>
                        <a:gd name="connsiteY17" fmla="*/ 135534 h 930275"/>
                        <a:gd name="connsiteX18" fmla="*/ 956550 w 1304925"/>
                        <a:gd name="connsiteY18" fmla="*/ 136249 h 930275"/>
                        <a:gd name="connsiteX19" fmla="*/ 957263 w 1304925"/>
                        <a:gd name="connsiteY19" fmla="*/ 136249 h 930275"/>
                        <a:gd name="connsiteX20" fmla="*/ 957263 w 1304925"/>
                        <a:gd name="connsiteY20" fmla="*/ 136965 h 930275"/>
                        <a:gd name="connsiteX21" fmla="*/ 957263 w 1304925"/>
                        <a:gd name="connsiteY21" fmla="*/ 137680 h 930275"/>
                        <a:gd name="connsiteX22" fmla="*/ 957263 w 1304925"/>
                        <a:gd name="connsiteY22" fmla="*/ 138395 h 930275"/>
                        <a:gd name="connsiteX23" fmla="*/ 957263 w 1304925"/>
                        <a:gd name="connsiteY23" fmla="*/ 139110 h 930275"/>
                        <a:gd name="connsiteX24" fmla="*/ 957263 w 1304925"/>
                        <a:gd name="connsiteY24" fmla="*/ 139825 h 930275"/>
                        <a:gd name="connsiteX25" fmla="*/ 957263 w 1304925"/>
                        <a:gd name="connsiteY25" fmla="*/ 140540 h 930275"/>
                        <a:gd name="connsiteX26" fmla="*/ 957263 w 1304925"/>
                        <a:gd name="connsiteY26" fmla="*/ 141255 h 930275"/>
                        <a:gd name="connsiteX27" fmla="*/ 957263 w 1304925"/>
                        <a:gd name="connsiteY27" fmla="*/ 141970 h 930275"/>
                        <a:gd name="connsiteX28" fmla="*/ 957263 w 1304925"/>
                        <a:gd name="connsiteY28" fmla="*/ 142685 h 930275"/>
                        <a:gd name="connsiteX29" fmla="*/ 957263 w 1304925"/>
                        <a:gd name="connsiteY29" fmla="*/ 143400 h 930275"/>
                        <a:gd name="connsiteX30" fmla="*/ 957263 w 1304925"/>
                        <a:gd name="connsiteY30" fmla="*/ 144115 h 930275"/>
                        <a:gd name="connsiteX31" fmla="*/ 957263 w 1304925"/>
                        <a:gd name="connsiteY31" fmla="*/ 144830 h 930275"/>
                        <a:gd name="connsiteX32" fmla="*/ 956550 w 1304925"/>
                        <a:gd name="connsiteY32" fmla="*/ 145545 h 930275"/>
                        <a:gd name="connsiteX33" fmla="*/ 956550 w 1304925"/>
                        <a:gd name="connsiteY33" fmla="*/ 146260 h 930275"/>
                        <a:gd name="connsiteX34" fmla="*/ 956550 w 1304925"/>
                        <a:gd name="connsiteY34" fmla="*/ 146975 h 930275"/>
                        <a:gd name="connsiteX35" fmla="*/ 955836 w 1304925"/>
                        <a:gd name="connsiteY35" fmla="*/ 146975 h 930275"/>
                        <a:gd name="connsiteX36" fmla="*/ 897335 w 1304925"/>
                        <a:gd name="connsiteY36" fmla="*/ 278539 h 930275"/>
                        <a:gd name="connsiteX37" fmla="*/ 883066 w 1304925"/>
                        <a:gd name="connsiteY37" fmla="*/ 287834 h 930275"/>
                        <a:gd name="connsiteX38" fmla="*/ 876645 w 1304925"/>
                        <a:gd name="connsiteY38" fmla="*/ 286404 h 930275"/>
                        <a:gd name="connsiteX39" fmla="*/ 868797 w 1304925"/>
                        <a:gd name="connsiteY39" fmla="*/ 265668 h 930275"/>
                        <a:gd name="connsiteX40" fmla="*/ 909463 w 1304925"/>
                        <a:gd name="connsiteY40" fmla="*/ 174146 h 930275"/>
                        <a:gd name="connsiteX41" fmla="*/ 199595 w 1304925"/>
                        <a:gd name="connsiteY41" fmla="*/ 528081 h 930275"/>
                        <a:gd name="connsiteX42" fmla="*/ 193175 w 1304925"/>
                        <a:gd name="connsiteY42" fmla="*/ 530226 h 930275"/>
                        <a:gd name="connsiteX43" fmla="*/ 178906 w 1304925"/>
                        <a:gd name="connsiteY43" fmla="*/ 520931 h 930275"/>
                        <a:gd name="connsiteX44" fmla="*/ 186040 w 1304925"/>
                        <a:gd name="connsiteY44" fmla="*/ 500195 h 930275"/>
                        <a:gd name="connsiteX45" fmla="*/ 895908 w 1304925"/>
                        <a:gd name="connsiteY45" fmla="*/ 146260 h 930275"/>
                        <a:gd name="connsiteX46" fmla="*/ 798881 w 1304925"/>
                        <a:gd name="connsiteY46" fmla="*/ 123379 h 930275"/>
                        <a:gd name="connsiteX47" fmla="*/ 787466 w 1304925"/>
                        <a:gd name="connsiteY47" fmla="*/ 104789 h 930275"/>
                        <a:gd name="connsiteX48" fmla="*/ 806015 w 1304925"/>
                        <a:gd name="connsiteY48" fmla="*/ 92633 h 930275"/>
                        <a:gd name="connsiteX49" fmla="*/ 31750 w 1304925"/>
                        <a:gd name="connsiteY49" fmla="*/ 31750 h 930275"/>
                        <a:gd name="connsiteX50" fmla="*/ 31750 w 1304925"/>
                        <a:gd name="connsiteY50" fmla="*/ 900113 h 930275"/>
                        <a:gd name="connsiteX51" fmla="*/ 1273175 w 1304925"/>
                        <a:gd name="connsiteY51" fmla="*/ 900113 h 930275"/>
                        <a:gd name="connsiteX52" fmla="*/ 1273175 w 1304925"/>
                        <a:gd name="connsiteY52" fmla="*/ 31750 h 930275"/>
                        <a:gd name="connsiteX53" fmla="*/ 31750 w 1304925"/>
                        <a:gd name="connsiteY53" fmla="*/ 31750 h 930275"/>
                        <a:gd name="connsiteX54" fmla="*/ 15722 w 1304925"/>
                        <a:gd name="connsiteY54" fmla="*/ 0 h 930275"/>
                        <a:gd name="connsiteX55" fmla="*/ 1289203 w 1304925"/>
                        <a:gd name="connsiteY55" fmla="*/ 0 h 930275"/>
                        <a:gd name="connsiteX56" fmla="*/ 1304925 w 1304925"/>
                        <a:gd name="connsiteY56" fmla="*/ 15695 h 930275"/>
                        <a:gd name="connsiteX57" fmla="*/ 1304925 w 1304925"/>
                        <a:gd name="connsiteY57" fmla="*/ 914580 h 930275"/>
                        <a:gd name="connsiteX58" fmla="*/ 1289203 w 1304925"/>
                        <a:gd name="connsiteY58" fmla="*/ 930275 h 930275"/>
                        <a:gd name="connsiteX59" fmla="*/ 15722 w 1304925"/>
                        <a:gd name="connsiteY59" fmla="*/ 930275 h 930275"/>
                        <a:gd name="connsiteX60" fmla="*/ 0 w 1304925"/>
                        <a:gd name="connsiteY60" fmla="*/ 914580 h 930275"/>
                        <a:gd name="connsiteX61" fmla="*/ 0 w 1304925"/>
                        <a:gd name="connsiteY61" fmla="*/ 15695 h 930275"/>
                        <a:gd name="connsiteX62" fmla="*/ 15722 w 1304925"/>
                        <a:gd name="connsiteY62"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04925" h="930275">
                          <a:moveTo>
                            <a:pt x="806015" y="92633"/>
                          </a:moveTo>
                          <a:cubicBezTo>
                            <a:pt x="806015" y="92633"/>
                            <a:pt x="806015" y="92633"/>
                            <a:pt x="945135" y="125524"/>
                          </a:cubicBezTo>
                          <a:cubicBezTo>
                            <a:pt x="945135" y="125524"/>
                            <a:pt x="945135" y="125524"/>
                            <a:pt x="945848" y="125524"/>
                          </a:cubicBezTo>
                          <a:cubicBezTo>
                            <a:pt x="945848" y="125524"/>
                            <a:pt x="945848" y="125524"/>
                            <a:pt x="946562" y="125524"/>
                          </a:cubicBezTo>
                          <a:cubicBezTo>
                            <a:pt x="947275" y="125524"/>
                            <a:pt x="947275" y="126239"/>
                            <a:pt x="947989" y="126239"/>
                          </a:cubicBezTo>
                          <a:cubicBezTo>
                            <a:pt x="948702" y="126239"/>
                            <a:pt x="948702" y="126954"/>
                            <a:pt x="949415" y="126954"/>
                          </a:cubicBezTo>
                          <a:cubicBezTo>
                            <a:pt x="950129" y="126954"/>
                            <a:pt x="950129" y="127669"/>
                            <a:pt x="950129" y="127669"/>
                          </a:cubicBezTo>
                          <a:cubicBezTo>
                            <a:pt x="950842" y="127669"/>
                            <a:pt x="950842" y="127669"/>
                            <a:pt x="950842" y="127669"/>
                          </a:cubicBezTo>
                          <a:cubicBezTo>
                            <a:pt x="950842" y="128384"/>
                            <a:pt x="951556" y="128384"/>
                            <a:pt x="951556" y="128384"/>
                          </a:cubicBezTo>
                          <a:cubicBezTo>
                            <a:pt x="951556" y="128384"/>
                            <a:pt x="952269" y="128384"/>
                            <a:pt x="952269" y="129099"/>
                          </a:cubicBezTo>
                          <a:cubicBezTo>
                            <a:pt x="952269" y="129099"/>
                            <a:pt x="952269" y="129099"/>
                            <a:pt x="952983" y="129099"/>
                          </a:cubicBezTo>
                          <a:cubicBezTo>
                            <a:pt x="952983" y="129814"/>
                            <a:pt x="952983" y="129814"/>
                            <a:pt x="952983" y="129814"/>
                          </a:cubicBezTo>
                          <a:cubicBezTo>
                            <a:pt x="953696" y="130529"/>
                            <a:pt x="953696" y="130529"/>
                            <a:pt x="953696" y="130529"/>
                          </a:cubicBezTo>
                          <a:cubicBezTo>
                            <a:pt x="953696" y="130529"/>
                            <a:pt x="953696" y="130529"/>
                            <a:pt x="954409" y="131244"/>
                          </a:cubicBezTo>
                          <a:cubicBezTo>
                            <a:pt x="954409" y="131959"/>
                            <a:pt x="954409" y="131959"/>
                            <a:pt x="955123" y="131959"/>
                          </a:cubicBezTo>
                          <a:cubicBezTo>
                            <a:pt x="955123" y="132674"/>
                            <a:pt x="955123" y="132674"/>
                            <a:pt x="955836" y="133389"/>
                          </a:cubicBezTo>
                          <a:cubicBezTo>
                            <a:pt x="955836" y="134104"/>
                            <a:pt x="956550" y="134819"/>
                            <a:pt x="956550" y="134819"/>
                          </a:cubicBezTo>
                          <a:cubicBezTo>
                            <a:pt x="956550" y="135534"/>
                            <a:pt x="956550" y="135534"/>
                            <a:pt x="956550" y="135534"/>
                          </a:cubicBezTo>
                          <a:cubicBezTo>
                            <a:pt x="956550" y="135534"/>
                            <a:pt x="956550" y="135534"/>
                            <a:pt x="956550" y="136249"/>
                          </a:cubicBezTo>
                          <a:cubicBezTo>
                            <a:pt x="956550" y="136249"/>
                            <a:pt x="956550" y="136249"/>
                            <a:pt x="957263" y="136249"/>
                          </a:cubicBezTo>
                          <a:cubicBezTo>
                            <a:pt x="957263" y="136965"/>
                            <a:pt x="957263" y="136965"/>
                            <a:pt x="957263" y="136965"/>
                          </a:cubicBezTo>
                          <a:cubicBezTo>
                            <a:pt x="957263" y="136965"/>
                            <a:pt x="957263" y="136965"/>
                            <a:pt x="957263" y="137680"/>
                          </a:cubicBezTo>
                          <a:cubicBezTo>
                            <a:pt x="957263" y="137680"/>
                            <a:pt x="957263" y="137680"/>
                            <a:pt x="957263" y="138395"/>
                          </a:cubicBezTo>
                          <a:cubicBezTo>
                            <a:pt x="957263" y="138395"/>
                            <a:pt x="957263" y="138395"/>
                            <a:pt x="957263" y="139110"/>
                          </a:cubicBezTo>
                          <a:cubicBezTo>
                            <a:pt x="957263" y="139110"/>
                            <a:pt x="957263" y="139110"/>
                            <a:pt x="957263" y="139825"/>
                          </a:cubicBezTo>
                          <a:cubicBezTo>
                            <a:pt x="957263" y="139825"/>
                            <a:pt x="957263" y="139825"/>
                            <a:pt x="957263" y="140540"/>
                          </a:cubicBezTo>
                          <a:cubicBezTo>
                            <a:pt x="957263" y="140540"/>
                            <a:pt x="957263" y="140540"/>
                            <a:pt x="957263" y="141255"/>
                          </a:cubicBezTo>
                          <a:cubicBezTo>
                            <a:pt x="957263" y="141255"/>
                            <a:pt x="957263" y="141255"/>
                            <a:pt x="957263" y="141970"/>
                          </a:cubicBezTo>
                          <a:cubicBezTo>
                            <a:pt x="957263" y="141970"/>
                            <a:pt x="957263" y="141970"/>
                            <a:pt x="957263" y="142685"/>
                          </a:cubicBezTo>
                          <a:cubicBezTo>
                            <a:pt x="957263" y="142685"/>
                            <a:pt x="957263" y="142685"/>
                            <a:pt x="957263" y="143400"/>
                          </a:cubicBezTo>
                          <a:cubicBezTo>
                            <a:pt x="957263" y="143400"/>
                            <a:pt x="957263" y="143400"/>
                            <a:pt x="957263" y="144115"/>
                          </a:cubicBezTo>
                          <a:cubicBezTo>
                            <a:pt x="957263" y="144115"/>
                            <a:pt x="957263" y="144115"/>
                            <a:pt x="957263" y="144830"/>
                          </a:cubicBezTo>
                          <a:cubicBezTo>
                            <a:pt x="956550" y="144830"/>
                            <a:pt x="956550" y="145545"/>
                            <a:pt x="956550" y="145545"/>
                          </a:cubicBezTo>
                          <a:cubicBezTo>
                            <a:pt x="956550" y="146260"/>
                            <a:pt x="956550" y="146260"/>
                            <a:pt x="956550" y="146260"/>
                          </a:cubicBezTo>
                          <a:cubicBezTo>
                            <a:pt x="956550" y="146975"/>
                            <a:pt x="956550" y="146975"/>
                            <a:pt x="956550" y="146975"/>
                          </a:cubicBezTo>
                          <a:cubicBezTo>
                            <a:pt x="956550" y="146975"/>
                            <a:pt x="956550" y="146975"/>
                            <a:pt x="955836" y="146975"/>
                          </a:cubicBezTo>
                          <a:cubicBezTo>
                            <a:pt x="955836" y="146975"/>
                            <a:pt x="955836" y="146975"/>
                            <a:pt x="897335" y="278539"/>
                          </a:cubicBezTo>
                          <a:cubicBezTo>
                            <a:pt x="895194" y="284259"/>
                            <a:pt x="889487" y="287834"/>
                            <a:pt x="883066" y="287834"/>
                          </a:cubicBezTo>
                          <a:cubicBezTo>
                            <a:pt x="880926" y="287834"/>
                            <a:pt x="878785" y="287119"/>
                            <a:pt x="876645" y="286404"/>
                          </a:cubicBezTo>
                          <a:cubicBezTo>
                            <a:pt x="868797" y="282829"/>
                            <a:pt x="865230" y="273534"/>
                            <a:pt x="868797" y="265668"/>
                          </a:cubicBezTo>
                          <a:cubicBezTo>
                            <a:pt x="868797" y="265668"/>
                            <a:pt x="868797" y="265668"/>
                            <a:pt x="909463" y="174146"/>
                          </a:cubicBezTo>
                          <a:cubicBezTo>
                            <a:pt x="909463" y="174146"/>
                            <a:pt x="909463" y="174146"/>
                            <a:pt x="199595" y="528081"/>
                          </a:cubicBezTo>
                          <a:cubicBezTo>
                            <a:pt x="197455" y="529511"/>
                            <a:pt x="195315" y="530226"/>
                            <a:pt x="193175" y="530226"/>
                          </a:cubicBezTo>
                          <a:cubicBezTo>
                            <a:pt x="186754" y="530226"/>
                            <a:pt x="181760" y="526651"/>
                            <a:pt x="178906" y="520931"/>
                          </a:cubicBezTo>
                          <a:cubicBezTo>
                            <a:pt x="174625" y="513066"/>
                            <a:pt x="178192" y="503770"/>
                            <a:pt x="186040" y="500195"/>
                          </a:cubicBezTo>
                          <a:cubicBezTo>
                            <a:pt x="186040" y="500195"/>
                            <a:pt x="186040" y="500195"/>
                            <a:pt x="895908" y="146260"/>
                          </a:cubicBezTo>
                          <a:cubicBezTo>
                            <a:pt x="895908" y="146260"/>
                            <a:pt x="895908" y="146260"/>
                            <a:pt x="798881" y="123379"/>
                          </a:cubicBezTo>
                          <a:cubicBezTo>
                            <a:pt x="791033" y="121234"/>
                            <a:pt x="785325" y="112654"/>
                            <a:pt x="787466" y="104789"/>
                          </a:cubicBezTo>
                          <a:cubicBezTo>
                            <a:pt x="789606" y="96208"/>
                            <a:pt x="798167" y="90488"/>
                            <a:pt x="806015" y="92633"/>
                          </a:cubicBezTo>
                          <a:close/>
                          <a:moveTo>
                            <a:pt x="31750" y="31750"/>
                          </a:moveTo>
                          <a:cubicBezTo>
                            <a:pt x="31750" y="900113"/>
                            <a:pt x="31750" y="900113"/>
                            <a:pt x="31750" y="900113"/>
                          </a:cubicBezTo>
                          <a:cubicBezTo>
                            <a:pt x="1273175" y="900113"/>
                            <a:pt x="1273175" y="900113"/>
                            <a:pt x="1273175" y="900113"/>
                          </a:cubicBezTo>
                          <a:cubicBezTo>
                            <a:pt x="1273175" y="31750"/>
                            <a:pt x="1273175" y="31750"/>
                            <a:pt x="1273175" y="31750"/>
                          </a:cubicBezTo>
                          <a:cubicBezTo>
                            <a:pt x="31750" y="31750"/>
                            <a:pt x="31750" y="31750"/>
                            <a:pt x="31750" y="31750"/>
                          </a:cubicBezTo>
                          <a:close/>
                          <a:moveTo>
                            <a:pt x="15722" y="0"/>
                          </a:moveTo>
                          <a:cubicBezTo>
                            <a:pt x="15722" y="0"/>
                            <a:pt x="15722" y="0"/>
                            <a:pt x="1289203" y="0"/>
                          </a:cubicBezTo>
                          <a:cubicBezTo>
                            <a:pt x="1297779" y="0"/>
                            <a:pt x="1304925" y="6421"/>
                            <a:pt x="1304925" y="15695"/>
                          </a:cubicBezTo>
                          <a:cubicBezTo>
                            <a:pt x="1304925" y="15695"/>
                            <a:pt x="1304925" y="15695"/>
                            <a:pt x="1304925" y="914580"/>
                          </a:cubicBezTo>
                          <a:cubicBezTo>
                            <a:pt x="1304925" y="923855"/>
                            <a:pt x="1297779" y="930275"/>
                            <a:pt x="1289203" y="930275"/>
                          </a:cubicBezTo>
                          <a:cubicBezTo>
                            <a:pt x="1289203" y="930275"/>
                            <a:pt x="1289203" y="930275"/>
                            <a:pt x="15722" y="930275"/>
                          </a:cubicBezTo>
                          <a:cubicBezTo>
                            <a:pt x="7147" y="930275"/>
                            <a:pt x="0" y="923855"/>
                            <a:pt x="0" y="914580"/>
                          </a:cubicBezTo>
                          <a:cubicBezTo>
                            <a:pt x="0" y="914580"/>
                            <a:pt x="0" y="914580"/>
                            <a:pt x="0" y="15695"/>
                          </a:cubicBezTo>
                          <a:cubicBezTo>
                            <a:pt x="0" y="6421"/>
                            <a:pt x="7147" y="0"/>
                            <a:pt x="1572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37" name="Freeform 16">
                      <a:extLst>
                        <a:ext uri="{FF2B5EF4-FFF2-40B4-BE49-F238E27FC236}">
                          <a16:creationId xmlns:a16="http://schemas.microsoft.com/office/drawing/2014/main" id="{4254FCE2-F8A6-B8DB-45BB-D3045024A7C9}"/>
                        </a:ext>
                      </a:extLst>
                    </p:cNvPr>
                    <p:cNvSpPr>
                      <a:spLocks/>
                    </p:cNvSpPr>
                    <p:nvPr/>
                  </p:nvSpPr>
                  <p:spPr bwMode="auto">
                    <a:xfrm>
                      <a:off x="5508625" y="3178175"/>
                      <a:ext cx="1174751" cy="654051"/>
                    </a:xfrm>
                    <a:custGeom>
                      <a:avLst/>
                      <a:gdLst>
                        <a:gd name="connsiteX0" fmla="*/ 14944 w 1174751"/>
                        <a:gd name="connsiteY0" fmla="*/ 555625 h 654051"/>
                        <a:gd name="connsiteX1" fmla="*/ 252632 w 1174751"/>
                        <a:gd name="connsiteY1" fmla="*/ 555625 h 654051"/>
                        <a:gd name="connsiteX2" fmla="*/ 268288 w 1174751"/>
                        <a:gd name="connsiteY2" fmla="*/ 571316 h 654051"/>
                        <a:gd name="connsiteX3" fmla="*/ 268288 w 1174751"/>
                        <a:gd name="connsiteY3" fmla="*/ 638359 h 654051"/>
                        <a:gd name="connsiteX4" fmla="*/ 252632 w 1174751"/>
                        <a:gd name="connsiteY4" fmla="*/ 654050 h 654051"/>
                        <a:gd name="connsiteX5" fmla="*/ 14944 w 1174751"/>
                        <a:gd name="connsiteY5" fmla="*/ 654050 h 654051"/>
                        <a:gd name="connsiteX6" fmla="*/ 0 w 1174751"/>
                        <a:gd name="connsiteY6" fmla="*/ 638359 h 654051"/>
                        <a:gd name="connsiteX7" fmla="*/ 0 w 1174751"/>
                        <a:gd name="connsiteY7" fmla="*/ 571316 h 654051"/>
                        <a:gd name="connsiteX8" fmla="*/ 14944 w 1174751"/>
                        <a:gd name="connsiteY8" fmla="*/ 555625 h 654051"/>
                        <a:gd name="connsiteX9" fmla="*/ 317332 w 1174751"/>
                        <a:gd name="connsiteY9" fmla="*/ 373063 h 654051"/>
                        <a:gd name="connsiteX10" fmla="*/ 555793 w 1174751"/>
                        <a:gd name="connsiteY10" fmla="*/ 373063 h 654051"/>
                        <a:gd name="connsiteX11" fmla="*/ 571500 w 1174751"/>
                        <a:gd name="connsiteY11" fmla="*/ 389550 h 654051"/>
                        <a:gd name="connsiteX12" fmla="*/ 571500 w 1174751"/>
                        <a:gd name="connsiteY12" fmla="*/ 638281 h 654051"/>
                        <a:gd name="connsiteX13" fmla="*/ 555793 w 1174751"/>
                        <a:gd name="connsiteY13" fmla="*/ 654051 h 654051"/>
                        <a:gd name="connsiteX14" fmla="*/ 317332 w 1174751"/>
                        <a:gd name="connsiteY14" fmla="*/ 654051 h 654051"/>
                        <a:gd name="connsiteX15" fmla="*/ 301625 w 1174751"/>
                        <a:gd name="connsiteY15" fmla="*/ 638281 h 654051"/>
                        <a:gd name="connsiteX16" fmla="*/ 301625 w 1174751"/>
                        <a:gd name="connsiteY16" fmla="*/ 389550 h 654051"/>
                        <a:gd name="connsiteX17" fmla="*/ 317332 w 1174751"/>
                        <a:gd name="connsiteY17" fmla="*/ 373063 h 654051"/>
                        <a:gd name="connsiteX18" fmla="*/ 618957 w 1174751"/>
                        <a:gd name="connsiteY18" fmla="*/ 182563 h 654051"/>
                        <a:gd name="connsiteX19" fmla="*/ 857418 w 1174751"/>
                        <a:gd name="connsiteY19" fmla="*/ 182563 h 654051"/>
                        <a:gd name="connsiteX20" fmla="*/ 873125 w 1174751"/>
                        <a:gd name="connsiteY20" fmla="*/ 198303 h 654051"/>
                        <a:gd name="connsiteX21" fmla="*/ 873125 w 1174751"/>
                        <a:gd name="connsiteY21" fmla="*/ 638311 h 654051"/>
                        <a:gd name="connsiteX22" fmla="*/ 857418 w 1174751"/>
                        <a:gd name="connsiteY22" fmla="*/ 654051 h 654051"/>
                        <a:gd name="connsiteX23" fmla="*/ 618957 w 1174751"/>
                        <a:gd name="connsiteY23" fmla="*/ 654051 h 654051"/>
                        <a:gd name="connsiteX24" fmla="*/ 603250 w 1174751"/>
                        <a:gd name="connsiteY24" fmla="*/ 638311 h 654051"/>
                        <a:gd name="connsiteX25" fmla="*/ 603250 w 1174751"/>
                        <a:gd name="connsiteY25" fmla="*/ 198303 h 654051"/>
                        <a:gd name="connsiteX26" fmla="*/ 618957 w 1174751"/>
                        <a:gd name="connsiteY26" fmla="*/ 182563 h 654051"/>
                        <a:gd name="connsiteX27" fmla="*/ 922203 w 1174751"/>
                        <a:gd name="connsiteY27" fmla="*/ 0 h 654051"/>
                        <a:gd name="connsiteX28" fmla="*/ 1159727 w 1174751"/>
                        <a:gd name="connsiteY28" fmla="*/ 0 h 654051"/>
                        <a:gd name="connsiteX29" fmla="*/ 1174751 w 1174751"/>
                        <a:gd name="connsiteY29" fmla="*/ 15726 h 654051"/>
                        <a:gd name="connsiteX30" fmla="*/ 1174751 w 1174751"/>
                        <a:gd name="connsiteY30" fmla="*/ 638324 h 654051"/>
                        <a:gd name="connsiteX31" fmla="*/ 1159727 w 1174751"/>
                        <a:gd name="connsiteY31" fmla="*/ 654050 h 654051"/>
                        <a:gd name="connsiteX32" fmla="*/ 922203 w 1174751"/>
                        <a:gd name="connsiteY32" fmla="*/ 654050 h 654051"/>
                        <a:gd name="connsiteX33" fmla="*/ 906463 w 1174751"/>
                        <a:gd name="connsiteY33" fmla="*/ 638324 h 654051"/>
                        <a:gd name="connsiteX34" fmla="*/ 906463 w 1174751"/>
                        <a:gd name="connsiteY34" fmla="*/ 15726 h 654051"/>
                        <a:gd name="connsiteX35" fmla="*/ 922203 w 1174751"/>
                        <a:gd name="connsiteY35" fmla="*/ 0 h 654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74751" h="654051">
                          <a:moveTo>
                            <a:pt x="14944" y="555625"/>
                          </a:moveTo>
                          <a:cubicBezTo>
                            <a:pt x="14944" y="555625"/>
                            <a:pt x="14944" y="555625"/>
                            <a:pt x="252632" y="555625"/>
                          </a:cubicBezTo>
                          <a:cubicBezTo>
                            <a:pt x="261171" y="555625"/>
                            <a:pt x="268288" y="562757"/>
                            <a:pt x="268288" y="571316"/>
                          </a:cubicBezTo>
                          <a:cubicBezTo>
                            <a:pt x="268288" y="571316"/>
                            <a:pt x="268288" y="571316"/>
                            <a:pt x="268288" y="638359"/>
                          </a:cubicBezTo>
                          <a:cubicBezTo>
                            <a:pt x="268288" y="647631"/>
                            <a:pt x="261171" y="654050"/>
                            <a:pt x="252632" y="654050"/>
                          </a:cubicBezTo>
                          <a:cubicBezTo>
                            <a:pt x="252632" y="654050"/>
                            <a:pt x="252632" y="654050"/>
                            <a:pt x="14944" y="654050"/>
                          </a:cubicBezTo>
                          <a:cubicBezTo>
                            <a:pt x="7116" y="654050"/>
                            <a:pt x="0" y="647631"/>
                            <a:pt x="0" y="638359"/>
                          </a:cubicBezTo>
                          <a:cubicBezTo>
                            <a:pt x="0" y="638359"/>
                            <a:pt x="0" y="638359"/>
                            <a:pt x="0" y="571316"/>
                          </a:cubicBezTo>
                          <a:cubicBezTo>
                            <a:pt x="0" y="562757"/>
                            <a:pt x="7116" y="555625"/>
                            <a:pt x="14944" y="555625"/>
                          </a:cubicBezTo>
                          <a:close/>
                          <a:moveTo>
                            <a:pt x="317332" y="373063"/>
                          </a:moveTo>
                          <a:cubicBezTo>
                            <a:pt x="317332" y="373063"/>
                            <a:pt x="317332" y="373063"/>
                            <a:pt x="555793" y="373063"/>
                          </a:cubicBezTo>
                          <a:cubicBezTo>
                            <a:pt x="564360" y="373063"/>
                            <a:pt x="571500" y="379514"/>
                            <a:pt x="571500" y="389550"/>
                          </a:cubicBezTo>
                          <a:cubicBezTo>
                            <a:pt x="571500" y="389550"/>
                            <a:pt x="571500" y="389550"/>
                            <a:pt x="571500" y="638281"/>
                          </a:cubicBezTo>
                          <a:cubicBezTo>
                            <a:pt x="571500" y="647600"/>
                            <a:pt x="564360" y="654051"/>
                            <a:pt x="555793" y="654051"/>
                          </a:cubicBezTo>
                          <a:cubicBezTo>
                            <a:pt x="555793" y="654051"/>
                            <a:pt x="555793" y="654051"/>
                            <a:pt x="317332" y="654051"/>
                          </a:cubicBezTo>
                          <a:cubicBezTo>
                            <a:pt x="308050" y="654051"/>
                            <a:pt x="301625" y="647600"/>
                            <a:pt x="301625" y="638281"/>
                          </a:cubicBezTo>
                          <a:cubicBezTo>
                            <a:pt x="301625" y="638281"/>
                            <a:pt x="301625" y="638281"/>
                            <a:pt x="301625" y="389550"/>
                          </a:cubicBezTo>
                          <a:cubicBezTo>
                            <a:pt x="301625" y="379514"/>
                            <a:pt x="308050" y="373063"/>
                            <a:pt x="317332" y="373063"/>
                          </a:cubicBezTo>
                          <a:close/>
                          <a:moveTo>
                            <a:pt x="618957" y="182563"/>
                          </a:moveTo>
                          <a:cubicBezTo>
                            <a:pt x="618957" y="182563"/>
                            <a:pt x="618957" y="182563"/>
                            <a:pt x="857418" y="182563"/>
                          </a:cubicBezTo>
                          <a:cubicBezTo>
                            <a:pt x="866699" y="182563"/>
                            <a:pt x="873125" y="189718"/>
                            <a:pt x="873125" y="198303"/>
                          </a:cubicBezTo>
                          <a:cubicBezTo>
                            <a:pt x="873125" y="198303"/>
                            <a:pt x="873125" y="198303"/>
                            <a:pt x="873125" y="638311"/>
                          </a:cubicBezTo>
                          <a:cubicBezTo>
                            <a:pt x="873125" y="647612"/>
                            <a:pt x="866699" y="654051"/>
                            <a:pt x="857418" y="654051"/>
                          </a:cubicBezTo>
                          <a:cubicBezTo>
                            <a:pt x="857418" y="654051"/>
                            <a:pt x="857418" y="654051"/>
                            <a:pt x="618957" y="654051"/>
                          </a:cubicBezTo>
                          <a:cubicBezTo>
                            <a:pt x="610389" y="654051"/>
                            <a:pt x="603250" y="647612"/>
                            <a:pt x="603250" y="638311"/>
                          </a:cubicBezTo>
                          <a:cubicBezTo>
                            <a:pt x="603250" y="638311"/>
                            <a:pt x="603250" y="638311"/>
                            <a:pt x="603250" y="198303"/>
                          </a:cubicBezTo>
                          <a:cubicBezTo>
                            <a:pt x="603250" y="189718"/>
                            <a:pt x="610389" y="182563"/>
                            <a:pt x="618957" y="182563"/>
                          </a:cubicBezTo>
                          <a:close/>
                          <a:moveTo>
                            <a:pt x="922203" y="0"/>
                          </a:moveTo>
                          <a:cubicBezTo>
                            <a:pt x="922203" y="0"/>
                            <a:pt x="922203" y="0"/>
                            <a:pt x="1159727" y="0"/>
                          </a:cubicBezTo>
                          <a:cubicBezTo>
                            <a:pt x="1168312" y="0"/>
                            <a:pt x="1174751" y="7148"/>
                            <a:pt x="1174751" y="15726"/>
                          </a:cubicBezTo>
                          <a:cubicBezTo>
                            <a:pt x="1174751" y="15726"/>
                            <a:pt x="1174751" y="15726"/>
                            <a:pt x="1174751" y="638324"/>
                          </a:cubicBezTo>
                          <a:cubicBezTo>
                            <a:pt x="1174751" y="647617"/>
                            <a:pt x="1168312" y="654050"/>
                            <a:pt x="1159727" y="654050"/>
                          </a:cubicBezTo>
                          <a:cubicBezTo>
                            <a:pt x="1159727" y="654050"/>
                            <a:pt x="1159727" y="654050"/>
                            <a:pt x="922203" y="654050"/>
                          </a:cubicBezTo>
                          <a:cubicBezTo>
                            <a:pt x="912902" y="654050"/>
                            <a:pt x="906463" y="647617"/>
                            <a:pt x="906463" y="638324"/>
                          </a:cubicBezTo>
                          <a:cubicBezTo>
                            <a:pt x="906463" y="638324"/>
                            <a:pt x="906463" y="638324"/>
                            <a:pt x="906463" y="15726"/>
                          </a:cubicBezTo>
                          <a:cubicBezTo>
                            <a:pt x="906463" y="7148"/>
                            <a:pt x="912902" y="0"/>
                            <a:pt x="922203"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grpSp>
          <p:nvGrpSpPr>
            <p:cNvPr id="162" name="Grupo 161">
              <a:extLst>
                <a:ext uri="{FF2B5EF4-FFF2-40B4-BE49-F238E27FC236}">
                  <a16:creationId xmlns:a16="http://schemas.microsoft.com/office/drawing/2014/main" id="{E0071941-BB55-8F69-617B-941942A8B1FA}"/>
                </a:ext>
              </a:extLst>
            </p:cNvPr>
            <p:cNvGrpSpPr/>
            <p:nvPr/>
          </p:nvGrpSpPr>
          <p:grpSpPr>
            <a:xfrm>
              <a:off x="2377817" y="1494503"/>
              <a:ext cx="972001" cy="1122694"/>
              <a:chOff x="1749651" y="1669461"/>
              <a:chExt cx="1047298" cy="1122694"/>
            </a:xfrm>
          </p:grpSpPr>
          <p:sp>
            <p:nvSpPr>
              <p:cNvPr id="209" name="Rectangle: Rounded Corners 208">
                <a:extLst>
                  <a:ext uri="{FF2B5EF4-FFF2-40B4-BE49-F238E27FC236}">
                    <a16:creationId xmlns:a16="http://schemas.microsoft.com/office/drawing/2014/main" id="{96038563-6B7D-CE2C-0577-EBEB54AFEC27}"/>
                  </a:ext>
                </a:extLst>
              </p:cNvPr>
              <p:cNvSpPr/>
              <p:nvPr/>
            </p:nvSpPr>
            <p:spPr>
              <a:xfrm>
                <a:off x="181461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Requisitos Legales y Compromisos</a:t>
                </a:r>
              </a:p>
            </p:txBody>
          </p:sp>
          <p:sp>
            <p:nvSpPr>
              <p:cNvPr id="224" name="Oval 20">
                <a:extLst>
                  <a:ext uri="{FF2B5EF4-FFF2-40B4-BE49-F238E27FC236}">
                    <a16:creationId xmlns:a16="http://schemas.microsoft.com/office/drawing/2014/main" id="{8153A7FD-9B86-CF85-A441-7806BB938DE6}"/>
                  </a:ext>
                </a:extLst>
              </p:cNvPr>
              <p:cNvSpPr>
                <a:spLocks noChangeAspect="1" noChangeArrowheads="1"/>
              </p:cNvSpPr>
              <p:nvPr/>
            </p:nvSpPr>
            <p:spPr bwMode="auto">
              <a:xfrm>
                <a:off x="17496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5</a:t>
                </a:r>
              </a:p>
            </p:txBody>
          </p:sp>
          <p:grpSp>
            <p:nvGrpSpPr>
              <p:cNvPr id="238" name="bcgIcons_Regulatory ">
                <a:extLst>
                  <a:ext uri="{FF2B5EF4-FFF2-40B4-BE49-F238E27FC236}">
                    <a16:creationId xmlns:a16="http://schemas.microsoft.com/office/drawing/2014/main" id="{B2D7297D-03B3-1BE1-ED78-87C359DF7B26}"/>
                  </a:ext>
                </a:extLst>
              </p:cNvPr>
              <p:cNvGrpSpPr>
                <a:grpSpLocks noChangeAspect="1"/>
              </p:cNvGrpSpPr>
              <p:nvPr/>
            </p:nvGrpSpPr>
            <p:grpSpPr>
              <a:xfrm>
                <a:off x="2096552" y="1827711"/>
                <a:ext cx="418454" cy="418454"/>
                <a:chOff x="5273675" y="2606675"/>
                <a:chExt cx="1644650" cy="1644650"/>
              </a:xfrm>
            </p:grpSpPr>
            <p:sp>
              <p:nvSpPr>
                <p:cNvPr id="239" name="AutoShape 3">
                  <a:extLst>
                    <a:ext uri="{FF2B5EF4-FFF2-40B4-BE49-F238E27FC236}">
                      <a16:creationId xmlns:a16="http://schemas.microsoft.com/office/drawing/2014/main" id="{EDDAF80F-9C4B-135A-051A-DFBFF06D134F}"/>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40" name="Group 239">
                  <a:extLst>
                    <a:ext uri="{FF2B5EF4-FFF2-40B4-BE49-F238E27FC236}">
                      <a16:creationId xmlns:a16="http://schemas.microsoft.com/office/drawing/2014/main" id="{FC94036D-601E-1C18-B747-926761F05325}"/>
                    </a:ext>
                  </a:extLst>
                </p:cNvPr>
                <p:cNvGrpSpPr>
                  <a:grpSpLocks/>
                </p:cNvGrpSpPr>
                <p:nvPr/>
              </p:nvGrpSpPr>
              <p:grpSpPr>
                <a:xfrm>
                  <a:off x="5648325" y="2778124"/>
                  <a:ext cx="896938" cy="1304927"/>
                  <a:chOff x="5648325" y="2778124"/>
                  <a:chExt cx="896938" cy="1304927"/>
                </a:xfrm>
              </p:grpSpPr>
              <p:sp>
                <p:nvSpPr>
                  <p:cNvPr id="241" name="Freeform 21">
                    <a:extLst>
                      <a:ext uri="{FF2B5EF4-FFF2-40B4-BE49-F238E27FC236}">
                        <a16:creationId xmlns:a16="http://schemas.microsoft.com/office/drawing/2014/main" id="{D8FFCB4F-07D9-7BF5-CB56-6BAADA78A3C1}"/>
                      </a:ext>
                    </a:extLst>
                  </p:cNvPr>
                  <p:cNvSpPr>
                    <a:spLocks/>
                  </p:cNvSpPr>
                  <p:nvPr/>
                </p:nvSpPr>
                <p:spPr bwMode="auto">
                  <a:xfrm>
                    <a:off x="5648325" y="2890838"/>
                    <a:ext cx="896938" cy="1192213"/>
                  </a:xfrm>
                  <a:custGeom>
                    <a:avLst/>
                    <a:gdLst>
                      <a:gd name="connsiteX0" fmla="*/ 319134 w 896938"/>
                      <a:gd name="connsiteY0" fmla="*/ 817629 h 1192213"/>
                      <a:gd name="connsiteX1" fmla="*/ 341244 w 896938"/>
                      <a:gd name="connsiteY1" fmla="*/ 817629 h 1192213"/>
                      <a:gd name="connsiteX2" fmla="*/ 341244 w 896938"/>
                      <a:gd name="connsiteY2" fmla="*/ 839730 h 1192213"/>
                      <a:gd name="connsiteX3" fmla="*/ 310575 w 896938"/>
                      <a:gd name="connsiteY3" fmla="*/ 870387 h 1192213"/>
                      <a:gd name="connsiteX4" fmla="*/ 279193 w 896938"/>
                      <a:gd name="connsiteY4" fmla="*/ 901757 h 1192213"/>
                      <a:gd name="connsiteX5" fmla="*/ 255657 w 896938"/>
                      <a:gd name="connsiteY5" fmla="*/ 925997 h 1192213"/>
                      <a:gd name="connsiteX6" fmla="*/ 244245 w 896938"/>
                      <a:gd name="connsiteY6" fmla="*/ 930275 h 1192213"/>
                      <a:gd name="connsiteX7" fmla="*/ 232834 w 896938"/>
                      <a:gd name="connsiteY7" fmla="*/ 925997 h 1192213"/>
                      <a:gd name="connsiteX8" fmla="*/ 205731 w 896938"/>
                      <a:gd name="connsiteY8" fmla="*/ 898192 h 1192213"/>
                      <a:gd name="connsiteX9" fmla="*/ 205731 w 896938"/>
                      <a:gd name="connsiteY9" fmla="*/ 876091 h 1192213"/>
                      <a:gd name="connsiteX10" fmla="*/ 227841 w 896938"/>
                      <a:gd name="connsiteY10" fmla="*/ 876091 h 1192213"/>
                      <a:gd name="connsiteX11" fmla="*/ 244245 w 896938"/>
                      <a:gd name="connsiteY11" fmla="*/ 892489 h 1192213"/>
                      <a:gd name="connsiteX12" fmla="*/ 277767 w 896938"/>
                      <a:gd name="connsiteY12" fmla="*/ 858980 h 1192213"/>
                      <a:gd name="connsiteX13" fmla="*/ 305583 w 896938"/>
                      <a:gd name="connsiteY13" fmla="*/ 831175 h 1192213"/>
                      <a:gd name="connsiteX14" fmla="*/ 319134 w 896938"/>
                      <a:gd name="connsiteY14" fmla="*/ 817629 h 1192213"/>
                      <a:gd name="connsiteX15" fmla="*/ 15686 w 896938"/>
                      <a:gd name="connsiteY15" fmla="*/ 0 h 1192213"/>
                      <a:gd name="connsiteX16" fmla="*/ 272361 w 896938"/>
                      <a:gd name="connsiteY16" fmla="*/ 0 h 1192213"/>
                      <a:gd name="connsiteX17" fmla="*/ 272361 w 896938"/>
                      <a:gd name="connsiteY17" fmla="*/ 31412 h 1192213"/>
                      <a:gd name="connsiteX18" fmla="*/ 31372 w 896938"/>
                      <a:gd name="connsiteY18" fmla="*/ 31412 h 1192213"/>
                      <a:gd name="connsiteX19" fmla="*/ 31372 w 896938"/>
                      <a:gd name="connsiteY19" fmla="*/ 1160802 h 1192213"/>
                      <a:gd name="connsiteX20" fmla="*/ 865567 w 896938"/>
                      <a:gd name="connsiteY20" fmla="*/ 1160802 h 1192213"/>
                      <a:gd name="connsiteX21" fmla="*/ 865567 w 896938"/>
                      <a:gd name="connsiteY21" fmla="*/ 31412 h 1192213"/>
                      <a:gd name="connsiteX22" fmla="*/ 624577 w 896938"/>
                      <a:gd name="connsiteY22" fmla="*/ 31412 h 1192213"/>
                      <a:gd name="connsiteX23" fmla="*/ 624577 w 896938"/>
                      <a:gd name="connsiteY23" fmla="*/ 0 h 1192213"/>
                      <a:gd name="connsiteX24" fmla="*/ 881252 w 896938"/>
                      <a:gd name="connsiteY24" fmla="*/ 0 h 1192213"/>
                      <a:gd name="connsiteX25" fmla="*/ 896938 w 896938"/>
                      <a:gd name="connsiteY25" fmla="*/ 15706 h 1192213"/>
                      <a:gd name="connsiteX26" fmla="*/ 896938 w 896938"/>
                      <a:gd name="connsiteY26" fmla="*/ 1176507 h 1192213"/>
                      <a:gd name="connsiteX27" fmla="*/ 881252 w 896938"/>
                      <a:gd name="connsiteY27" fmla="*/ 1192213 h 1192213"/>
                      <a:gd name="connsiteX28" fmla="*/ 15686 w 896938"/>
                      <a:gd name="connsiteY28" fmla="*/ 1192213 h 1192213"/>
                      <a:gd name="connsiteX29" fmla="*/ 0 w 896938"/>
                      <a:gd name="connsiteY29" fmla="*/ 1176507 h 1192213"/>
                      <a:gd name="connsiteX30" fmla="*/ 0 w 896938"/>
                      <a:gd name="connsiteY30" fmla="*/ 15706 h 1192213"/>
                      <a:gd name="connsiteX31" fmla="*/ 15686 w 896938"/>
                      <a:gd name="connsiteY31"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6938" h="1192213">
                        <a:moveTo>
                          <a:pt x="319134" y="817629"/>
                        </a:moveTo>
                        <a:cubicBezTo>
                          <a:pt x="325553" y="811212"/>
                          <a:pt x="335538" y="811212"/>
                          <a:pt x="341244" y="817629"/>
                        </a:cubicBezTo>
                        <a:cubicBezTo>
                          <a:pt x="347663" y="823332"/>
                          <a:pt x="347663" y="833314"/>
                          <a:pt x="341244" y="839730"/>
                        </a:cubicBezTo>
                        <a:cubicBezTo>
                          <a:pt x="341244" y="839730"/>
                          <a:pt x="341244" y="839730"/>
                          <a:pt x="310575" y="870387"/>
                        </a:cubicBezTo>
                        <a:cubicBezTo>
                          <a:pt x="310575" y="870387"/>
                          <a:pt x="310575" y="870387"/>
                          <a:pt x="279193" y="901757"/>
                        </a:cubicBezTo>
                        <a:cubicBezTo>
                          <a:pt x="279193" y="901757"/>
                          <a:pt x="279193" y="901757"/>
                          <a:pt x="255657" y="925997"/>
                        </a:cubicBezTo>
                        <a:cubicBezTo>
                          <a:pt x="252091" y="928849"/>
                          <a:pt x="248525" y="930275"/>
                          <a:pt x="244245" y="930275"/>
                        </a:cubicBezTo>
                        <a:cubicBezTo>
                          <a:pt x="239966" y="930275"/>
                          <a:pt x="236400" y="928849"/>
                          <a:pt x="232834" y="925997"/>
                        </a:cubicBezTo>
                        <a:cubicBezTo>
                          <a:pt x="232834" y="925997"/>
                          <a:pt x="232834" y="925997"/>
                          <a:pt x="205731" y="898192"/>
                        </a:cubicBezTo>
                        <a:cubicBezTo>
                          <a:pt x="200025" y="892489"/>
                          <a:pt x="200025" y="882507"/>
                          <a:pt x="205731" y="876091"/>
                        </a:cubicBezTo>
                        <a:cubicBezTo>
                          <a:pt x="212150" y="870387"/>
                          <a:pt x="222135" y="870387"/>
                          <a:pt x="227841" y="876091"/>
                        </a:cubicBezTo>
                        <a:lnTo>
                          <a:pt x="244245" y="892489"/>
                        </a:lnTo>
                        <a:cubicBezTo>
                          <a:pt x="244245" y="892489"/>
                          <a:pt x="244245" y="892489"/>
                          <a:pt x="277767" y="858980"/>
                        </a:cubicBezTo>
                        <a:cubicBezTo>
                          <a:pt x="277767" y="858980"/>
                          <a:pt x="277767" y="858980"/>
                          <a:pt x="305583" y="831175"/>
                        </a:cubicBezTo>
                        <a:cubicBezTo>
                          <a:pt x="305583" y="831175"/>
                          <a:pt x="305583" y="831175"/>
                          <a:pt x="319134" y="817629"/>
                        </a:cubicBezTo>
                        <a:close/>
                        <a:moveTo>
                          <a:pt x="15686" y="0"/>
                        </a:moveTo>
                        <a:cubicBezTo>
                          <a:pt x="15686" y="0"/>
                          <a:pt x="15686" y="0"/>
                          <a:pt x="272361" y="0"/>
                        </a:cubicBezTo>
                        <a:cubicBezTo>
                          <a:pt x="272361" y="0"/>
                          <a:pt x="272361" y="0"/>
                          <a:pt x="272361" y="31412"/>
                        </a:cubicBezTo>
                        <a:cubicBezTo>
                          <a:pt x="272361" y="31412"/>
                          <a:pt x="272361" y="31412"/>
                          <a:pt x="31372" y="31412"/>
                        </a:cubicBezTo>
                        <a:cubicBezTo>
                          <a:pt x="31372" y="31412"/>
                          <a:pt x="31372" y="31412"/>
                          <a:pt x="31372" y="1160802"/>
                        </a:cubicBezTo>
                        <a:cubicBezTo>
                          <a:pt x="31372" y="1160802"/>
                          <a:pt x="31372" y="1160802"/>
                          <a:pt x="865567" y="1160802"/>
                        </a:cubicBezTo>
                        <a:cubicBezTo>
                          <a:pt x="865567" y="1160802"/>
                          <a:pt x="865567" y="1160802"/>
                          <a:pt x="865567" y="31412"/>
                        </a:cubicBezTo>
                        <a:cubicBezTo>
                          <a:pt x="865567" y="31412"/>
                          <a:pt x="865567" y="31412"/>
                          <a:pt x="624577" y="31412"/>
                        </a:cubicBezTo>
                        <a:cubicBezTo>
                          <a:pt x="624577" y="31412"/>
                          <a:pt x="624577" y="31412"/>
                          <a:pt x="624577" y="0"/>
                        </a:cubicBezTo>
                        <a:cubicBezTo>
                          <a:pt x="624577" y="0"/>
                          <a:pt x="624577" y="0"/>
                          <a:pt x="881252" y="0"/>
                        </a:cubicBezTo>
                        <a:cubicBezTo>
                          <a:pt x="890521" y="0"/>
                          <a:pt x="896938" y="7139"/>
                          <a:pt x="896938" y="15706"/>
                        </a:cubicBezTo>
                        <a:cubicBezTo>
                          <a:pt x="896938" y="15706"/>
                          <a:pt x="896938" y="15706"/>
                          <a:pt x="896938" y="1176507"/>
                        </a:cubicBezTo>
                        <a:cubicBezTo>
                          <a:pt x="896938" y="1185788"/>
                          <a:pt x="890521" y="1192213"/>
                          <a:pt x="881252" y="1192213"/>
                        </a:cubicBezTo>
                        <a:cubicBezTo>
                          <a:pt x="881252" y="1192213"/>
                          <a:pt x="881252" y="1192213"/>
                          <a:pt x="15686" y="1192213"/>
                        </a:cubicBezTo>
                        <a:cubicBezTo>
                          <a:pt x="6417" y="1192213"/>
                          <a:pt x="0" y="1185788"/>
                          <a:pt x="0" y="1176507"/>
                        </a:cubicBezTo>
                        <a:cubicBezTo>
                          <a:pt x="0" y="1176507"/>
                          <a:pt x="0" y="1176507"/>
                          <a:pt x="0" y="15706"/>
                        </a:cubicBezTo>
                        <a:cubicBezTo>
                          <a:pt x="0" y="7139"/>
                          <a:pt x="6417" y="0"/>
                          <a:pt x="15686"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42" name="Freeform 20">
                    <a:extLst>
                      <a:ext uri="{FF2B5EF4-FFF2-40B4-BE49-F238E27FC236}">
                        <a16:creationId xmlns:a16="http://schemas.microsoft.com/office/drawing/2014/main" id="{8587D8F6-E71B-E58B-5E35-53C223F4E226}"/>
                      </a:ext>
                    </a:extLst>
                  </p:cNvPr>
                  <p:cNvSpPr>
                    <a:spLocks/>
                  </p:cNvSpPr>
                  <p:nvPr/>
                </p:nvSpPr>
                <p:spPr bwMode="auto">
                  <a:xfrm>
                    <a:off x="5791931" y="2778124"/>
                    <a:ext cx="610668" cy="1092200"/>
                  </a:xfrm>
                  <a:custGeom>
                    <a:avLst/>
                    <a:gdLst>
                      <a:gd name="connsiteX0" fmla="*/ 295945 w 610668"/>
                      <a:gd name="connsiteY0" fmla="*/ 1050925 h 1092200"/>
                      <a:gd name="connsiteX1" fmla="*/ 580481 w 610668"/>
                      <a:gd name="connsiteY1" fmla="*/ 1050925 h 1092200"/>
                      <a:gd name="connsiteX2" fmla="*/ 596169 w 610668"/>
                      <a:gd name="connsiteY2" fmla="*/ 1066800 h 1092200"/>
                      <a:gd name="connsiteX3" fmla="*/ 580481 w 610668"/>
                      <a:gd name="connsiteY3" fmla="*/ 1082675 h 1092200"/>
                      <a:gd name="connsiteX4" fmla="*/ 295945 w 610668"/>
                      <a:gd name="connsiteY4" fmla="*/ 1082675 h 1092200"/>
                      <a:gd name="connsiteX5" fmla="*/ 280256 w 610668"/>
                      <a:gd name="connsiteY5" fmla="*/ 1066800 h 1092200"/>
                      <a:gd name="connsiteX6" fmla="*/ 295945 w 610668"/>
                      <a:gd name="connsiteY6" fmla="*/ 1050925 h 1092200"/>
                      <a:gd name="connsiteX7" fmla="*/ 295945 w 610668"/>
                      <a:gd name="connsiteY7" fmla="*/ 950913 h 1092200"/>
                      <a:gd name="connsiteX8" fmla="*/ 580481 w 610668"/>
                      <a:gd name="connsiteY8" fmla="*/ 950913 h 1092200"/>
                      <a:gd name="connsiteX9" fmla="*/ 596169 w 610668"/>
                      <a:gd name="connsiteY9" fmla="*/ 966788 h 1092200"/>
                      <a:gd name="connsiteX10" fmla="*/ 580481 w 610668"/>
                      <a:gd name="connsiteY10" fmla="*/ 982663 h 1092200"/>
                      <a:gd name="connsiteX11" fmla="*/ 295945 w 610668"/>
                      <a:gd name="connsiteY11" fmla="*/ 982663 h 1092200"/>
                      <a:gd name="connsiteX12" fmla="*/ 280256 w 610668"/>
                      <a:gd name="connsiteY12" fmla="*/ 966788 h 1092200"/>
                      <a:gd name="connsiteX13" fmla="*/ 295945 w 610668"/>
                      <a:gd name="connsiteY13" fmla="*/ 950913 h 1092200"/>
                      <a:gd name="connsiteX14" fmla="*/ 29223 w 610668"/>
                      <a:gd name="connsiteY14" fmla="*/ 939800 h 1092200"/>
                      <a:gd name="connsiteX15" fmla="*/ 121090 w 610668"/>
                      <a:gd name="connsiteY15" fmla="*/ 939800 h 1092200"/>
                      <a:gd name="connsiteX16" fmla="*/ 89756 w 610668"/>
                      <a:gd name="connsiteY16" fmla="*/ 971135 h 1092200"/>
                      <a:gd name="connsiteX17" fmla="*/ 44890 w 610668"/>
                      <a:gd name="connsiteY17" fmla="*/ 971135 h 1092200"/>
                      <a:gd name="connsiteX18" fmla="*/ 44890 w 610668"/>
                      <a:gd name="connsiteY18" fmla="*/ 1060866 h 1092200"/>
                      <a:gd name="connsiteX19" fmla="*/ 134621 w 610668"/>
                      <a:gd name="connsiteY19" fmla="*/ 1060866 h 1092200"/>
                      <a:gd name="connsiteX20" fmla="*/ 134621 w 610668"/>
                      <a:gd name="connsiteY20" fmla="*/ 1057305 h 1092200"/>
                      <a:gd name="connsiteX21" fmla="*/ 165956 w 610668"/>
                      <a:gd name="connsiteY21" fmla="*/ 1025970 h 1092200"/>
                      <a:gd name="connsiteX22" fmla="*/ 165956 w 610668"/>
                      <a:gd name="connsiteY22" fmla="*/ 1076533 h 1092200"/>
                      <a:gd name="connsiteX23" fmla="*/ 150288 w 610668"/>
                      <a:gd name="connsiteY23" fmla="*/ 1092200 h 1092200"/>
                      <a:gd name="connsiteX24" fmla="*/ 29223 w 610668"/>
                      <a:gd name="connsiteY24" fmla="*/ 1092200 h 1092200"/>
                      <a:gd name="connsiteX25" fmla="*/ 13556 w 610668"/>
                      <a:gd name="connsiteY25" fmla="*/ 1076533 h 1092200"/>
                      <a:gd name="connsiteX26" fmla="*/ 13556 w 610668"/>
                      <a:gd name="connsiteY26" fmla="*/ 955467 h 1092200"/>
                      <a:gd name="connsiteX27" fmla="*/ 29223 w 610668"/>
                      <a:gd name="connsiteY27" fmla="*/ 939800 h 1092200"/>
                      <a:gd name="connsiteX28" fmla="*/ 247192 w 610668"/>
                      <a:gd name="connsiteY28" fmla="*/ 555625 h 1092200"/>
                      <a:gd name="connsiteX29" fmla="*/ 595023 w 610668"/>
                      <a:gd name="connsiteY29" fmla="*/ 672116 h 1092200"/>
                      <a:gd name="connsiteX30" fmla="*/ 609337 w 610668"/>
                      <a:gd name="connsiteY30" fmla="*/ 702132 h 1092200"/>
                      <a:gd name="connsiteX31" fmla="*/ 598602 w 610668"/>
                      <a:gd name="connsiteY31" fmla="*/ 730719 h 1092200"/>
                      <a:gd name="connsiteX32" fmla="*/ 567826 w 610668"/>
                      <a:gd name="connsiteY32" fmla="*/ 745012 h 1092200"/>
                      <a:gd name="connsiteX33" fmla="*/ 227868 w 610668"/>
                      <a:gd name="connsiteY33" fmla="*/ 608511 h 1092200"/>
                      <a:gd name="connsiteX34" fmla="*/ 138413 w 610668"/>
                      <a:gd name="connsiteY34" fmla="*/ 348060 h 1092200"/>
                      <a:gd name="connsiteX35" fmla="*/ 269858 w 610668"/>
                      <a:gd name="connsiteY35" fmla="*/ 395923 h 1092200"/>
                      <a:gd name="connsiteX36" fmla="*/ 280574 w 610668"/>
                      <a:gd name="connsiteY36" fmla="*/ 418783 h 1092200"/>
                      <a:gd name="connsiteX37" fmla="*/ 165559 w 610668"/>
                      <a:gd name="connsiteY37" fmla="*/ 732394 h 1092200"/>
                      <a:gd name="connsiteX38" fmla="*/ 149128 w 610668"/>
                      <a:gd name="connsiteY38" fmla="*/ 744538 h 1092200"/>
                      <a:gd name="connsiteX39" fmla="*/ 142699 w 610668"/>
                      <a:gd name="connsiteY39" fmla="*/ 743109 h 1092200"/>
                      <a:gd name="connsiteX40" fmla="*/ 11254 w 610668"/>
                      <a:gd name="connsiteY40" fmla="*/ 694532 h 1092200"/>
                      <a:gd name="connsiteX41" fmla="*/ 1253 w 610668"/>
                      <a:gd name="connsiteY41" fmla="*/ 672386 h 1092200"/>
                      <a:gd name="connsiteX42" fmla="*/ 115553 w 610668"/>
                      <a:gd name="connsiteY42" fmla="*/ 358061 h 1092200"/>
                      <a:gd name="connsiteX43" fmla="*/ 138413 w 610668"/>
                      <a:gd name="connsiteY43" fmla="*/ 348060 h 1092200"/>
                      <a:gd name="connsiteX44" fmla="*/ 305297 w 610668"/>
                      <a:gd name="connsiteY44" fmla="*/ 30163 h 1092200"/>
                      <a:gd name="connsiteX45" fmla="*/ 283789 w 610668"/>
                      <a:gd name="connsiteY45" fmla="*/ 34440 h 1092200"/>
                      <a:gd name="connsiteX46" fmla="*/ 250093 w 610668"/>
                      <a:gd name="connsiteY46" fmla="*/ 65088 h 1092200"/>
                      <a:gd name="connsiteX47" fmla="*/ 361218 w 610668"/>
                      <a:gd name="connsiteY47" fmla="*/ 65088 h 1092200"/>
                      <a:gd name="connsiteX48" fmla="*/ 327522 w 610668"/>
                      <a:gd name="connsiteY48" fmla="*/ 34440 h 1092200"/>
                      <a:gd name="connsiteX49" fmla="*/ 305297 w 610668"/>
                      <a:gd name="connsiteY49" fmla="*/ 30163 h 1092200"/>
                      <a:gd name="connsiteX50" fmla="*/ 305656 w 610668"/>
                      <a:gd name="connsiteY50" fmla="*/ 0 h 1092200"/>
                      <a:gd name="connsiteX51" fmla="*/ 378243 w 610668"/>
                      <a:gd name="connsiteY51" fmla="*/ 35602 h 1092200"/>
                      <a:gd name="connsiteX52" fmla="*/ 394610 w 610668"/>
                      <a:gd name="connsiteY52" fmla="*/ 66220 h 1092200"/>
                      <a:gd name="connsiteX53" fmla="*/ 443713 w 610668"/>
                      <a:gd name="connsiteY53" fmla="*/ 66220 h 1092200"/>
                      <a:gd name="connsiteX54" fmla="*/ 450118 w 610668"/>
                      <a:gd name="connsiteY54" fmla="*/ 73340 h 1092200"/>
                      <a:gd name="connsiteX55" fmla="*/ 450118 w 610668"/>
                      <a:gd name="connsiteY55" fmla="*/ 113927 h 1092200"/>
                      <a:gd name="connsiteX56" fmla="*/ 450118 w 610668"/>
                      <a:gd name="connsiteY56" fmla="*/ 145256 h 1092200"/>
                      <a:gd name="connsiteX57" fmla="*/ 450118 w 610668"/>
                      <a:gd name="connsiteY57" fmla="*/ 178010 h 1092200"/>
                      <a:gd name="connsiteX58" fmla="*/ 435174 w 610668"/>
                      <a:gd name="connsiteY58" fmla="*/ 193675 h 1092200"/>
                      <a:gd name="connsiteX59" fmla="*/ 176849 w 610668"/>
                      <a:gd name="connsiteY59" fmla="*/ 193675 h 1092200"/>
                      <a:gd name="connsiteX60" fmla="*/ 161193 w 610668"/>
                      <a:gd name="connsiteY60" fmla="*/ 178010 h 1092200"/>
                      <a:gd name="connsiteX61" fmla="*/ 161193 w 610668"/>
                      <a:gd name="connsiteY61" fmla="*/ 145256 h 1092200"/>
                      <a:gd name="connsiteX62" fmla="*/ 161193 w 610668"/>
                      <a:gd name="connsiteY62" fmla="*/ 113927 h 1092200"/>
                      <a:gd name="connsiteX63" fmla="*/ 161193 w 610668"/>
                      <a:gd name="connsiteY63" fmla="*/ 73340 h 1092200"/>
                      <a:gd name="connsiteX64" fmla="*/ 168310 w 610668"/>
                      <a:gd name="connsiteY64" fmla="*/ 66220 h 1092200"/>
                      <a:gd name="connsiteX65" fmla="*/ 217413 w 610668"/>
                      <a:gd name="connsiteY65" fmla="*/ 66220 h 1092200"/>
                      <a:gd name="connsiteX66" fmla="*/ 233069 w 610668"/>
                      <a:gd name="connsiteY66" fmla="*/ 35602 h 1092200"/>
                      <a:gd name="connsiteX67" fmla="*/ 305656 w 610668"/>
                      <a:gd name="connsiteY67"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0668" h="1092200">
                        <a:moveTo>
                          <a:pt x="295945" y="1050925"/>
                        </a:moveTo>
                        <a:cubicBezTo>
                          <a:pt x="295945" y="1050925"/>
                          <a:pt x="295945" y="1050925"/>
                          <a:pt x="580481" y="1050925"/>
                        </a:cubicBezTo>
                        <a:cubicBezTo>
                          <a:pt x="589038" y="1050925"/>
                          <a:pt x="596169" y="1057419"/>
                          <a:pt x="596169" y="1066800"/>
                        </a:cubicBezTo>
                        <a:cubicBezTo>
                          <a:pt x="596169" y="1075459"/>
                          <a:pt x="589038" y="1082675"/>
                          <a:pt x="580481" y="1082675"/>
                        </a:cubicBezTo>
                        <a:cubicBezTo>
                          <a:pt x="580481" y="1082675"/>
                          <a:pt x="580481" y="1082675"/>
                          <a:pt x="295945" y="1082675"/>
                        </a:cubicBezTo>
                        <a:cubicBezTo>
                          <a:pt x="287387" y="1082675"/>
                          <a:pt x="280256" y="1075459"/>
                          <a:pt x="280256" y="1066800"/>
                        </a:cubicBezTo>
                        <a:cubicBezTo>
                          <a:pt x="280256" y="1057419"/>
                          <a:pt x="287387" y="1050925"/>
                          <a:pt x="295945" y="1050925"/>
                        </a:cubicBezTo>
                        <a:close/>
                        <a:moveTo>
                          <a:pt x="295945" y="950913"/>
                        </a:moveTo>
                        <a:cubicBezTo>
                          <a:pt x="295945" y="950913"/>
                          <a:pt x="295945" y="950913"/>
                          <a:pt x="580481" y="950913"/>
                        </a:cubicBezTo>
                        <a:cubicBezTo>
                          <a:pt x="589038" y="950913"/>
                          <a:pt x="596169" y="958129"/>
                          <a:pt x="596169" y="966788"/>
                        </a:cubicBezTo>
                        <a:cubicBezTo>
                          <a:pt x="596169" y="975447"/>
                          <a:pt x="589038" y="982663"/>
                          <a:pt x="580481" y="982663"/>
                        </a:cubicBezTo>
                        <a:cubicBezTo>
                          <a:pt x="580481" y="982663"/>
                          <a:pt x="580481" y="982663"/>
                          <a:pt x="295945" y="982663"/>
                        </a:cubicBezTo>
                        <a:cubicBezTo>
                          <a:pt x="287387" y="982663"/>
                          <a:pt x="280256" y="975447"/>
                          <a:pt x="280256" y="966788"/>
                        </a:cubicBezTo>
                        <a:cubicBezTo>
                          <a:pt x="280256" y="958129"/>
                          <a:pt x="287387" y="950913"/>
                          <a:pt x="295945" y="950913"/>
                        </a:cubicBezTo>
                        <a:close/>
                        <a:moveTo>
                          <a:pt x="29223" y="939800"/>
                        </a:moveTo>
                        <a:cubicBezTo>
                          <a:pt x="29223" y="939800"/>
                          <a:pt x="29223" y="939800"/>
                          <a:pt x="121090" y="939800"/>
                        </a:cubicBezTo>
                        <a:cubicBezTo>
                          <a:pt x="121090" y="939800"/>
                          <a:pt x="121090" y="939800"/>
                          <a:pt x="89756" y="971135"/>
                        </a:cubicBezTo>
                        <a:lnTo>
                          <a:pt x="44890" y="971135"/>
                        </a:lnTo>
                        <a:cubicBezTo>
                          <a:pt x="44890" y="971135"/>
                          <a:pt x="44890" y="971135"/>
                          <a:pt x="44890" y="1060866"/>
                        </a:cubicBezTo>
                        <a:cubicBezTo>
                          <a:pt x="44890" y="1060866"/>
                          <a:pt x="44890" y="1060866"/>
                          <a:pt x="134621" y="1060866"/>
                        </a:cubicBezTo>
                        <a:cubicBezTo>
                          <a:pt x="134621" y="1060866"/>
                          <a:pt x="134621" y="1060866"/>
                          <a:pt x="134621" y="1057305"/>
                        </a:cubicBezTo>
                        <a:cubicBezTo>
                          <a:pt x="134621" y="1057305"/>
                          <a:pt x="134621" y="1057305"/>
                          <a:pt x="165956" y="1025970"/>
                        </a:cubicBezTo>
                        <a:cubicBezTo>
                          <a:pt x="165956" y="1025970"/>
                          <a:pt x="165956" y="1025970"/>
                          <a:pt x="165956" y="1076533"/>
                        </a:cubicBezTo>
                        <a:cubicBezTo>
                          <a:pt x="165956" y="1085079"/>
                          <a:pt x="159546" y="1092200"/>
                          <a:pt x="150288" y="1092200"/>
                        </a:cubicBezTo>
                        <a:cubicBezTo>
                          <a:pt x="150288" y="1092200"/>
                          <a:pt x="150288" y="1092200"/>
                          <a:pt x="29223" y="1092200"/>
                        </a:cubicBezTo>
                        <a:cubicBezTo>
                          <a:pt x="20677" y="1092200"/>
                          <a:pt x="13556" y="1085079"/>
                          <a:pt x="13556" y="1076533"/>
                        </a:cubicBezTo>
                        <a:cubicBezTo>
                          <a:pt x="13556" y="1076533"/>
                          <a:pt x="13556" y="1076533"/>
                          <a:pt x="13556" y="955467"/>
                        </a:cubicBezTo>
                        <a:cubicBezTo>
                          <a:pt x="13556" y="946922"/>
                          <a:pt x="20677" y="939800"/>
                          <a:pt x="29223" y="939800"/>
                        </a:cubicBezTo>
                        <a:close/>
                        <a:moveTo>
                          <a:pt x="247192" y="555625"/>
                        </a:moveTo>
                        <a:cubicBezTo>
                          <a:pt x="247192" y="555625"/>
                          <a:pt x="247192" y="555625"/>
                          <a:pt x="595023" y="672116"/>
                        </a:cubicBezTo>
                        <a:cubicBezTo>
                          <a:pt x="607190" y="676404"/>
                          <a:pt x="613631" y="689983"/>
                          <a:pt x="609337" y="702132"/>
                        </a:cubicBezTo>
                        <a:cubicBezTo>
                          <a:pt x="609337" y="702132"/>
                          <a:pt x="609337" y="702132"/>
                          <a:pt x="598602" y="730719"/>
                        </a:cubicBezTo>
                        <a:cubicBezTo>
                          <a:pt x="594307" y="743583"/>
                          <a:pt x="579993" y="749300"/>
                          <a:pt x="567826" y="745012"/>
                        </a:cubicBezTo>
                        <a:cubicBezTo>
                          <a:pt x="567826" y="745012"/>
                          <a:pt x="567826" y="745012"/>
                          <a:pt x="227868" y="608511"/>
                        </a:cubicBezTo>
                        <a:close/>
                        <a:moveTo>
                          <a:pt x="138413" y="348060"/>
                        </a:moveTo>
                        <a:cubicBezTo>
                          <a:pt x="138413" y="348060"/>
                          <a:pt x="138413" y="348060"/>
                          <a:pt x="269858" y="395923"/>
                        </a:cubicBezTo>
                        <a:cubicBezTo>
                          <a:pt x="279145" y="399495"/>
                          <a:pt x="283431" y="409496"/>
                          <a:pt x="280574" y="418783"/>
                        </a:cubicBezTo>
                        <a:cubicBezTo>
                          <a:pt x="280574" y="418783"/>
                          <a:pt x="280574" y="418783"/>
                          <a:pt x="165559" y="732394"/>
                        </a:cubicBezTo>
                        <a:cubicBezTo>
                          <a:pt x="162702" y="739538"/>
                          <a:pt x="156272" y="744538"/>
                          <a:pt x="149128" y="744538"/>
                        </a:cubicBezTo>
                        <a:cubicBezTo>
                          <a:pt x="146985" y="744538"/>
                          <a:pt x="144842" y="743824"/>
                          <a:pt x="142699" y="743109"/>
                        </a:cubicBezTo>
                        <a:cubicBezTo>
                          <a:pt x="142699" y="743109"/>
                          <a:pt x="142699" y="743109"/>
                          <a:pt x="11254" y="694532"/>
                        </a:cubicBezTo>
                        <a:cubicBezTo>
                          <a:pt x="1967" y="691674"/>
                          <a:pt x="-2319" y="681673"/>
                          <a:pt x="1253" y="672386"/>
                        </a:cubicBezTo>
                        <a:cubicBezTo>
                          <a:pt x="1253" y="672386"/>
                          <a:pt x="1253" y="672386"/>
                          <a:pt x="115553" y="358061"/>
                        </a:cubicBezTo>
                        <a:cubicBezTo>
                          <a:pt x="119125" y="349489"/>
                          <a:pt x="129126" y="344488"/>
                          <a:pt x="138413" y="348060"/>
                        </a:cubicBezTo>
                        <a:close/>
                        <a:moveTo>
                          <a:pt x="305297" y="30163"/>
                        </a:moveTo>
                        <a:cubicBezTo>
                          <a:pt x="298128" y="30163"/>
                          <a:pt x="290242" y="31589"/>
                          <a:pt x="283789" y="34440"/>
                        </a:cubicBezTo>
                        <a:cubicBezTo>
                          <a:pt x="268734" y="39429"/>
                          <a:pt x="256546" y="50833"/>
                          <a:pt x="250093" y="65088"/>
                        </a:cubicBezTo>
                        <a:cubicBezTo>
                          <a:pt x="250093" y="65088"/>
                          <a:pt x="250093" y="65088"/>
                          <a:pt x="361218" y="65088"/>
                        </a:cubicBezTo>
                        <a:cubicBezTo>
                          <a:pt x="354049" y="50833"/>
                          <a:pt x="341861" y="39429"/>
                          <a:pt x="327522" y="34440"/>
                        </a:cubicBezTo>
                        <a:cubicBezTo>
                          <a:pt x="320353" y="31589"/>
                          <a:pt x="313184" y="30163"/>
                          <a:pt x="305297" y="30163"/>
                        </a:cubicBezTo>
                        <a:close/>
                        <a:moveTo>
                          <a:pt x="305656" y="0"/>
                        </a:moveTo>
                        <a:cubicBezTo>
                          <a:pt x="335545" y="0"/>
                          <a:pt x="361164" y="13529"/>
                          <a:pt x="378243" y="35602"/>
                        </a:cubicBezTo>
                        <a:cubicBezTo>
                          <a:pt x="385359" y="44147"/>
                          <a:pt x="391052" y="54827"/>
                          <a:pt x="394610" y="66220"/>
                        </a:cubicBezTo>
                        <a:cubicBezTo>
                          <a:pt x="394610" y="66220"/>
                          <a:pt x="394610" y="66220"/>
                          <a:pt x="443713" y="66220"/>
                        </a:cubicBezTo>
                        <a:cubicBezTo>
                          <a:pt x="447272" y="66220"/>
                          <a:pt x="450118" y="69068"/>
                          <a:pt x="450118" y="73340"/>
                        </a:cubicBezTo>
                        <a:cubicBezTo>
                          <a:pt x="450118" y="73340"/>
                          <a:pt x="450118" y="73340"/>
                          <a:pt x="450118" y="113927"/>
                        </a:cubicBezTo>
                        <a:cubicBezTo>
                          <a:pt x="450118" y="113927"/>
                          <a:pt x="450118" y="113927"/>
                          <a:pt x="450118" y="145256"/>
                        </a:cubicBezTo>
                        <a:cubicBezTo>
                          <a:pt x="450118" y="145256"/>
                          <a:pt x="450118" y="145256"/>
                          <a:pt x="450118" y="178010"/>
                        </a:cubicBezTo>
                        <a:cubicBezTo>
                          <a:pt x="450118" y="186555"/>
                          <a:pt x="443713" y="193675"/>
                          <a:pt x="435174" y="193675"/>
                        </a:cubicBezTo>
                        <a:lnTo>
                          <a:pt x="176849" y="193675"/>
                        </a:lnTo>
                        <a:cubicBezTo>
                          <a:pt x="168310" y="193675"/>
                          <a:pt x="161193" y="186555"/>
                          <a:pt x="161193" y="178010"/>
                        </a:cubicBezTo>
                        <a:cubicBezTo>
                          <a:pt x="161193" y="178010"/>
                          <a:pt x="161193" y="178010"/>
                          <a:pt x="161193" y="145256"/>
                        </a:cubicBezTo>
                        <a:cubicBezTo>
                          <a:pt x="161193" y="145256"/>
                          <a:pt x="161193" y="145256"/>
                          <a:pt x="161193" y="113927"/>
                        </a:cubicBezTo>
                        <a:cubicBezTo>
                          <a:pt x="161193" y="113927"/>
                          <a:pt x="161193" y="113927"/>
                          <a:pt x="161193" y="73340"/>
                        </a:cubicBezTo>
                        <a:cubicBezTo>
                          <a:pt x="161193" y="69068"/>
                          <a:pt x="164751" y="66220"/>
                          <a:pt x="168310" y="66220"/>
                        </a:cubicBezTo>
                        <a:cubicBezTo>
                          <a:pt x="168310" y="66220"/>
                          <a:pt x="168310" y="66220"/>
                          <a:pt x="217413" y="66220"/>
                        </a:cubicBezTo>
                        <a:cubicBezTo>
                          <a:pt x="220971" y="54827"/>
                          <a:pt x="225952" y="44147"/>
                          <a:pt x="233069" y="35602"/>
                        </a:cubicBezTo>
                        <a:cubicBezTo>
                          <a:pt x="250148" y="13529"/>
                          <a:pt x="276479" y="0"/>
                          <a:pt x="3056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5" name="Grupo 164">
              <a:extLst>
                <a:ext uri="{FF2B5EF4-FFF2-40B4-BE49-F238E27FC236}">
                  <a16:creationId xmlns:a16="http://schemas.microsoft.com/office/drawing/2014/main" id="{5F499053-985B-31E2-DE32-E825D7861353}"/>
                </a:ext>
              </a:extLst>
            </p:cNvPr>
            <p:cNvGrpSpPr/>
            <p:nvPr/>
          </p:nvGrpSpPr>
          <p:grpSpPr>
            <a:xfrm>
              <a:off x="4482311" y="1494503"/>
              <a:ext cx="972002" cy="1122694"/>
              <a:chOff x="3915491" y="1669461"/>
              <a:chExt cx="1047299" cy="1122694"/>
            </a:xfrm>
          </p:grpSpPr>
          <p:sp>
            <p:nvSpPr>
              <p:cNvPr id="211" name="Rectangle: Rounded Corners 210">
                <a:extLst>
                  <a:ext uri="{FF2B5EF4-FFF2-40B4-BE49-F238E27FC236}">
                    <a16:creationId xmlns:a16="http://schemas.microsoft.com/office/drawing/2014/main" id="{B741D000-DC1B-B6A3-F0F9-127EBE50B869}"/>
                  </a:ext>
                </a:extLst>
              </p:cNvPr>
              <p:cNvSpPr/>
              <p:nvPr/>
            </p:nvSpPr>
            <p:spPr>
              <a:xfrm>
                <a:off x="39804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Seguridad</a:t>
                </a:r>
              </a:p>
            </p:txBody>
          </p:sp>
          <p:sp>
            <p:nvSpPr>
              <p:cNvPr id="225" name="Oval 20">
                <a:extLst>
                  <a:ext uri="{FF2B5EF4-FFF2-40B4-BE49-F238E27FC236}">
                    <a16:creationId xmlns:a16="http://schemas.microsoft.com/office/drawing/2014/main" id="{1F49050A-3A18-62A2-AF08-62634FB2646E}"/>
                  </a:ext>
                </a:extLst>
              </p:cNvPr>
              <p:cNvSpPr>
                <a:spLocks noChangeAspect="1" noChangeArrowheads="1"/>
              </p:cNvSpPr>
              <p:nvPr/>
            </p:nvSpPr>
            <p:spPr bwMode="auto">
              <a:xfrm>
                <a:off x="39154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7</a:t>
                </a:r>
              </a:p>
            </p:txBody>
          </p:sp>
          <p:grpSp>
            <p:nvGrpSpPr>
              <p:cNvPr id="243" name="bcgIcons_Hard Hat ">
                <a:extLst>
                  <a:ext uri="{FF2B5EF4-FFF2-40B4-BE49-F238E27FC236}">
                    <a16:creationId xmlns:a16="http://schemas.microsoft.com/office/drawing/2014/main" id="{72B650C0-E65D-2229-AD14-881008A21BB7}"/>
                  </a:ext>
                </a:extLst>
              </p:cNvPr>
              <p:cNvGrpSpPr>
                <a:grpSpLocks noChangeAspect="1"/>
              </p:cNvGrpSpPr>
              <p:nvPr/>
            </p:nvGrpSpPr>
            <p:grpSpPr>
              <a:xfrm>
                <a:off x="4262191" y="1827711"/>
                <a:ext cx="418857" cy="418454"/>
                <a:chOff x="5273675" y="2606675"/>
                <a:chExt cx="1646238" cy="1644650"/>
              </a:xfrm>
            </p:grpSpPr>
            <p:sp>
              <p:nvSpPr>
                <p:cNvPr id="244" name="AutoShape 3">
                  <a:extLst>
                    <a:ext uri="{FF2B5EF4-FFF2-40B4-BE49-F238E27FC236}">
                      <a16:creationId xmlns:a16="http://schemas.microsoft.com/office/drawing/2014/main" id="{DEC2E516-3E88-1744-5105-1EDF136492FF}"/>
                    </a:ext>
                  </a:extLst>
                </p:cNvPr>
                <p:cNvSpPr>
                  <a:spLocks noChangeAspec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45" name="Group 244">
                  <a:extLst>
                    <a:ext uri="{FF2B5EF4-FFF2-40B4-BE49-F238E27FC236}">
                      <a16:creationId xmlns:a16="http://schemas.microsoft.com/office/drawing/2014/main" id="{4DBA3162-8DBE-3076-CF56-5D616F01E38E}"/>
                    </a:ext>
                  </a:extLst>
                </p:cNvPr>
                <p:cNvGrpSpPr>
                  <a:grpSpLocks/>
                </p:cNvGrpSpPr>
                <p:nvPr/>
              </p:nvGrpSpPr>
              <p:grpSpPr>
                <a:xfrm>
                  <a:off x="5346700" y="3022600"/>
                  <a:ext cx="1514475" cy="755650"/>
                  <a:chOff x="5346700" y="3022600"/>
                  <a:chExt cx="1514475" cy="755650"/>
                </a:xfrm>
              </p:grpSpPr>
              <p:sp>
                <p:nvSpPr>
                  <p:cNvPr id="246" name="Freeform 13">
                    <a:extLst>
                      <a:ext uri="{FF2B5EF4-FFF2-40B4-BE49-F238E27FC236}">
                        <a16:creationId xmlns:a16="http://schemas.microsoft.com/office/drawing/2014/main" id="{0FCB35A4-9878-FDA8-AECA-2FEC1488F10A}"/>
                      </a:ext>
                    </a:extLst>
                  </p:cNvPr>
                  <p:cNvSpPr>
                    <a:spLocks/>
                  </p:cNvSpPr>
                  <p:nvPr/>
                </p:nvSpPr>
                <p:spPr bwMode="auto">
                  <a:xfrm>
                    <a:off x="5410200" y="3084513"/>
                    <a:ext cx="1374775" cy="631825"/>
                  </a:xfrm>
                  <a:custGeom>
                    <a:avLst/>
                    <a:gdLst>
                      <a:gd name="connsiteX0" fmla="*/ 56420 w 1374775"/>
                      <a:gd name="connsiteY0" fmla="*/ 561975 h 631825"/>
                      <a:gd name="connsiteX1" fmla="*/ 1081966 w 1374775"/>
                      <a:gd name="connsiteY1" fmla="*/ 561975 h 631825"/>
                      <a:gd name="connsiteX2" fmla="*/ 1082680 w 1374775"/>
                      <a:gd name="connsiteY2" fmla="*/ 561975 h 631825"/>
                      <a:gd name="connsiteX3" fmla="*/ 1093393 w 1374775"/>
                      <a:gd name="connsiteY3" fmla="*/ 569103 h 631825"/>
                      <a:gd name="connsiteX4" fmla="*/ 1354064 w 1374775"/>
                      <a:gd name="connsiteY4" fmla="*/ 619708 h 631825"/>
                      <a:gd name="connsiteX5" fmla="*/ 1374775 w 1374775"/>
                      <a:gd name="connsiteY5" fmla="*/ 631825 h 631825"/>
                      <a:gd name="connsiteX6" fmla="*/ 9284 w 1374775"/>
                      <a:gd name="connsiteY6" fmla="*/ 631825 h 631825"/>
                      <a:gd name="connsiteX7" fmla="*/ 0 w 1374775"/>
                      <a:gd name="connsiteY7" fmla="*/ 622559 h 631825"/>
                      <a:gd name="connsiteX8" fmla="*/ 0 w 1374775"/>
                      <a:gd name="connsiteY8" fmla="*/ 602602 h 631825"/>
                      <a:gd name="connsiteX9" fmla="*/ 9284 w 1374775"/>
                      <a:gd name="connsiteY9" fmla="*/ 593336 h 631825"/>
                      <a:gd name="connsiteX10" fmla="*/ 40707 w 1374775"/>
                      <a:gd name="connsiteY10" fmla="*/ 593336 h 631825"/>
                      <a:gd name="connsiteX11" fmla="*/ 56420 w 1374775"/>
                      <a:gd name="connsiteY11" fmla="*/ 577656 h 631825"/>
                      <a:gd name="connsiteX12" fmla="*/ 56420 w 1374775"/>
                      <a:gd name="connsiteY12" fmla="*/ 561975 h 631825"/>
                      <a:gd name="connsiteX13" fmla="*/ 601854 w 1374775"/>
                      <a:gd name="connsiteY13" fmla="*/ 0 h 631825"/>
                      <a:gd name="connsiteX14" fmla="*/ 917902 w 1374775"/>
                      <a:gd name="connsiteY14" fmla="*/ 99328 h 631825"/>
                      <a:gd name="connsiteX15" fmla="*/ 900741 w 1374775"/>
                      <a:gd name="connsiteY15" fmla="*/ 127197 h 631825"/>
                      <a:gd name="connsiteX16" fmla="*/ 611150 w 1374775"/>
                      <a:gd name="connsiteY16" fmla="*/ 40017 h 631825"/>
                      <a:gd name="connsiteX17" fmla="*/ 610435 w 1374775"/>
                      <a:gd name="connsiteY17" fmla="*/ 40017 h 631825"/>
                      <a:gd name="connsiteX18" fmla="*/ 307973 w 1374775"/>
                      <a:gd name="connsiteY18" fmla="*/ 124339 h 631825"/>
                      <a:gd name="connsiteX19" fmla="*/ 302252 w 1374775"/>
                      <a:gd name="connsiteY19" fmla="*/ 145776 h 631825"/>
                      <a:gd name="connsiteX20" fmla="*/ 323703 w 1374775"/>
                      <a:gd name="connsiteY20" fmla="*/ 151493 h 631825"/>
                      <a:gd name="connsiteX21" fmla="*/ 610435 w 1374775"/>
                      <a:gd name="connsiteY21" fmla="*/ 71459 h 631825"/>
                      <a:gd name="connsiteX22" fmla="*/ 611150 w 1374775"/>
                      <a:gd name="connsiteY22" fmla="*/ 71459 h 631825"/>
                      <a:gd name="connsiteX23" fmla="*/ 934348 w 1374775"/>
                      <a:gd name="connsiteY23" fmla="*/ 190795 h 631825"/>
                      <a:gd name="connsiteX24" fmla="*/ 1079501 w 1374775"/>
                      <a:gd name="connsiteY24" fmla="*/ 530225 h 631825"/>
                      <a:gd name="connsiteX25" fmla="*/ 55563 w 1374775"/>
                      <a:gd name="connsiteY25" fmla="*/ 530225 h 631825"/>
                      <a:gd name="connsiteX26" fmla="*/ 601854 w 1374775"/>
                      <a:gd name="connsiteY26" fmla="*/ 0 h 63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74775" h="631825">
                        <a:moveTo>
                          <a:pt x="56420" y="561975"/>
                        </a:moveTo>
                        <a:cubicBezTo>
                          <a:pt x="56420" y="561975"/>
                          <a:pt x="56420" y="561975"/>
                          <a:pt x="1081966" y="561975"/>
                        </a:cubicBezTo>
                        <a:cubicBezTo>
                          <a:pt x="1082680" y="561975"/>
                          <a:pt x="1082680" y="561975"/>
                          <a:pt x="1082680" y="561975"/>
                        </a:cubicBezTo>
                        <a:cubicBezTo>
                          <a:pt x="1085537" y="565539"/>
                          <a:pt x="1089108" y="568390"/>
                          <a:pt x="1093393" y="569103"/>
                        </a:cubicBezTo>
                        <a:cubicBezTo>
                          <a:pt x="1093393" y="569103"/>
                          <a:pt x="1093393" y="569103"/>
                          <a:pt x="1354064" y="619708"/>
                        </a:cubicBezTo>
                        <a:cubicBezTo>
                          <a:pt x="1361920" y="621847"/>
                          <a:pt x="1369062" y="626123"/>
                          <a:pt x="1374775" y="631825"/>
                        </a:cubicBezTo>
                        <a:cubicBezTo>
                          <a:pt x="1374775" y="631825"/>
                          <a:pt x="1374775" y="631825"/>
                          <a:pt x="9284" y="631825"/>
                        </a:cubicBezTo>
                        <a:cubicBezTo>
                          <a:pt x="4285" y="631825"/>
                          <a:pt x="0" y="627549"/>
                          <a:pt x="0" y="622559"/>
                        </a:cubicBezTo>
                        <a:cubicBezTo>
                          <a:pt x="0" y="622559"/>
                          <a:pt x="0" y="622559"/>
                          <a:pt x="0" y="602602"/>
                        </a:cubicBezTo>
                        <a:cubicBezTo>
                          <a:pt x="0" y="597613"/>
                          <a:pt x="4285" y="593336"/>
                          <a:pt x="9284" y="593336"/>
                        </a:cubicBezTo>
                        <a:cubicBezTo>
                          <a:pt x="9284" y="593336"/>
                          <a:pt x="9284" y="593336"/>
                          <a:pt x="40707" y="593336"/>
                        </a:cubicBezTo>
                        <a:cubicBezTo>
                          <a:pt x="49277" y="593336"/>
                          <a:pt x="56420" y="586209"/>
                          <a:pt x="56420" y="577656"/>
                        </a:cubicBezTo>
                        <a:cubicBezTo>
                          <a:pt x="56420" y="577656"/>
                          <a:pt x="56420" y="577656"/>
                          <a:pt x="56420" y="561975"/>
                        </a:cubicBezTo>
                        <a:close/>
                        <a:moveTo>
                          <a:pt x="601854" y="0"/>
                        </a:moveTo>
                        <a:cubicBezTo>
                          <a:pt x="714116" y="0"/>
                          <a:pt x="825662" y="35015"/>
                          <a:pt x="917902" y="99328"/>
                        </a:cubicBezTo>
                        <a:cubicBezTo>
                          <a:pt x="917902" y="99328"/>
                          <a:pt x="917902" y="99328"/>
                          <a:pt x="900741" y="127197"/>
                        </a:cubicBezTo>
                        <a:cubicBezTo>
                          <a:pt x="813506" y="70030"/>
                          <a:pt x="714831" y="40017"/>
                          <a:pt x="611150" y="40017"/>
                        </a:cubicBezTo>
                        <a:cubicBezTo>
                          <a:pt x="611150" y="40017"/>
                          <a:pt x="610435" y="40017"/>
                          <a:pt x="610435" y="40017"/>
                        </a:cubicBezTo>
                        <a:cubicBezTo>
                          <a:pt x="506754" y="40017"/>
                          <a:pt x="402358" y="69315"/>
                          <a:pt x="307973" y="124339"/>
                        </a:cubicBezTo>
                        <a:cubicBezTo>
                          <a:pt x="300107" y="128626"/>
                          <a:pt x="297247" y="137916"/>
                          <a:pt x="302252" y="145776"/>
                        </a:cubicBezTo>
                        <a:cubicBezTo>
                          <a:pt x="306542" y="152922"/>
                          <a:pt x="315838" y="155781"/>
                          <a:pt x="323703" y="151493"/>
                        </a:cubicBezTo>
                        <a:cubicBezTo>
                          <a:pt x="413083" y="99328"/>
                          <a:pt x="512474" y="71459"/>
                          <a:pt x="610435" y="71459"/>
                        </a:cubicBezTo>
                        <a:cubicBezTo>
                          <a:pt x="610435" y="71459"/>
                          <a:pt x="611150" y="71459"/>
                          <a:pt x="611150" y="71459"/>
                        </a:cubicBezTo>
                        <a:cubicBezTo>
                          <a:pt x="729131" y="71459"/>
                          <a:pt x="841393" y="112905"/>
                          <a:pt x="934348" y="190795"/>
                        </a:cubicBezTo>
                        <a:cubicBezTo>
                          <a:pt x="1022298" y="290123"/>
                          <a:pt x="1070921" y="404457"/>
                          <a:pt x="1079501" y="530225"/>
                        </a:cubicBezTo>
                        <a:cubicBezTo>
                          <a:pt x="1079501" y="530225"/>
                          <a:pt x="1079501" y="530225"/>
                          <a:pt x="55563" y="530225"/>
                        </a:cubicBezTo>
                        <a:cubicBezTo>
                          <a:pt x="64144" y="236529"/>
                          <a:pt x="305827" y="0"/>
                          <a:pt x="601854"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47" name="Freeform 7">
                    <a:extLst>
                      <a:ext uri="{FF2B5EF4-FFF2-40B4-BE49-F238E27FC236}">
                        <a16:creationId xmlns:a16="http://schemas.microsoft.com/office/drawing/2014/main" id="{DFAD76A5-3F92-1D38-4A1D-399A49E36F9D}"/>
                      </a:ext>
                    </a:extLst>
                  </p:cNvPr>
                  <p:cNvSpPr>
                    <a:spLocks/>
                  </p:cNvSpPr>
                  <p:nvPr/>
                </p:nvSpPr>
                <p:spPr bwMode="auto">
                  <a:xfrm>
                    <a:off x="5346700" y="3022600"/>
                    <a:ext cx="1514475" cy="755650"/>
                  </a:xfrm>
                  <a:custGeom>
                    <a:avLst/>
                    <a:gdLst>
                      <a:gd name="T0" fmla="*/ 2003 w 2120"/>
                      <a:gd name="T1" fmla="*/ 869 h 1060"/>
                      <a:gd name="T2" fmla="*/ 1445 w 2120"/>
                      <a:gd name="T3" fmla="*/ 278 h 1060"/>
                      <a:gd name="T4" fmla="*/ 1474 w 2120"/>
                      <a:gd name="T5" fmla="*/ 194 h 1060"/>
                      <a:gd name="T6" fmla="*/ 79 w 2120"/>
                      <a:gd name="T7" fmla="*/ 833 h 1060"/>
                      <a:gd name="T8" fmla="*/ 0 w 2120"/>
                      <a:gd name="T9" fmla="*/ 959 h 1060"/>
                      <a:gd name="T10" fmla="*/ 2098 w 2120"/>
                      <a:gd name="T11" fmla="*/ 1060 h 1060"/>
                      <a:gd name="T12" fmla="*/ 2120 w 2120"/>
                      <a:gd name="T13" fmla="*/ 1018 h 1060"/>
                      <a:gd name="T14" fmla="*/ 2050 w 2120"/>
                      <a:gd name="T15" fmla="*/ 1016 h 1060"/>
                      <a:gd name="T16" fmla="*/ 44 w 2120"/>
                      <a:gd name="T17" fmla="*/ 959 h 1060"/>
                      <a:gd name="T18" fmla="*/ 101 w 2120"/>
                      <a:gd name="T19" fmla="*/ 874 h 1060"/>
                      <a:gd name="T20" fmla="*/ 931 w 2120"/>
                      <a:gd name="T21" fmla="*/ 44 h 1060"/>
                      <a:gd name="T22" fmla="*/ 960 w 2120"/>
                      <a:gd name="T23" fmla="*/ 44 h 1060"/>
                      <a:gd name="T24" fmla="*/ 1386 w 2120"/>
                      <a:gd name="T25" fmla="*/ 183 h 1060"/>
                      <a:gd name="T26" fmla="*/ 1397 w 2120"/>
                      <a:gd name="T27" fmla="*/ 191 h 1060"/>
                      <a:gd name="T28" fmla="*/ 1409 w 2120"/>
                      <a:gd name="T29" fmla="*/ 200 h 1060"/>
                      <a:gd name="T30" fmla="*/ 1431 w 2120"/>
                      <a:gd name="T31" fmla="*/ 216 h 1060"/>
                      <a:gd name="T32" fmla="*/ 1398 w 2120"/>
                      <a:gd name="T33" fmla="*/ 270 h 1060"/>
                      <a:gd name="T34" fmla="*/ 1401 w 2120"/>
                      <a:gd name="T35" fmla="*/ 296 h 1060"/>
                      <a:gd name="T36" fmla="*/ 1428 w 2120"/>
                      <a:gd name="T37" fmla="*/ 326 h 1060"/>
                      <a:gd name="T38" fmla="*/ 1429 w 2120"/>
                      <a:gd name="T39" fmla="*/ 326 h 1060"/>
                      <a:gd name="T40" fmla="*/ 1531 w 2120"/>
                      <a:gd name="T41" fmla="*/ 465 h 1060"/>
                      <a:gd name="T42" fmla="*/ 1643 w 2120"/>
                      <a:gd name="T43" fmla="*/ 827 h 1060"/>
                      <a:gd name="T44" fmla="*/ 1661 w 2120"/>
                      <a:gd name="T45" fmla="*/ 848 h 1060"/>
                      <a:gd name="T46" fmla="*/ 1994 w 2120"/>
                      <a:gd name="T47" fmla="*/ 912 h 1060"/>
                      <a:gd name="T48" fmla="*/ 2003 w 2120"/>
                      <a:gd name="T49" fmla="*/ 914 h 1060"/>
                      <a:gd name="T50" fmla="*/ 2010 w 2120"/>
                      <a:gd name="T51" fmla="*/ 917 h 1060"/>
                      <a:gd name="T52" fmla="*/ 2017 w 2120"/>
                      <a:gd name="T53" fmla="*/ 921 h 1060"/>
                      <a:gd name="T54" fmla="*/ 2022 w 2120"/>
                      <a:gd name="T55" fmla="*/ 924 h 1060"/>
                      <a:gd name="T56" fmla="*/ 2061 w 2120"/>
                      <a:gd name="T57" fmla="*/ 963 h 1060"/>
                      <a:gd name="T58" fmla="*/ 2065 w 2120"/>
                      <a:gd name="T59" fmla="*/ 971 h 1060"/>
                      <a:gd name="T60" fmla="*/ 2069 w 2120"/>
                      <a:gd name="T61" fmla="*/ 980 h 1060"/>
                      <a:gd name="T62" fmla="*/ 2072 w 2120"/>
                      <a:gd name="T63" fmla="*/ 989 h 1060"/>
                      <a:gd name="T64" fmla="*/ 2050 w 2120"/>
                      <a:gd name="T65" fmla="*/ 1016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20" h="1060">
                        <a:moveTo>
                          <a:pt x="2005" y="869"/>
                        </a:moveTo>
                        <a:cubicBezTo>
                          <a:pt x="2004" y="869"/>
                          <a:pt x="2004" y="869"/>
                          <a:pt x="2003" y="869"/>
                        </a:cubicBezTo>
                        <a:cubicBezTo>
                          <a:pt x="1686" y="808"/>
                          <a:pt x="1686" y="808"/>
                          <a:pt x="1686" y="808"/>
                        </a:cubicBezTo>
                        <a:cubicBezTo>
                          <a:pt x="1669" y="609"/>
                          <a:pt x="1588" y="432"/>
                          <a:pt x="1445" y="278"/>
                        </a:cubicBezTo>
                        <a:cubicBezTo>
                          <a:pt x="1479" y="223"/>
                          <a:pt x="1479" y="223"/>
                          <a:pt x="1479" y="223"/>
                        </a:cubicBezTo>
                        <a:cubicBezTo>
                          <a:pt x="1484" y="213"/>
                          <a:pt x="1482" y="201"/>
                          <a:pt x="1474" y="194"/>
                        </a:cubicBezTo>
                        <a:cubicBezTo>
                          <a:pt x="1322" y="69"/>
                          <a:pt x="1129" y="0"/>
                          <a:pt x="931" y="0"/>
                        </a:cubicBezTo>
                        <a:cubicBezTo>
                          <a:pt x="468" y="0"/>
                          <a:pt x="89" y="371"/>
                          <a:pt x="79" y="833"/>
                        </a:cubicBezTo>
                        <a:cubicBezTo>
                          <a:pt x="34" y="843"/>
                          <a:pt x="0" y="883"/>
                          <a:pt x="0" y="931"/>
                        </a:cubicBezTo>
                        <a:cubicBezTo>
                          <a:pt x="0" y="959"/>
                          <a:pt x="0" y="959"/>
                          <a:pt x="0" y="959"/>
                        </a:cubicBezTo>
                        <a:cubicBezTo>
                          <a:pt x="0" y="1015"/>
                          <a:pt x="45" y="1060"/>
                          <a:pt x="101" y="1060"/>
                        </a:cubicBezTo>
                        <a:cubicBezTo>
                          <a:pt x="2098" y="1060"/>
                          <a:pt x="2098" y="1060"/>
                          <a:pt x="2098" y="1060"/>
                        </a:cubicBezTo>
                        <a:cubicBezTo>
                          <a:pt x="2110" y="1060"/>
                          <a:pt x="2120" y="1050"/>
                          <a:pt x="2120" y="1038"/>
                        </a:cubicBezTo>
                        <a:cubicBezTo>
                          <a:pt x="2120" y="1018"/>
                          <a:pt x="2120" y="1018"/>
                          <a:pt x="2120" y="1018"/>
                        </a:cubicBezTo>
                        <a:cubicBezTo>
                          <a:pt x="2120" y="948"/>
                          <a:pt x="2073" y="887"/>
                          <a:pt x="2005" y="869"/>
                        </a:cubicBezTo>
                        <a:close/>
                        <a:moveTo>
                          <a:pt x="2050" y="1016"/>
                        </a:moveTo>
                        <a:cubicBezTo>
                          <a:pt x="101" y="1016"/>
                          <a:pt x="101" y="1016"/>
                          <a:pt x="101" y="1016"/>
                        </a:cubicBezTo>
                        <a:cubicBezTo>
                          <a:pt x="69" y="1016"/>
                          <a:pt x="44" y="991"/>
                          <a:pt x="44" y="959"/>
                        </a:cubicBezTo>
                        <a:cubicBezTo>
                          <a:pt x="44" y="931"/>
                          <a:pt x="44" y="931"/>
                          <a:pt x="44" y="931"/>
                        </a:cubicBezTo>
                        <a:cubicBezTo>
                          <a:pt x="44" y="900"/>
                          <a:pt x="69" y="874"/>
                          <a:pt x="101" y="874"/>
                        </a:cubicBezTo>
                        <a:cubicBezTo>
                          <a:pt x="113" y="874"/>
                          <a:pt x="123" y="864"/>
                          <a:pt x="123" y="852"/>
                        </a:cubicBezTo>
                        <a:cubicBezTo>
                          <a:pt x="123" y="406"/>
                          <a:pt x="485" y="44"/>
                          <a:pt x="931" y="44"/>
                        </a:cubicBezTo>
                        <a:cubicBezTo>
                          <a:pt x="937" y="44"/>
                          <a:pt x="942" y="44"/>
                          <a:pt x="948" y="44"/>
                        </a:cubicBezTo>
                        <a:cubicBezTo>
                          <a:pt x="952" y="44"/>
                          <a:pt x="956" y="44"/>
                          <a:pt x="960" y="44"/>
                        </a:cubicBezTo>
                        <a:cubicBezTo>
                          <a:pt x="961" y="44"/>
                          <a:pt x="963" y="44"/>
                          <a:pt x="964" y="44"/>
                        </a:cubicBezTo>
                        <a:cubicBezTo>
                          <a:pt x="1115" y="50"/>
                          <a:pt x="1262" y="99"/>
                          <a:pt x="1386" y="183"/>
                        </a:cubicBezTo>
                        <a:cubicBezTo>
                          <a:pt x="1387" y="184"/>
                          <a:pt x="1388" y="185"/>
                          <a:pt x="1389" y="185"/>
                        </a:cubicBezTo>
                        <a:cubicBezTo>
                          <a:pt x="1392" y="187"/>
                          <a:pt x="1394" y="189"/>
                          <a:pt x="1397" y="191"/>
                        </a:cubicBezTo>
                        <a:cubicBezTo>
                          <a:pt x="1399" y="192"/>
                          <a:pt x="1401" y="194"/>
                          <a:pt x="1403" y="195"/>
                        </a:cubicBezTo>
                        <a:cubicBezTo>
                          <a:pt x="1405" y="197"/>
                          <a:pt x="1407" y="198"/>
                          <a:pt x="1409" y="200"/>
                        </a:cubicBezTo>
                        <a:cubicBezTo>
                          <a:pt x="1411" y="201"/>
                          <a:pt x="1413" y="203"/>
                          <a:pt x="1415" y="204"/>
                        </a:cubicBezTo>
                        <a:cubicBezTo>
                          <a:pt x="1421" y="208"/>
                          <a:pt x="1426" y="212"/>
                          <a:pt x="1431" y="216"/>
                        </a:cubicBezTo>
                        <a:cubicBezTo>
                          <a:pt x="1421" y="233"/>
                          <a:pt x="1421" y="233"/>
                          <a:pt x="1421" y="233"/>
                        </a:cubicBezTo>
                        <a:cubicBezTo>
                          <a:pt x="1398" y="270"/>
                          <a:pt x="1398" y="270"/>
                          <a:pt x="1398" y="270"/>
                        </a:cubicBezTo>
                        <a:cubicBezTo>
                          <a:pt x="1398" y="270"/>
                          <a:pt x="1398" y="270"/>
                          <a:pt x="1398" y="270"/>
                        </a:cubicBezTo>
                        <a:cubicBezTo>
                          <a:pt x="1393" y="278"/>
                          <a:pt x="1394" y="289"/>
                          <a:pt x="1401" y="296"/>
                        </a:cubicBezTo>
                        <a:cubicBezTo>
                          <a:pt x="1410" y="306"/>
                          <a:pt x="1419" y="315"/>
                          <a:pt x="1428" y="325"/>
                        </a:cubicBezTo>
                        <a:cubicBezTo>
                          <a:pt x="1428" y="325"/>
                          <a:pt x="1428" y="326"/>
                          <a:pt x="1428" y="326"/>
                        </a:cubicBezTo>
                        <a:cubicBezTo>
                          <a:pt x="1428" y="326"/>
                          <a:pt x="1429" y="326"/>
                          <a:pt x="1429" y="326"/>
                        </a:cubicBezTo>
                        <a:cubicBezTo>
                          <a:pt x="1429" y="326"/>
                          <a:pt x="1429" y="326"/>
                          <a:pt x="1429" y="326"/>
                        </a:cubicBezTo>
                        <a:cubicBezTo>
                          <a:pt x="1431" y="329"/>
                          <a:pt x="1434" y="332"/>
                          <a:pt x="1436" y="335"/>
                        </a:cubicBezTo>
                        <a:cubicBezTo>
                          <a:pt x="1472" y="377"/>
                          <a:pt x="1504" y="420"/>
                          <a:pt x="1531" y="465"/>
                        </a:cubicBezTo>
                        <a:cubicBezTo>
                          <a:pt x="1597" y="576"/>
                          <a:pt x="1634" y="697"/>
                          <a:pt x="1643" y="827"/>
                        </a:cubicBezTo>
                        <a:cubicBezTo>
                          <a:pt x="1643" y="827"/>
                          <a:pt x="1643" y="827"/>
                          <a:pt x="1643" y="827"/>
                        </a:cubicBezTo>
                        <a:cubicBezTo>
                          <a:pt x="1644" y="837"/>
                          <a:pt x="1651" y="846"/>
                          <a:pt x="1661" y="848"/>
                        </a:cubicBezTo>
                        <a:cubicBezTo>
                          <a:pt x="1661" y="848"/>
                          <a:pt x="1661" y="848"/>
                          <a:pt x="1661" y="848"/>
                        </a:cubicBezTo>
                        <a:cubicBezTo>
                          <a:pt x="1994" y="912"/>
                          <a:pt x="1994" y="912"/>
                          <a:pt x="1994" y="912"/>
                        </a:cubicBezTo>
                        <a:cubicBezTo>
                          <a:pt x="1994" y="912"/>
                          <a:pt x="1994" y="912"/>
                          <a:pt x="1994" y="912"/>
                        </a:cubicBezTo>
                        <a:cubicBezTo>
                          <a:pt x="1995" y="912"/>
                          <a:pt x="1995" y="912"/>
                          <a:pt x="1995" y="912"/>
                        </a:cubicBezTo>
                        <a:cubicBezTo>
                          <a:pt x="1997" y="913"/>
                          <a:pt x="2000" y="913"/>
                          <a:pt x="2003" y="914"/>
                        </a:cubicBezTo>
                        <a:cubicBezTo>
                          <a:pt x="2003" y="915"/>
                          <a:pt x="2004" y="915"/>
                          <a:pt x="2005" y="915"/>
                        </a:cubicBezTo>
                        <a:cubicBezTo>
                          <a:pt x="2007" y="916"/>
                          <a:pt x="2008" y="917"/>
                          <a:pt x="2010" y="917"/>
                        </a:cubicBezTo>
                        <a:cubicBezTo>
                          <a:pt x="2011" y="918"/>
                          <a:pt x="2012" y="918"/>
                          <a:pt x="2014" y="919"/>
                        </a:cubicBezTo>
                        <a:cubicBezTo>
                          <a:pt x="2015" y="920"/>
                          <a:pt x="2016" y="920"/>
                          <a:pt x="2017" y="921"/>
                        </a:cubicBezTo>
                        <a:cubicBezTo>
                          <a:pt x="2018" y="921"/>
                          <a:pt x="2020" y="922"/>
                          <a:pt x="2021" y="923"/>
                        </a:cubicBezTo>
                        <a:cubicBezTo>
                          <a:pt x="2021" y="923"/>
                          <a:pt x="2022" y="923"/>
                          <a:pt x="2022" y="924"/>
                        </a:cubicBezTo>
                        <a:cubicBezTo>
                          <a:pt x="2037" y="933"/>
                          <a:pt x="2050" y="946"/>
                          <a:pt x="2060" y="961"/>
                        </a:cubicBezTo>
                        <a:cubicBezTo>
                          <a:pt x="2060" y="962"/>
                          <a:pt x="2060" y="962"/>
                          <a:pt x="2061" y="963"/>
                        </a:cubicBezTo>
                        <a:cubicBezTo>
                          <a:pt x="2062" y="964"/>
                          <a:pt x="2062" y="966"/>
                          <a:pt x="2063" y="967"/>
                        </a:cubicBezTo>
                        <a:cubicBezTo>
                          <a:pt x="2064" y="968"/>
                          <a:pt x="2064" y="969"/>
                          <a:pt x="2065" y="971"/>
                        </a:cubicBezTo>
                        <a:cubicBezTo>
                          <a:pt x="2065" y="972"/>
                          <a:pt x="2066" y="973"/>
                          <a:pt x="2066" y="974"/>
                        </a:cubicBezTo>
                        <a:cubicBezTo>
                          <a:pt x="2067" y="976"/>
                          <a:pt x="2068" y="978"/>
                          <a:pt x="2069" y="980"/>
                        </a:cubicBezTo>
                        <a:cubicBezTo>
                          <a:pt x="2069" y="980"/>
                          <a:pt x="2069" y="981"/>
                          <a:pt x="2069" y="981"/>
                        </a:cubicBezTo>
                        <a:cubicBezTo>
                          <a:pt x="2070" y="984"/>
                          <a:pt x="2071" y="986"/>
                          <a:pt x="2072" y="989"/>
                        </a:cubicBezTo>
                        <a:cubicBezTo>
                          <a:pt x="2074" y="997"/>
                          <a:pt x="2076" y="1007"/>
                          <a:pt x="2076" y="1016"/>
                        </a:cubicBezTo>
                        <a:lnTo>
                          <a:pt x="2050" y="10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66" name="Grupo 165">
              <a:extLst>
                <a:ext uri="{FF2B5EF4-FFF2-40B4-BE49-F238E27FC236}">
                  <a16:creationId xmlns:a16="http://schemas.microsoft.com/office/drawing/2014/main" id="{5346AF9C-2C36-F3D4-4D6E-EAA7103A4DFE}"/>
                </a:ext>
              </a:extLst>
            </p:cNvPr>
            <p:cNvGrpSpPr/>
            <p:nvPr/>
          </p:nvGrpSpPr>
          <p:grpSpPr>
            <a:xfrm>
              <a:off x="5534559" y="1494503"/>
              <a:ext cx="972001" cy="1122694"/>
              <a:chOff x="4998411" y="1669461"/>
              <a:chExt cx="1047298" cy="1122694"/>
            </a:xfrm>
          </p:grpSpPr>
          <p:sp>
            <p:nvSpPr>
              <p:cNvPr id="212" name="Rectangle: Rounded Corners 211">
                <a:extLst>
                  <a:ext uri="{FF2B5EF4-FFF2-40B4-BE49-F238E27FC236}">
                    <a16:creationId xmlns:a16="http://schemas.microsoft.com/office/drawing/2014/main" id="{49B3B045-165F-44EC-A68F-F5DC50D73452}"/>
                  </a:ext>
                </a:extLst>
              </p:cNvPr>
              <p:cNvSpPr/>
              <p:nvPr/>
            </p:nvSpPr>
            <p:spPr>
              <a:xfrm>
                <a:off x="506337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220" name="Oval 20">
                <a:extLst>
                  <a:ext uri="{FF2B5EF4-FFF2-40B4-BE49-F238E27FC236}">
                    <a16:creationId xmlns:a16="http://schemas.microsoft.com/office/drawing/2014/main" id="{865B15A5-8815-26A0-2D03-F66230830631}"/>
                  </a:ext>
                </a:extLst>
              </p:cNvPr>
              <p:cNvSpPr>
                <a:spLocks noChangeAspect="1" noChangeArrowheads="1"/>
              </p:cNvSpPr>
              <p:nvPr/>
            </p:nvSpPr>
            <p:spPr bwMode="auto">
              <a:xfrm>
                <a:off x="499841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8</a:t>
                </a:r>
              </a:p>
            </p:txBody>
          </p:sp>
          <p:grpSp>
            <p:nvGrpSpPr>
              <p:cNvPr id="248" name="bcgIcons_Large Group of People/Public ">
                <a:extLst>
                  <a:ext uri="{FF2B5EF4-FFF2-40B4-BE49-F238E27FC236}">
                    <a16:creationId xmlns:a16="http://schemas.microsoft.com/office/drawing/2014/main" id="{E9B55936-9B3F-955B-58BD-E86262F69432}"/>
                  </a:ext>
                </a:extLst>
              </p:cNvPr>
              <p:cNvGrpSpPr>
                <a:grpSpLocks noChangeAspect="1"/>
              </p:cNvGrpSpPr>
              <p:nvPr/>
            </p:nvGrpSpPr>
            <p:grpSpPr>
              <a:xfrm>
                <a:off x="5345507" y="1827711"/>
                <a:ext cx="418067" cy="418454"/>
                <a:chOff x="5273803" y="2606040"/>
                <a:chExt cx="1644396" cy="1645920"/>
              </a:xfrm>
            </p:grpSpPr>
            <p:sp>
              <p:nvSpPr>
                <p:cNvPr id="249" name="AutoShape 18">
                  <a:extLst>
                    <a:ext uri="{FF2B5EF4-FFF2-40B4-BE49-F238E27FC236}">
                      <a16:creationId xmlns:a16="http://schemas.microsoft.com/office/drawing/2014/main" id="{086623DC-340E-F1B3-6195-6C7CC5934545}"/>
                    </a:ext>
                  </a:extLst>
                </p:cNvPr>
                <p:cNvSpPr>
                  <a:spLocks noChangeAspect="1"/>
                </p:cNvSpPr>
                <p:nvPr/>
              </p:nvSpPr>
              <p:spPr bwMode="auto">
                <a:xfrm>
                  <a:off x="5273803"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50" name="Group 249">
                  <a:extLst>
                    <a:ext uri="{FF2B5EF4-FFF2-40B4-BE49-F238E27FC236}">
                      <a16:creationId xmlns:a16="http://schemas.microsoft.com/office/drawing/2014/main" id="{A308DC8B-73F5-39D1-43B2-C03F42B19C9D}"/>
                    </a:ext>
                  </a:extLst>
                </p:cNvPr>
                <p:cNvGrpSpPr>
                  <a:grpSpLocks/>
                </p:cNvGrpSpPr>
                <p:nvPr/>
              </p:nvGrpSpPr>
              <p:grpSpPr>
                <a:xfrm>
                  <a:off x="5336668" y="2770251"/>
                  <a:ext cx="1515999" cy="1311783"/>
                  <a:chOff x="5336668" y="2770251"/>
                  <a:chExt cx="1515999" cy="1311783"/>
                </a:xfrm>
              </p:grpSpPr>
              <p:sp>
                <p:nvSpPr>
                  <p:cNvPr id="251" name="Freeform 20">
                    <a:extLst>
                      <a:ext uri="{FF2B5EF4-FFF2-40B4-BE49-F238E27FC236}">
                        <a16:creationId xmlns:a16="http://schemas.microsoft.com/office/drawing/2014/main" id="{4388C14A-4770-ADD8-9E8B-9258762E1452}"/>
                      </a:ext>
                    </a:extLst>
                  </p:cNvPr>
                  <p:cNvSpPr>
                    <a:spLocks/>
                  </p:cNvSpPr>
                  <p:nvPr/>
                </p:nvSpPr>
                <p:spPr bwMode="auto">
                  <a:xfrm>
                    <a:off x="5336668" y="2770251"/>
                    <a:ext cx="1515999" cy="131178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52" name="Freeform 21">
                    <a:extLst>
                      <a:ext uri="{FF2B5EF4-FFF2-40B4-BE49-F238E27FC236}">
                        <a16:creationId xmlns:a16="http://schemas.microsoft.com/office/drawing/2014/main" id="{7C3E7DDB-374E-B64B-CA48-9537919D53C8}"/>
                      </a:ext>
                    </a:extLst>
                  </p:cNvPr>
                  <p:cNvSpPr>
                    <a:spLocks/>
                  </p:cNvSpPr>
                  <p:nvPr/>
                </p:nvSpPr>
                <p:spPr bwMode="auto">
                  <a:xfrm>
                    <a:off x="5540884" y="3203448"/>
                    <a:ext cx="1150239" cy="57569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p:spPr>
                <p:txBody>
                  <a:bodyPr vert="horz" wrap="square" lIns="54727" tIns="27364" rIns="54727" bIns="27364" numCol="1" anchor="t" anchorCtr="0" compatLnSpc="1">
                    <a:prstTxWarp prst="textNoShape">
                      <a:avLst/>
                    </a:prstTxWarp>
                  </a:bodyPr>
                  <a:lstStyle/>
                  <a:p>
                    <a:endParaRPr lang="es-CL"/>
                  </a:p>
                </p:txBody>
              </p:sp>
            </p:grpSp>
          </p:grpSp>
        </p:grpSp>
        <p:grpSp>
          <p:nvGrpSpPr>
            <p:cNvPr id="167" name="Grupo 166">
              <a:extLst>
                <a:ext uri="{FF2B5EF4-FFF2-40B4-BE49-F238E27FC236}">
                  <a16:creationId xmlns:a16="http://schemas.microsoft.com/office/drawing/2014/main" id="{715B8A9A-F432-70A4-159F-A454719946BE}"/>
                </a:ext>
              </a:extLst>
            </p:cNvPr>
            <p:cNvGrpSpPr/>
            <p:nvPr/>
          </p:nvGrpSpPr>
          <p:grpSpPr>
            <a:xfrm>
              <a:off x="6586806" y="1494503"/>
              <a:ext cx="972001" cy="1122694"/>
              <a:chOff x="6081331" y="1669461"/>
              <a:chExt cx="1047298" cy="1122694"/>
            </a:xfrm>
          </p:grpSpPr>
          <p:sp>
            <p:nvSpPr>
              <p:cNvPr id="213" name="Rectangle: Rounded Corners 212">
                <a:extLst>
                  <a:ext uri="{FF2B5EF4-FFF2-40B4-BE49-F238E27FC236}">
                    <a16:creationId xmlns:a16="http://schemas.microsoft.com/office/drawing/2014/main" id="{ECB229E2-2954-F16C-91E1-291A6CF87DB7}"/>
                  </a:ext>
                </a:extLst>
              </p:cNvPr>
              <p:cNvSpPr/>
              <p:nvPr/>
            </p:nvSpPr>
            <p:spPr>
              <a:xfrm>
                <a:off x="614629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Ambiental</a:t>
                </a:r>
              </a:p>
            </p:txBody>
          </p:sp>
          <p:sp>
            <p:nvSpPr>
              <p:cNvPr id="221" name="Oval 20">
                <a:extLst>
                  <a:ext uri="{FF2B5EF4-FFF2-40B4-BE49-F238E27FC236}">
                    <a16:creationId xmlns:a16="http://schemas.microsoft.com/office/drawing/2014/main" id="{38B7A2F0-50C6-8A56-EA44-D9CEB154264B}"/>
                  </a:ext>
                </a:extLst>
              </p:cNvPr>
              <p:cNvSpPr>
                <a:spLocks noChangeAspect="1" noChangeArrowheads="1"/>
              </p:cNvSpPr>
              <p:nvPr/>
            </p:nvSpPr>
            <p:spPr bwMode="auto">
              <a:xfrm>
                <a:off x="60813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9</a:t>
                </a:r>
              </a:p>
            </p:txBody>
          </p:sp>
          <p:grpSp>
            <p:nvGrpSpPr>
              <p:cNvPr id="253" name="bcgIcons_Globe">
                <a:extLst>
                  <a:ext uri="{FF2B5EF4-FFF2-40B4-BE49-F238E27FC236}">
                    <a16:creationId xmlns:a16="http://schemas.microsoft.com/office/drawing/2014/main" id="{93D637BC-B5D1-77AD-D1D7-509CE0987DE4}"/>
                  </a:ext>
                </a:extLst>
              </p:cNvPr>
              <p:cNvGrpSpPr>
                <a:grpSpLocks noChangeAspect="1"/>
              </p:cNvGrpSpPr>
              <p:nvPr/>
            </p:nvGrpSpPr>
            <p:grpSpPr>
              <a:xfrm>
                <a:off x="6428073" y="1827711"/>
                <a:ext cx="418776" cy="418454"/>
                <a:chOff x="5273677" y="2606675"/>
                <a:chExt cx="1645920" cy="1644650"/>
              </a:xfrm>
            </p:grpSpPr>
            <p:sp>
              <p:nvSpPr>
                <p:cNvPr id="254" name="AutoShape 77">
                  <a:extLst>
                    <a:ext uri="{FF2B5EF4-FFF2-40B4-BE49-F238E27FC236}">
                      <a16:creationId xmlns:a16="http://schemas.microsoft.com/office/drawing/2014/main" id="{D9B91A1F-2942-4DA1-6DB0-C0804801FC25}"/>
                    </a:ext>
                  </a:extLst>
                </p:cNvPr>
                <p:cNvSpPr>
                  <a:spLocks noChangeAspect="1"/>
                </p:cNvSpPr>
                <p:nvPr/>
              </p:nvSpPr>
              <p:spPr bwMode="auto">
                <a:xfrm>
                  <a:off x="5273677" y="2606675"/>
                  <a:ext cx="164592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55" name="Group 254">
                  <a:extLst>
                    <a:ext uri="{FF2B5EF4-FFF2-40B4-BE49-F238E27FC236}">
                      <a16:creationId xmlns:a16="http://schemas.microsoft.com/office/drawing/2014/main" id="{DE06ADA9-8B54-B71C-2296-32795D98D464}"/>
                    </a:ext>
                  </a:extLst>
                </p:cNvPr>
                <p:cNvGrpSpPr>
                  <a:grpSpLocks/>
                </p:cNvGrpSpPr>
                <p:nvPr/>
              </p:nvGrpSpPr>
              <p:grpSpPr>
                <a:xfrm>
                  <a:off x="5457295" y="2790755"/>
                  <a:ext cx="1280194" cy="1277999"/>
                  <a:chOff x="5457295" y="2790755"/>
                  <a:chExt cx="1280194" cy="1277999"/>
                </a:xfrm>
              </p:grpSpPr>
              <p:sp>
                <p:nvSpPr>
                  <p:cNvPr id="256" name="Freeform 79">
                    <a:extLst>
                      <a:ext uri="{FF2B5EF4-FFF2-40B4-BE49-F238E27FC236}">
                        <a16:creationId xmlns:a16="http://schemas.microsoft.com/office/drawing/2014/main" id="{A5B8DF6B-2343-8CBA-682F-82E84A37053A}"/>
                      </a:ext>
                    </a:extLst>
                  </p:cNvPr>
                  <p:cNvSpPr>
                    <a:spLocks/>
                  </p:cNvSpPr>
                  <p:nvPr/>
                </p:nvSpPr>
                <p:spPr bwMode="auto">
                  <a:xfrm>
                    <a:off x="5457295" y="2790755"/>
                    <a:ext cx="1280194" cy="1277999"/>
                  </a:xfrm>
                  <a:custGeom>
                    <a:avLst/>
                    <a:gdLst>
                      <a:gd name="T0" fmla="*/ 1529 w 1792"/>
                      <a:gd name="T1" fmla="*/ 263 h 1790"/>
                      <a:gd name="T2" fmla="*/ 896 w 1792"/>
                      <a:gd name="T3" fmla="*/ 0 h 1790"/>
                      <a:gd name="T4" fmla="*/ 263 w 1792"/>
                      <a:gd name="T5" fmla="*/ 262 h 1790"/>
                      <a:gd name="T6" fmla="*/ 0 w 1792"/>
                      <a:gd name="T7" fmla="*/ 895 h 1790"/>
                      <a:gd name="T8" fmla="*/ 263 w 1792"/>
                      <a:gd name="T9" fmla="*/ 1528 h 1790"/>
                      <a:gd name="T10" fmla="*/ 896 w 1792"/>
                      <a:gd name="T11" fmla="*/ 1790 h 1790"/>
                      <a:gd name="T12" fmla="*/ 1529 w 1792"/>
                      <a:gd name="T13" fmla="*/ 1528 h 1790"/>
                      <a:gd name="T14" fmla="*/ 1792 w 1792"/>
                      <a:gd name="T15" fmla="*/ 895 h 1790"/>
                      <a:gd name="T16" fmla="*/ 1529 w 1792"/>
                      <a:gd name="T17" fmla="*/ 263 h 1790"/>
                      <a:gd name="T18" fmla="*/ 1498 w 1792"/>
                      <a:gd name="T19" fmla="*/ 1497 h 1790"/>
                      <a:gd name="T20" fmla="*/ 896 w 1792"/>
                      <a:gd name="T21" fmla="*/ 1746 h 1790"/>
                      <a:gd name="T22" fmla="*/ 294 w 1792"/>
                      <a:gd name="T23" fmla="*/ 1497 h 1790"/>
                      <a:gd name="T24" fmla="*/ 44 w 1792"/>
                      <a:gd name="T25" fmla="*/ 895 h 1790"/>
                      <a:gd name="T26" fmla="*/ 294 w 1792"/>
                      <a:gd name="T27" fmla="*/ 294 h 1790"/>
                      <a:gd name="T28" fmla="*/ 896 w 1792"/>
                      <a:gd name="T29" fmla="*/ 44 h 1790"/>
                      <a:gd name="T30" fmla="*/ 1498 w 1792"/>
                      <a:gd name="T31" fmla="*/ 294 h 1790"/>
                      <a:gd name="T32" fmla="*/ 1748 w 1792"/>
                      <a:gd name="T33" fmla="*/ 895 h 1790"/>
                      <a:gd name="T34" fmla="*/ 1498 w 1792"/>
                      <a:gd name="T35" fmla="*/ 1497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2" h="1790">
                        <a:moveTo>
                          <a:pt x="1529" y="263"/>
                        </a:moveTo>
                        <a:cubicBezTo>
                          <a:pt x="1361" y="93"/>
                          <a:pt x="1136" y="0"/>
                          <a:pt x="896" y="0"/>
                        </a:cubicBezTo>
                        <a:cubicBezTo>
                          <a:pt x="656" y="0"/>
                          <a:pt x="431" y="93"/>
                          <a:pt x="263" y="262"/>
                        </a:cubicBezTo>
                        <a:cubicBezTo>
                          <a:pt x="93" y="431"/>
                          <a:pt x="0" y="656"/>
                          <a:pt x="0" y="895"/>
                        </a:cubicBezTo>
                        <a:cubicBezTo>
                          <a:pt x="0" y="1135"/>
                          <a:pt x="93" y="1360"/>
                          <a:pt x="263" y="1528"/>
                        </a:cubicBezTo>
                        <a:cubicBezTo>
                          <a:pt x="431" y="1697"/>
                          <a:pt x="656" y="1790"/>
                          <a:pt x="896" y="1790"/>
                        </a:cubicBezTo>
                        <a:cubicBezTo>
                          <a:pt x="1136" y="1790"/>
                          <a:pt x="1361" y="1697"/>
                          <a:pt x="1529" y="1528"/>
                        </a:cubicBezTo>
                        <a:cubicBezTo>
                          <a:pt x="1699" y="1360"/>
                          <a:pt x="1792" y="1135"/>
                          <a:pt x="1792" y="895"/>
                        </a:cubicBezTo>
                        <a:cubicBezTo>
                          <a:pt x="1792" y="656"/>
                          <a:pt x="1699" y="431"/>
                          <a:pt x="1529" y="263"/>
                        </a:cubicBezTo>
                        <a:close/>
                        <a:moveTo>
                          <a:pt x="1498" y="1497"/>
                        </a:moveTo>
                        <a:cubicBezTo>
                          <a:pt x="1338" y="1658"/>
                          <a:pt x="1123" y="1746"/>
                          <a:pt x="896" y="1746"/>
                        </a:cubicBezTo>
                        <a:cubicBezTo>
                          <a:pt x="669" y="1746"/>
                          <a:pt x="454" y="1658"/>
                          <a:pt x="294" y="1497"/>
                        </a:cubicBezTo>
                        <a:cubicBezTo>
                          <a:pt x="132" y="1337"/>
                          <a:pt x="44" y="1122"/>
                          <a:pt x="44" y="895"/>
                        </a:cubicBezTo>
                        <a:cubicBezTo>
                          <a:pt x="44" y="668"/>
                          <a:pt x="132" y="454"/>
                          <a:pt x="294" y="294"/>
                        </a:cubicBezTo>
                        <a:cubicBezTo>
                          <a:pt x="454" y="133"/>
                          <a:pt x="669" y="44"/>
                          <a:pt x="896" y="44"/>
                        </a:cubicBezTo>
                        <a:cubicBezTo>
                          <a:pt x="1123" y="44"/>
                          <a:pt x="1338" y="133"/>
                          <a:pt x="1498" y="294"/>
                        </a:cubicBezTo>
                        <a:cubicBezTo>
                          <a:pt x="1660" y="454"/>
                          <a:pt x="1748" y="668"/>
                          <a:pt x="1748" y="895"/>
                        </a:cubicBezTo>
                        <a:cubicBezTo>
                          <a:pt x="1748" y="1122"/>
                          <a:pt x="1660" y="1337"/>
                          <a:pt x="1498" y="1497"/>
                        </a:cubicBezTo>
                        <a:close/>
                      </a:path>
                    </a:pathLst>
                  </a:custGeom>
                  <a:solidFill>
                    <a:schemeClr val="accent1"/>
                  </a:solidFill>
                  <a:ln>
                    <a:noFill/>
                  </a:ln>
                </p:spPr>
                <p:txBody>
                  <a:bodyPr vert="horz" wrap="square" lIns="54727" tIns="27364" rIns="54727" bIns="27364" numCol="1" anchor="t" anchorCtr="0" compatLnSpc="1">
                    <a:prstTxWarp prst="textNoShape">
                      <a:avLst/>
                    </a:prstTxWarp>
                  </a:bodyPr>
                  <a:lstStyle/>
                  <a:p>
                    <a:endParaRPr lang="es-CL"/>
                  </a:p>
                </p:txBody>
              </p:sp>
              <p:sp>
                <p:nvSpPr>
                  <p:cNvPr id="257" name="Freeform 13">
                    <a:extLst>
                      <a:ext uri="{FF2B5EF4-FFF2-40B4-BE49-F238E27FC236}">
                        <a16:creationId xmlns:a16="http://schemas.microsoft.com/office/drawing/2014/main" id="{825BFEF8-5DF1-2146-D4DD-A3D5E3D71B8B}"/>
                      </a:ext>
                    </a:extLst>
                  </p:cNvPr>
                  <p:cNvSpPr>
                    <a:spLocks/>
                  </p:cNvSpPr>
                  <p:nvPr/>
                </p:nvSpPr>
                <p:spPr bwMode="auto">
                  <a:xfrm>
                    <a:off x="5517998" y="2851409"/>
                    <a:ext cx="1143255" cy="1156386"/>
                  </a:xfrm>
                  <a:custGeom>
                    <a:avLst/>
                    <a:gdLst>
                      <a:gd name="connsiteX0" fmla="*/ 533702 w 1143255"/>
                      <a:gd name="connsiteY0" fmla="*/ 1074544 h 1156386"/>
                      <a:gd name="connsiteX1" fmla="*/ 678794 w 1143255"/>
                      <a:gd name="connsiteY1" fmla="*/ 1144999 h 1156386"/>
                      <a:gd name="connsiteX2" fmla="*/ 676650 w 1143255"/>
                      <a:gd name="connsiteY2" fmla="*/ 1148558 h 1156386"/>
                      <a:gd name="connsiteX3" fmla="*/ 579445 w 1143255"/>
                      <a:gd name="connsiteY3" fmla="*/ 1156386 h 1156386"/>
                      <a:gd name="connsiteX4" fmla="*/ 462942 w 1143255"/>
                      <a:gd name="connsiteY4" fmla="*/ 1144999 h 1156386"/>
                      <a:gd name="connsiteX5" fmla="*/ 401474 w 1143255"/>
                      <a:gd name="connsiteY5" fmla="*/ 1128631 h 1156386"/>
                      <a:gd name="connsiteX6" fmla="*/ 400759 w 1143255"/>
                      <a:gd name="connsiteY6" fmla="*/ 1128631 h 1156386"/>
                      <a:gd name="connsiteX7" fmla="*/ 533702 w 1143255"/>
                      <a:gd name="connsiteY7" fmla="*/ 1074544 h 1156386"/>
                      <a:gd name="connsiteX8" fmla="*/ 900936 w 1143255"/>
                      <a:gd name="connsiteY8" fmla="*/ 803314 h 1156386"/>
                      <a:gd name="connsiteX9" fmla="*/ 901650 w 1143255"/>
                      <a:gd name="connsiteY9" fmla="*/ 803314 h 1156386"/>
                      <a:gd name="connsiteX10" fmla="*/ 916632 w 1143255"/>
                      <a:gd name="connsiteY10" fmla="*/ 897408 h 1156386"/>
                      <a:gd name="connsiteX11" fmla="*/ 856702 w 1143255"/>
                      <a:gd name="connsiteY11" fmla="*/ 923070 h 1156386"/>
                      <a:gd name="connsiteX12" fmla="*/ 855275 w 1143255"/>
                      <a:gd name="connsiteY12" fmla="*/ 920219 h 1156386"/>
                      <a:gd name="connsiteX13" fmla="*/ 865977 w 1143255"/>
                      <a:gd name="connsiteY13" fmla="*/ 839669 h 1156386"/>
                      <a:gd name="connsiteX14" fmla="*/ 900936 w 1143255"/>
                      <a:gd name="connsiteY14" fmla="*/ 803314 h 1156386"/>
                      <a:gd name="connsiteX15" fmla="*/ 8579 w 1143255"/>
                      <a:gd name="connsiteY15" fmla="*/ 493395 h 1156386"/>
                      <a:gd name="connsiteX16" fmla="*/ 80787 w 1143255"/>
                      <a:gd name="connsiteY16" fmla="*/ 552635 h 1156386"/>
                      <a:gd name="connsiteX17" fmla="*/ 157999 w 1143255"/>
                      <a:gd name="connsiteY17" fmla="*/ 711799 h 1156386"/>
                      <a:gd name="connsiteX18" fmla="*/ 169438 w 1143255"/>
                      <a:gd name="connsiteY18" fmla="*/ 858829 h 1156386"/>
                      <a:gd name="connsiteX19" fmla="*/ 169438 w 1143255"/>
                      <a:gd name="connsiteY19" fmla="*/ 860257 h 1156386"/>
                      <a:gd name="connsiteX20" fmla="*/ 187311 w 1143255"/>
                      <a:gd name="connsiteY20" fmla="*/ 997295 h 1156386"/>
                      <a:gd name="connsiteX21" fmla="*/ 183021 w 1143255"/>
                      <a:gd name="connsiteY21" fmla="*/ 999436 h 1156386"/>
                      <a:gd name="connsiteX22" fmla="*/ 0 w 1143255"/>
                      <a:gd name="connsiteY22" fmla="*/ 578330 h 1156386"/>
                      <a:gd name="connsiteX23" fmla="*/ 5719 w 1143255"/>
                      <a:gd name="connsiteY23" fmla="*/ 495536 h 1156386"/>
                      <a:gd name="connsiteX24" fmla="*/ 8579 w 1143255"/>
                      <a:gd name="connsiteY24" fmla="*/ 493395 h 1156386"/>
                      <a:gd name="connsiteX25" fmla="*/ 296585 w 1143255"/>
                      <a:gd name="connsiteY25" fmla="*/ 74456 h 1156386"/>
                      <a:gd name="connsiteX26" fmla="*/ 300159 w 1143255"/>
                      <a:gd name="connsiteY26" fmla="*/ 76598 h 1156386"/>
                      <a:gd name="connsiteX27" fmla="*/ 317319 w 1143255"/>
                      <a:gd name="connsiteY27" fmla="*/ 160812 h 1156386"/>
                      <a:gd name="connsiteX28" fmla="*/ 272990 w 1143255"/>
                      <a:gd name="connsiteY28" fmla="*/ 302121 h 1156386"/>
                      <a:gd name="connsiteX29" fmla="*/ 137859 w 1143255"/>
                      <a:gd name="connsiteY29" fmla="*/ 373489 h 1156386"/>
                      <a:gd name="connsiteX30" fmla="*/ 32043 w 1143255"/>
                      <a:gd name="connsiteY30" fmla="*/ 397754 h 1156386"/>
                      <a:gd name="connsiteX31" fmla="*/ 30613 w 1143255"/>
                      <a:gd name="connsiteY31" fmla="*/ 394899 h 1156386"/>
                      <a:gd name="connsiteX32" fmla="*/ 33473 w 1143255"/>
                      <a:gd name="connsiteY32" fmla="*/ 384908 h 1156386"/>
                      <a:gd name="connsiteX33" fmla="*/ 296585 w 1143255"/>
                      <a:gd name="connsiteY33" fmla="*/ 74456 h 1156386"/>
                      <a:gd name="connsiteX34" fmla="*/ 579383 w 1143255"/>
                      <a:gd name="connsiteY34" fmla="*/ 0 h 1156386"/>
                      <a:gd name="connsiteX35" fmla="*/ 1057972 w 1143255"/>
                      <a:gd name="connsiteY35" fmla="*/ 252720 h 1156386"/>
                      <a:gd name="connsiteX36" fmla="*/ 1142975 w 1143255"/>
                      <a:gd name="connsiteY36" fmla="*/ 442616 h 1156386"/>
                      <a:gd name="connsiteX37" fmla="*/ 1142975 w 1143255"/>
                      <a:gd name="connsiteY37" fmla="*/ 444758 h 1156386"/>
                      <a:gd name="connsiteX38" fmla="*/ 1141546 w 1143255"/>
                      <a:gd name="connsiteY38" fmla="*/ 447614 h 1156386"/>
                      <a:gd name="connsiteX39" fmla="*/ 1087259 w 1143255"/>
                      <a:gd name="connsiteY39" fmla="*/ 518289 h 1156386"/>
                      <a:gd name="connsiteX40" fmla="*/ 1031542 w 1143255"/>
                      <a:gd name="connsiteY40" fmla="*/ 518289 h 1156386"/>
                      <a:gd name="connsiteX41" fmla="*/ 967969 w 1143255"/>
                      <a:gd name="connsiteY41" fmla="*/ 471172 h 1156386"/>
                      <a:gd name="connsiteX42" fmla="*/ 966540 w 1143255"/>
                      <a:gd name="connsiteY42" fmla="*/ 475456 h 1156386"/>
                      <a:gd name="connsiteX43" fmla="*/ 918681 w 1143255"/>
                      <a:gd name="connsiteY43" fmla="*/ 578971 h 1156386"/>
                      <a:gd name="connsiteX44" fmla="*/ 840821 w 1143255"/>
                      <a:gd name="connsiteY44" fmla="*/ 562551 h 1156386"/>
                      <a:gd name="connsiteX45" fmla="*/ 836535 w 1143255"/>
                      <a:gd name="connsiteY45" fmla="*/ 565407 h 1156386"/>
                      <a:gd name="connsiteX46" fmla="*/ 922253 w 1143255"/>
                      <a:gd name="connsiteY46" fmla="*/ 637510 h 1156386"/>
                      <a:gd name="connsiteX47" fmla="*/ 926539 w 1143255"/>
                      <a:gd name="connsiteY47" fmla="*/ 638224 h 1156386"/>
                      <a:gd name="connsiteX48" fmla="*/ 854393 w 1143255"/>
                      <a:gd name="connsiteY48" fmla="*/ 753161 h 1156386"/>
                      <a:gd name="connsiteX49" fmla="*/ 827964 w 1143255"/>
                      <a:gd name="connsiteY49" fmla="*/ 883805 h 1156386"/>
                      <a:gd name="connsiteX50" fmla="*/ 715102 w 1143255"/>
                      <a:gd name="connsiteY50" fmla="*/ 1014448 h 1156386"/>
                      <a:gd name="connsiteX51" fmla="*/ 600098 w 1143255"/>
                      <a:gd name="connsiteY51" fmla="*/ 910219 h 1156386"/>
                      <a:gd name="connsiteX52" fmla="*/ 579383 w 1143255"/>
                      <a:gd name="connsiteY52" fmla="*/ 841685 h 1156386"/>
                      <a:gd name="connsiteX53" fmla="*/ 560811 w 1143255"/>
                      <a:gd name="connsiteY53" fmla="*/ 731031 h 1156386"/>
                      <a:gd name="connsiteX54" fmla="*/ 557954 w 1143255"/>
                      <a:gd name="connsiteY54" fmla="*/ 728889 h 1156386"/>
                      <a:gd name="connsiteX55" fmla="*/ 339374 w 1143255"/>
                      <a:gd name="connsiteY55" fmla="*/ 532567 h 1156386"/>
                      <a:gd name="connsiteX56" fmla="*/ 457950 w 1143255"/>
                      <a:gd name="connsiteY56" fmla="*/ 416202 h 1156386"/>
                      <a:gd name="connsiteX57" fmla="*/ 457950 w 1143255"/>
                      <a:gd name="connsiteY57" fmla="*/ 411919 h 1156386"/>
                      <a:gd name="connsiteX58" fmla="*/ 445807 w 1143255"/>
                      <a:gd name="connsiteY58" fmla="*/ 375510 h 1156386"/>
                      <a:gd name="connsiteX59" fmla="*/ 563668 w 1143255"/>
                      <a:gd name="connsiteY59" fmla="*/ 276278 h 1156386"/>
                      <a:gd name="connsiteX60" fmla="*/ 565097 w 1143255"/>
                      <a:gd name="connsiteY60" fmla="*/ 274850 h 1156386"/>
                      <a:gd name="connsiteX61" fmla="*/ 593669 w 1143255"/>
                      <a:gd name="connsiteY61" fmla="*/ 200605 h 1156386"/>
                      <a:gd name="connsiteX62" fmla="*/ 682244 w 1143255"/>
                      <a:gd name="connsiteY62" fmla="*/ 139210 h 1156386"/>
                      <a:gd name="connsiteX63" fmla="*/ 533667 w 1143255"/>
                      <a:gd name="connsiteY63" fmla="*/ 156344 h 1156386"/>
                      <a:gd name="connsiteX64" fmla="*/ 398662 w 1143255"/>
                      <a:gd name="connsiteY64" fmla="*/ 169908 h 1156386"/>
                      <a:gd name="connsiteX65" fmla="*/ 493666 w 1143255"/>
                      <a:gd name="connsiteY65" fmla="*/ 89951 h 1156386"/>
                      <a:gd name="connsiteX66" fmla="*/ 495094 w 1143255"/>
                      <a:gd name="connsiteY66" fmla="*/ 9281 h 1156386"/>
                      <a:gd name="connsiteX67" fmla="*/ 496523 w 1143255"/>
                      <a:gd name="connsiteY67" fmla="*/ 5711 h 1156386"/>
                      <a:gd name="connsiteX68" fmla="*/ 579383 w 1143255"/>
                      <a:gd name="connsiteY68" fmla="*/ 0 h 11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143255" h="1156386">
                        <a:moveTo>
                          <a:pt x="533702" y="1074544"/>
                        </a:moveTo>
                        <a:cubicBezTo>
                          <a:pt x="599458" y="1078814"/>
                          <a:pt x="639484" y="1075967"/>
                          <a:pt x="678794" y="1144999"/>
                        </a:cubicBezTo>
                        <a:cubicBezTo>
                          <a:pt x="679509" y="1146423"/>
                          <a:pt x="678080" y="1148558"/>
                          <a:pt x="676650" y="1148558"/>
                        </a:cubicBezTo>
                        <a:cubicBezTo>
                          <a:pt x="645202" y="1153539"/>
                          <a:pt x="612323" y="1156386"/>
                          <a:pt x="579445" y="1156386"/>
                        </a:cubicBezTo>
                        <a:cubicBezTo>
                          <a:pt x="539419" y="1156386"/>
                          <a:pt x="500109" y="1152828"/>
                          <a:pt x="462942" y="1144999"/>
                        </a:cubicBezTo>
                        <a:cubicBezTo>
                          <a:pt x="430778" y="1137171"/>
                          <a:pt x="407192" y="1130054"/>
                          <a:pt x="401474" y="1128631"/>
                        </a:cubicBezTo>
                        <a:cubicBezTo>
                          <a:pt x="401474" y="1128631"/>
                          <a:pt x="400759" y="1128631"/>
                          <a:pt x="400759" y="1128631"/>
                        </a:cubicBezTo>
                        <a:cubicBezTo>
                          <a:pt x="401474" y="1127919"/>
                          <a:pt x="467945" y="1070985"/>
                          <a:pt x="533702" y="1074544"/>
                        </a:cubicBezTo>
                        <a:close/>
                        <a:moveTo>
                          <a:pt x="900936" y="803314"/>
                        </a:moveTo>
                        <a:cubicBezTo>
                          <a:pt x="900936" y="803314"/>
                          <a:pt x="901650" y="803314"/>
                          <a:pt x="901650" y="803314"/>
                        </a:cubicBezTo>
                        <a:cubicBezTo>
                          <a:pt x="961580" y="813294"/>
                          <a:pt x="945171" y="853212"/>
                          <a:pt x="916632" y="897408"/>
                        </a:cubicBezTo>
                        <a:cubicBezTo>
                          <a:pt x="892375" y="935188"/>
                          <a:pt x="863837" y="926634"/>
                          <a:pt x="856702" y="923070"/>
                        </a:cubicBezTo>
                        <a:cubicBezTo>
                          <a:pt x="855275" y="922357"/>
                          <a:pt x="855275" y="921644"/>
                          <a:pt x="855275" y="920219"/>
                        </a:cubicBezTo>
                        <a:cubicBezTo>
                          <a:pt x="857416" y="910952"/>
                          <a:pt x="865977" y="868895"/>
                          <a:pt x="865977" y="839669"/>
                        </a:cubicBezTo>
                        <a:cubicBezTo>
                          <a:pt x="865977" y="809017"/>
                          <a:pt x="896656" y="803314"/>
                          <a:pt x="900936" y="803314"/>
                        </a:cubicBezTo>
                        <a:close/>
                        <a:moveTo>
                          <a:pt x="8579" y="493395"/>
                        </a:moveTo>
                        <a:cubicBezTo>
                          <a:pt x="27167" y="495536"/>
                          <a:pt x="68633" y="506242"/>
                          <a:pt x="80787" y="552635"/>
                        </a:cubicBezTo>
                        <a:cubicBezTo>
                          <a:pt x="95800" y="611876"/>
                          <a:pt x="117963" y="687532"/>
                          <a:pt x="157999" y="711799"/>
                        </a:cubicBezTo>
                        <a:cubicBezTo>
                          <a:pt x="196605" y="734639"/>
                          <a:pt x="170867" y="850978"/>
                          <a:pt x="169438" y="858829"/>
                        </a:cubicBezTo>
                        <a:cubicBezTo>
                          <a:pt x="168723" y="859543"/>
                          <a:pt x="168723" y="859543"/>
                          <a:pt x="169438" y="860257"/>
                        </a:cubicBezTo>
                        <a:cubicBezTo>
                          <a:pt x="169438" y="860257"/>
                          <a:pt x="169438" y="860257"/>
                          <a:pt x="187311" y="997295"/>
                        </a:cubicBezTo>
                        <a:cubicBezTo>
                          <a:pt x="187311" y="999436"/>
                          <a:pt x="184451" y="1001577"/>
                          <a:pt x="183021" y="999436"/>
                        </a:cubicBezTo>
                        <a:cubicBezTo>
                          <a:pt x="70063" y="893803"/>
                          <a:pt x="0" y="744631"/>
                          <a:pt x="0" y="578330"/>
                        </a:cubicBezTo>
                        <a:cubicBezTo>
                          <a:pt x="0" y="550494"/>
                          <a:pt x="2145" y="522658"/>
                          <a:pt x="5719" y="495536"/>
                        </a:cubicBezTo>
                        <a:cubicBezTo>
                          <a:pt x="5719" y="494109"/>
                          <a:pt x="7149" y="493395"/>
                          <a:pt x="8579" y="493395"/>
                        </a:cubicBezTo>
                        <a:close/>
                        <a:moveTo>
                          <a:pt x="296585" y="74456"/>
                        </a:moveTo>
                        <a:cubicBezTo>
                          <a:pt x="298015" y="73029"/>
                          <a:pt x="300159" y="74456"/>
                          <a:pt x="300159" y="76598"/>
                        </a:cubicBezTo>
                        <a:cubicBezTo>
                          <a:pt x="300159" y="88730"/>
                          <a:pt x="300874" y="126555"/>
                          <a:pt x="317319" y="160812"/>
                        </a:cubicBezTo>
                        <a:cubicBezTo>
                          <a:pt x="337338" y="202919"/>
                          <a:pt x="325899" y="297125"/>
                          <a:pt x="272990" y="302121"/>
                        </a:cubicBezTo>
                        <a:cubicBezTo>
                          <a:pt x="220082" y="307117"/>
                          <a:pt x="153589" y="331382"/>
                          <a:pt x="137859" y="373489"/>
                        </a:cubicBezTo>
                        <a:cubicBezTo>
                          <a:pt x="124275" y="411314"/>
                          <a:pt x="47772" y="400609"/>
                          <a:pt x="32043" y="397754"/>
                        </a:cubicBezTo>
                        <a:cubicBezTo>
                          <a:pt x="30613" y="397754"/>
                          <a:pt x="29898" y="396327"/>
                          <a:pt x="30613" y="394899"/>
                        </a:cubicBezTo>
                        <a:cubicBezTo>
                          <a:pt x="30613" y="392758"/>
                          <a:pt x="32043" y="389190"/>
                          <a:pt x="33473" y="384908"/>
                        </a:cubicBezTo>
                        <a:cubicBezTo>
                          <a:pt x="80661" y="252163"/>
                          <a:pt x="175038" y="142256"/>
                          <a:pt x="296585" y="74456"/>
                        </a:cubicBezTo>
                        <a:close/>
                        <a:moveTo>
                          <a:pt x="579383" y="0"/>
                        </a:moveTo>
                        <a:cubicBezTo>
                          <a:pt x="777962" y="0"/>
                          <a:pt x="953682" y="99946"/>
                          <a:pt x="1057972" y="252720"/>
                        </a:cubicBezTo>
                        <a:cubicBezTo>
                          <a:pt x="1115117" y="341957"/>
                          <a:pt x="1137975" y="424769"/>
                          <a:pt x="1142975" y="442616"/>
                        </a:cubicBezTo>
                        <a:cubicBezTo>
                          <a:pt x="1142975" y="443330"/>
                          <a:pt x="1142975" y="444044"/>
                          <a:pt x="1142975" y="444758"/>
                        </a:cubicBezTo>
                        <a:cubicBezTo>
                          <a:pt x="1143689" y="445472"/>
                          <a:pt x="1142975" y="446900"/>
                          <a:pt x="1141546" y="447614"/>
                        </a:cubicBezTo>
                        <a:cubicBezTo>
                          <a:pt x="1133689" y="451897"/>
                          <a:pt x="1098688" y="474028"/>
                          <a:pt x="1087259" y="518289"/>
                        </a:cubicBezTo>
                        <a:cubicBezTo>
                          <a:pt x="1073687" y="567548"/>
                          <a:pt x="1047257" y="561123"/>
                          <a:pt x="1031542" y="518289"/>
                        </a:cubicBezTo>
                        <a:cubicBezTo>
                          <a:pt x="1020828" y="488306"/>
                          <a:pt x="987255" y="475456"/>
                          <a:pt x="967969" y="471172"/>
                        </a:cubicBezTo>
                        <a:cubicBezTo>
                          <a:pt x="965826" y="470458"/>
                          <a:pt x="963683" y="474028"/>
                          <a:pt x="966540" y="475456"/>
                        </a:cubicBezTo>
                        <a:cubicBezTo>
                          <a:pt x="1004398" y="503297"/>
                          <a:pt x="963683" y="540420"/>
                          <a:pt x="918681" y="578971"/>
                        </a:cubicBezTo>
                        <a:cubicBezTo>
                          <a:pt x="885108" y="607526"/>
                          <a:pt x="855822" y="581826"/>
                          <a:pt x="840821" y="562551"/>
                        </a:cubicBezTo>
                        <a:cubicBezTo>
                          <a:pt x="839393" y="560409"/>
                          <a:pt x="835821" y="562551"/>
                          <a:pt x="836535" y="565407"/>
                        </a:cubicBezTo>
                        <a:cubicBezTo>
                          <a:pt x="875822" y="671063"/>
                          <a:pt x="912252" y="647505"/>
                          <a:pt x="922253" y="637510"/>
                        </a:cubicBezTo>
                        <a:cubicBezTo>
                          <a:pt x="923681" y="636082"/>
                          <a:pt x="926539" y="636796"/>
                          <a:pt x="926539" y="638224"/>
                        </a:cubicBezTo>
                        <a:cubicBezTo>
                          <a:pt x="939396" y="691052"/>
                          <a:pt x="876537" y="716753"/>
                          <a:pt x="854393" y="753161"/>
                        </a:cubicBezTo>
                        <a:cubicBezTo>
                          <a:pt x="832964" y="790284"/>
                          <a:pt x="828678" y="879521"/>
                          <a:pt x="827964" y="883805"/>
                        </a:cubicBezTo>
                        <a:cubicBezTo>
                          <a:pt x="827249" y="887374"/>
                          <a:pt x="814392" y="955908"/>
                          <a:pt x="715102" y="1014448"/>
                        </a:cubicBezTo>
                        <a:cubicBezTo>
                          <a:pt x="613670" y="1073701"/>
                          <a:pt x="602241" y="941630"/>
                          <a:pt x="600098" y="910219"/>
                        </a:cubicBezTo>
                        <a:cubicBezTo>
                          <a:pt x="597955" y="879521"/>
                          <a:pt x="597955" y="850965"/>
                          <a:pt x="579383" y="841685"/>
                        </a:cubicBezTo>
                        <a:cubicBezTo>
                          <a:pt x="562240" y="833832"/>
                          <a:pt x="560811" y="746736"/>
                          <a:pt x="560811" y="731031"/>
                        </a:cubicBezTo>
                        <a:cubicBezTo>
                          <a:pt x="560811" y="730317"/>
                          <a:pt x="559382" y="728889"/>
                          <a:pt x="557954" y="728889"/>
                        </a:cubicBezTo>
                        <a:cubicBezTo>
                          <a:pt x="292944" y="695336"/>
                          <a:pt x="352232" y="609668"/>
                          <a:pt x="339374" y="532567"/>
                        </a:cubicBezTo>
                        <a:cubicBezTo>
                          <a:pt x="328660" y="471172"/>
                          <a:pt x="419377" y="430480"/>
                          <a:pt x="457950" y="416202"/>
                        </a:cubicBezTo>
                        <a:cubicBezTo>
                          <a:pt x="460093" y="415488"/>
                          <a:pt x="460093" y="412633"/>
                          <a:pt x="457950" y="411919"/>
                        </a:cubicBezTo>
                        <a:cubicBezTo>
                          <a:pt x="452236" y="408349"/>
                          <a:pt x="446521" y="399069"/>
                          <a:pt x="445807" y="375510"/>
                        </a:cubicBezTo>
                        <a:cubicBezTo>
                          <a:pt x="443664" y="325537"/>
                          <a:pt x="551525" y="281276"/>
                          <a:pt x="563668" y="276278"/>
                        </a:cubicBezTo>
                        <a:cubicBezTo>
                          <a:pt x="564383" y="276278"/>
                          <a:pt x="565097" y="275564"/>
                          <a:pt x="565097" y="274850"/>
                        </a:cubicBezTo>
                        <a:cubicBezTo>
                          <a:pt x="567954" y="265570"/>
                          <a:pt x="587241" y="200605"/>
                          <a:pt x="593669" y="200605"/>
                        </a:cubicBezTo>
                        <a:cubicBezTo>
                          <a:pt x="600098" y="200605"/>
                          <a:pt x="700102" y="167766"/>
                          <a:pt x="682244" y="139210"/>
                        </a:cubicBezTo>
                        <a:cubicBezTo>
                          <a:pt x="664386" y="109940"/>
                          <a:pt x="582955" y="129929"/>
                          <a:pt x="533667" y="156344"/>
                        </a:cubicBezTo>
                        <a:cubicBezTo>
                          <a:pt x="485094" y="182758"/>
                          <a:pt x="412234" y="204889"/>
                          <a:pt x="398662" y="169908"/>
                        </a:cubicBezTo>
                        <a:cubicBezTo>
                          <a:pt x="385805" y="134213"/>
                          <a:pt x="462950" y="105657"/>
                          <a:pt x="493666" y="89951"/>
                        </a:cubicBezTo>
                        <a:cubicBezTo>
                          <a:pt x="520095" y="76387"/>
                          <a:pt x="500095" y="22845"/>
                          <a:pt x="495094" y="9281"/>
                        </a:cubicBezTo>
                        <a:cubicBezTo>
                          <a:pt x="494380" y="7853"/>
                          <a:pt x="495094" y="6425"/>
                          <a:pt x="496523" y="5711"/>
                        </a:cubicBezTo>
                        <a:cubicBezTo>
                          <a:pt x="523667" y="2142"/>
                          <a:pt x="551525" y="0"/>
                          <a:pt x="579383" y="0"/>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8" name="Grupo 167">
              <a:extLst>
                <a:ext uri="{FF2B5EF4-FFF2-40B4-BE49-F238E27FC236}">
                  <a16:creationId xmlns:a16="http://schemas.microsoft.com/office/drawing/2014/main" id="{AFFCB6E1-C202-5BD8-FFB4-7DEAE77329D2}"/>
                </a:ext>
              </a:extLst>
            </p:cNvPr>
            <p:cNvGrpSpPr/>
            <p:nvPr/>
          </p:nvGrpSpPr>
          <p:grpSpPr>
            <a:xfrm>
              <a:off x="7639053" y="1494503"/>
              <a:ext cx="972002" cy="1122694"/>
              <a:chOff x="7164251" y="1669461"/>
              <a:chExt cx="1047299" cy="1122694"/>
            </a:xfrm>
          </p:grpSpPr>
          <p:sp>
            <p:nvSpPr>
              <p:cNvPr id="214" name="Rectangle: Rounded Corners 213">
                <a:extLst>
                  <a:ext uri="{FF2B5EF4-FFF2-40B4-BE49-F238E27FC236}">
                    <a16:creationId xmlns:a16="http://schemas.microsoft.com/office/drawing/2014/main" id="{F0446FA8-8EAE-0C47-A148-26746E20C28B}"/>
                  </a:ext>
                </a:extLst>
              </p:cNvPr>
              <p:cNvSpPr/>
              <p:nvPr/>
            </p:nvSpPr>
            <p:spPr>
              <a:xfrm>
                <a:off x="722921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I+D</a:t>
                </a:r>
              </a:p>
            </p:txBody>
          </p:sp>
          <p:sp>
            <p:nvSpPr>
              <p:cNvPr id="226" name="Oval 20">
                <a:extLst>
                  <a:ext uri="{FF2B5EF4-FFF2-40B4-BE49-F238E27FC236}">
                    <a16:creationId xmlns:a16="http://schemas.microsoft.com/office/drawing/2014/main" id="{C037AC07-43B1-1A24-2193-6B96E731BB3F}"/>
                  </a:ext>
                </a:extLst>
              </p:cNvPr>
              <p:cNvSpPr>
                <a:spLocks noChangeAspect="1" noChangeArrowheads="1"/>
              </p:cNvSpPr>
              <p:nvPr/>
            </p:nvSpPr>
            <p:spPr bwMode="auto">
              <a:xfrm>
                <a:off x="71642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10</a:t>
                </a:r>
              </a:p>
            </p:txBody>
          </p:sp>
          <p:grpSp>
            <p:nvGrpSpPr>
              <p:cNvPr id="258" name="bcgIcons_Data Analysis ">
                <a:extLst>
                  <a:ext uri="{FF2B5EF4-FFF2-40B4-BE49-F238E27FC236}">
                    <a16:creationId xmlns:a16="http://schemas.microsoft.com/office/drawing/2014/main" id="{F52818F9-95AA-45F9-B847-442053A2A493}"/>
                  </a:ext>
                </a:extLst>
              </p:cNvPr>
              <p:cNvGrpSpPr>
                <a:grpSpLocks noChangeAspect="1"/>
              </p:cNvGrpSpPr>
              <p:nvPr/>
            </p:nvGrpSpPr>
            <p:grpSpPr>
              <a:xfrm>
                <a:off x="7510950" y="1827711"/>
                <a:ext cx="418857" cy="418454"/>
                <a:chOff x="6464300" y="2606675"/>
                <a:chExt cx="1646238" cy="1644650"/>
              </a:xfrm>
            </p:grpSpPr>
            <p:sp>
              <p:nvSpPr>
                <p:cNvPr id="259" name="AutoShape 15">
                  <a:extLst>
                    <a:ext uri="{FF2B5EF4-FFF2-40B4-BE49-F238E27FC236}">
                      <a16:creationId xmlns:a16="http://schemas.microsoft.com/office/drawing/2014/main" id="{F9A93F3A-A231-6D37-E706-07AB50F3ADC6}"/>
                    </a:ext>
                  </a:extLst>
                </p:cNvPr>
                <p:cNvSpPr>
                  <a:spLocks noChangeAspec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60" name="Group 259">
                  <a:extLst>
                    <a:ext uri="{FF2B5EF4-FFF2-40B4-BE49-F238E27FC236}">
                      <a16:creationId xmlns:a16="http://schemas.microsoft.com/office/drawing/2014/main" id="{120323D5-2B78-EE09-5700-06486FDA55FE}"/>
                    </a:ext>
                  </a:extLst>
                </p:cNvPr>
                <p:cNvGrpSpPr>
                  <a:grpSpLocks/>
                </p:cNvGrpSpPr>
                <p:nvPr/>
              </p:nvGrpSpPr>
              <p:grpSpPr>
                <a:xfrm>
                  <a:off x="6635750" y="2963862"/>
                  <a:ext cx="1367015" cy="1238250"/>
                  <a:chOff x="6635750" y="2963862"/>
                  <a:chExt cx="1367015" cy="1238250"/>
                </a:xfrm>
              </p:grpSpPr>
              <p:sp>
                <p:nvSpPr>
                  <p:cNvPr id="261" name="Freeform 10">
                    <a:extLst>
                      <a:ext uri="{FF2B5EF4-FFF2-40B4-BE49-F238E27FC236}">
                        <a16:creationId xmlns:a16="http://schemas.microsoft.com/office/drawing/2014/main" id="{B2A098F1-3CD0-ACC0-9A74-7D647C1A3B0B}"/>
                      </a:ext>
                    </a:extLst>
                  </p:cNvPr>
                  <p:cNvSpPr>
                    <a:spLocks/>
                  </p:cNvSpPr>
                  <p:nvPr/>
                </p:nvSpPr>
                <p:spPr bwMode="auto">
                  <a:xfrm>
                    <a:off x="6635750" y="2963862"/>
                    <a:ext cx="1367015" cy="1238250"/>
                  </a:xfrm>
                  <a:custGeom>
                    <a:avLst/>
                    <a:gdLst>
                      <a:gd name="connsiteX0" fmla="*/ 1124567 w 1367015"/>
                      <a:gd name="connsiteY0" fmla="*/ 922337 h 1238250"/>
                      <a:gd name="connsiteX1" fmla="*/ 1113855 w 1367015"/>
                      <a:gd name="connsiteY1" fmla="*/ 931647 h 1238250"/>
                      <a:gd name="connsiteX2" fmla="*/ 1058863 w 1367015"/>
                      <a:gd name="connsiteY2" fmla="*/ 985360 h 1238250"/>
                      <a:gd name="connsiteX3" fmla="*/ 1269544 w 1367015"/>
                      <a:gd name="connsiteY3" fmla="*/ 1205939 h 1238250"/>
                      <a:gd name="connsiteX4" fmla="*/ 1282399 w 1367015"/>
                      <a:gd name="connsiteY4" fmla="*/ 1205939 h 1238250"/>
                      <a:gd name="connsiteX5" fmla="*/ 1313109 w 1367015"/>
                      <a:gd name="connsiteY5" fmla="*/ 1185886 h 1238250"/>
                      <a:gd name="connsiteX6" fmla="*/ 1333820 w 1367015"/>
                      <a:gd name="connsiteY6" fmla="*/ 1155807 h 1238250"/>
                      <a:gd name="connsiteX7" fmla="*/ 1335248 w 1367015"/>
                      <a:gd name="connsiteY7" fmla="*/ 1142916 h 1238250"/>
                      <a:gd name="connsiteX8" fmla="*/ 1133851 w 1367015"/>
                      <a:gd name="connsiteY8" fmla="*/ 931647 h 1238250"/>
                      <a:gd name="connsiteX9" fmla="*/ 1124567 w 1367015"/>
                      <a:gd name="connsiteY9" fmla="*/ 922337 h 1238250"/>
                      <a:gd name="connsiteX10" fmla="*/ 925229 w 1367015"/>
                      <a:gd name="connsiteY10" fmla="*/ 906462 h 1238250"/>
                      <a:gd name="connsiteX11" fmla="*/ 949325 w 1367015"/>
                      <a:gd name="connsiteY11" fmla="*/ 931862 h 1238250"/>
                      <a:gd name="connsiteX12" fmla="*/ 869950 w 1367015"/>
                      <a:gd name="connsiteY12" fmla="*/ 931862 h 1238250"/>
                      <a:gd name="connsiteX13" fmla="*/ 925229 w 1367015"/>
                      <a:gd name="connsiteY13" fmla="*/ 906462 h 1238250"/>
                      <a:gd name="connsiteX14" fmla="*/ 1124927 w 1367015"/>
                      <a:gd name="connsiteY14" fmla="*/ 884237 h 1238250"/>
                      <a:gd name="connsiteX15" fmla="*/ 1135645 w 1367015"/>
                      <a:gd name="connsiteY15" fmla="*/ 889243 h 1238250"/>
                      <a:gd name="connsiteX16" fmla="*/ 1146363 w 1367015"/>
                      <a:gd name="connsiteY16" fmla="*/ 900686 h 1238250"/>
                      <a:gd name="connsiteX17" fmla="*/ 1176374 w 1367015"/>
                      <a:gd name="connsiteY17" fmla="*/ 932154 h 1238250"/>
                      <a:gd name="connsiteX18" fmla="*/ 1357152 w 1367015"/>
                      <a:gd name="connsiteY18" fmla="*/ 1121676 h 1238250"/>
                      <a:gd name="connsiteX19" fmla="*/ 1363582 w 1367015"/>
                      <a:gd name="connsiteY19" fmla="*/ 1166017 h 1238250"/>
                      <a:gd name="connsiteX20" fmla="*/ 1335001 w 1367015"/>
                      <a:gd name="connsiteY20" fmla="*/ 1208928 h 1238250"/>
                      <a:gd name="connsiteX21" fmla="*/ 1290700 w 1367015"/>
                      <a:gd name="connsiteY21" fmla="*/ 1236105 h 1238250"/>
                      <a:gd name="connsiteX22" fmla="*/ 1273551 w 1367015"/>
                      <a:gd name="connsiteY22" fmla="*/ 1238250 h 1238250"/>
                      <a:gd name="connsiteX23" fmla="*/ 1246398 w 1367015"/>
                      <a:gd name="connsiteY23" fmla="*/ 1227522 h 1238250"/>
                      <a:gd name="connsiteX24" fmla="*/ 1024892 w 1367015"/>
                      <a:gd name="connsiteY24" fmla="*/ 996520 h 1238250"/>
                      <a:gd name="connsiteX25" fmla="*/ 1025606 w 1367015"/>
                      <a:gd name="connsiteY25" fmla="*/ 974350 h 1238250"/>
                      <a:gd name="connsiteX26" fmla="*/ 1068478 w 1367015"/>
                      <a:gd name="connsiteY26" fmla="*/ 932154 h 1238250"/>
                      <a:gd name="connsiteX27" fmla="*/ 1076338 w 1367015"/>
                      <a:gd name="connsiteY27" fmla="*/ 925002 h 1238250"/>
                      <a:gd name="connsiteX28" fmla="*/ 1100633 w 1367015"/>
                      <a:gd name="connsiteY28" fmla="*/ 900686 h 1238250"/>
                      <a:gd name="connsiteX29" fmla="*/ 1104205 w 1367015"/>
                      <a:gd name="connsiteY29" fmla="*/ 897826 h 1238250"/>
                      <a:gd name="connsiteX30" fmla="*/ 1113494 w 1367015"/>
                      <a:gd name="connsiteY30" fmla="*/ 889243 h 1238250"/>
                      <a:gd name="connsiteX31" fmla="*/ 1124927 w 1367015"/>
                      <a:gd name="connsiteY31" fmla="*/ 884237 h 1238250"/>
                      <a:gd name="connsiteX32" fmla="*/ 346518 w 1367015"/>
                      <a:gd name="connsiteY32" fmla="*/ 565150 h 1238250"/>
                      <a:gd name="connsiteX33" fmla="*/ 306388 w 1367015"/>
                      <a:gd name="connsiteY33" fmla="*/ 606784 h 1238250"/>
                      <a:gd name="connsiteX34" fmla="*/ 306388 w 1367015"/>
                      <a:gd name="connsiteY34" fmla="*/ 608938 h 1238250"/>
                      <a:gd name="connsiteX35" fmla="*/ 319765 w 1367015"/>
                      <a:gd name="connsiteY35" fmla="*/ 636933 h 1238250"/>
                      <a:gd name="connsiteX36" fmla="*/ 346518 w 1367015"/>
                      <a:gd name="connsiteY36" fmla="*/ 647700 h 1238250"/>
                      <a:gd name="connsiteX37" fmla="*/ 387351 w 1367015"/>
                      <a:gd name="connsiteY37" fmla="*/ 606784 h 1238250"/>
                      <a:gd name="connsiteX38" fmla="*/ 383127 w 1367015"/>
                      <a:gd name="connsiteY38" fmla="*/ 588838 h 1238250"/>
                      <a:gd name="connsiteX39" fmla="*/ 360598 w 1367015"/>
                      <a:gd name="connsiteY39" fmla="*/ 568021 h 1238250"/>
                      <a:gd name="connsiteX40" fmla="*/ 346518 w 1367015"/>
                      <a:gd name="connsiteY40" fmla="*/ 565150 h 1238250"/>
                      <a:gd name="connsiteX41" fmla="*/ 760846 w 1367015"/>
                      <a:gd name="connsiteY41" fmla="*/ 492125 h 1238250"/>
                      <a:gd name="connsiteX42" fmla="*/ 735591 w 1367015"/>
                      <a:gd name="connsiteY42" fmla="*/ 499181 h 1238250"/>
                      <a:gd name="connsiteX43" fmla="*/ 710335 w 1367015"/>
                      <a:gd name="connsiteY43" fmla="*/ 535164 h 1238250"/>
                      <a:gd name="connsiteX44" fmla="*/ 709613 w 1367015"/>
                      <a:gd name="connsiteY44" fmla="*/ 542925 h 1238250"/>
                      <a:gd name="connsiteX45" fmla="*/ 760846 w 1367015"/>
                      <a:gd name="connsiteY45" fmla="*/ 593725 h 1238250"/>
                      <a:gd name="connsiteX46" fmla="*/ 767341 w 1367015"/>
                      <a:gd name="connsiteY46" fmla="*/ 593725 h 1238250"/>
                      <a:gd name="connsiteX47" fmla="*/ 804864 w 1367015"/>
                      <a:gd name="connsiteY47" fmla="*/ 570442 h 1238250"/>
                      <a:gd name="connsiteX48" fmla="*/ 812801 w 1367015"/>
                      <a:gd name="connsiteY48" fmla="*/ 542925 h 1238250"/>
                      <a:gd name="connsiteX49" fmla="*/ 812801 w 1367015"/>
                      <a:gd name="connsiteY49" fmla="*/ 539397 h 1238250"/>
                      <a:gd name="connsiteX50" fmla="*/ 768062 w 1367015"/>
                      <a:gd name="connsiteY50" fmla="*/ 492831 h 1238250"/>
                      <a:gd name="connsiteX51" fmla="*/ 760846 w 1367015"/>
                      <a:gd name="connsiteY51" fmla="*/ 492125 h 1238250"/>
                      <a:gd name="connsiteX52" fmla="*/ 891455 w 1367015"/>
                      <a:gd name="connsiteY52" fmla="*/ 415925 h 1238250"/>
                      <a:gd name="connsiteX53" fmla="*/ 915035 w 1367015"/>
                      <a:gd name="connsiteY53" fmla="*/ 434485 h 1238250"/>
                      <a:gd name="connsiteX54" fmla="*/ 920751 w 1367015"/>
                      <a:gd name="connsiteY54" fmla="*/ 439482 h 1238250"/>
                      <a:gd name="connsiteX55" fmla="*/ 877164 w 1367015"/>
                      <a:gd name="connsiteY55" fmla="*/ 474460 h 1238250"/>
                      <a:gd name="connsiteX56" fmla="*/ 850012 w 1367015"/>
                      <a:gd name="connsiteY56" fmla="*/ 496589 h 1238250"/>
                      <a:gd name="connsiteX57" fmla="*/ 838579 w 1367015"/>
                      <a:gd name="connsiteY57" fmla="*/ 505155 h 1238250"/>
                      <a:gd name="connsiteX58" fmla="*/ 844296 w 1367015"/>
                      <a:gd name="connsiteY58" fmla="*/ 519432 h 1238250"/>
                      <a:gd name="connsiteX59" fmla="*/ 847154 w 1367015"/>
                      <a:gd name="connsiteY59" fmla="*/ 542989 h 1238250"/>
                      <a:gd name="connsiteX60" fmla="*/ 845725 w 1367015"/>
                      <a:gd name="connsiteY60" fmla="*/ 561549 h 1238250"/>
                      <a:gd name="connsiteX61" fmla="*/ 824289 w 1367015"/>
                      <a:gd name="connsiteY61" fmla="*/ 601524 h 1238250"/>
                      <a:gd name="connsiteX62" fmla="*/ 761409 w 1367015"/>
                      <a:gd name="connsiteY62" fmla="*/ 628650 h 1238250"/>
                      <a:gd name="connsiteX63" fmla="*/ 676379 w 1367015"/>
                      <a:gd name="connsiteY63" fmla="*/ 542989 h 1238250"/>
                      <a:gd name="connsiteX64" fmla="*/ 678523 w 1367015"/>
                      <a:gd name="connsiteY64" fmla="*/ 523715 h 1238250"/>
                      <a:gd name="connsiteX65" fmla="*/ 582775 w 1367015"/>
                      <a:gd name="connsiteY65" fmla="*/ 477316 h 1238250"/>
                      <a:gd name="connsiteX66" fmla="*/ 569913 w 1367015"/>
                      <a:gd name="connsiteY66" fmla="*/ 470891 h 1238250"/>
                      <a:gd name="connsiteX67" fmla="*/ 594208 w 1367015"/>
                      <a:gd name="connsiteY67" fmla="*/ 441623 h 1238250"/>
                      <a:gd name="connsiteX68" fmla="*/ 694957 w 1367015"/>
                      <a:gd name="connsiteY68" fmla="*/ 490165 h 1238250"/>
                      <a:gd name="connsiteX69" fmla="*/ 715679 w 1367015"/>
                      <a:gd name="connsiteY69" fmla="*/ 470891 h 1238250"/>
                      <a:gd name="connsiteX70" fmla="*/ 761409 w 1367015"/>
                      <a:gd name="connsiteY70" fmla="*/ 457328 h 1238250"/>
                      <a:gd name="connsiteX71" fmla="*/ 789991 w 1367015"/>
                      <a:gd name="connsiteY71" fmla="*/ 462325 h 1238250"/>
                      <a:gd name="connsiteX72" fmla="*/ 815714 w 1367015"/>
                      <a:gd name="connsiteY72" fmla="*/ 476602 h 1238250"/>
                      <a:gd name="connsiteX73" fmla="*/ 831434 w 1367015"/>
                      <a:gd name="connsiteY73" fmla="*/ 464466 h 1238250"/>
                      <a:gd name="connsiteX74" fmla="*/ 891455 w 1367015"/>
                      <a:gd name="connsiteY74" fmla="*/ 415925 h 1238250"/>
                      <a:gd name="connsiteX75" fmla="*/ 772661 w 1367015"/>
                      <a:gd name="connsiteY75" fmla="*/ 346605 h 1238250"/>
                      <a:gd name="connsiteX76" fmla="*/ 628158 w 1367015"/>
                      <a:gd name="connsiteY76" fmla="*/ 379415 h 1238250"/>
                      <a:gd name="connsiteX77" fmla="*/ 571784 w 1367015"/>
                      <a:gd name="connsiteY77" fmla="*/ 420783 h 1238250"/>
                      <a:gd name="connsiteX78" fmla="*/ 546809 w 1367015"/>
                      <a:gd name="connsiteY78" fmla="*/ 449314 h 1238250"/>
                      <a:gd name="connsiteX79" fmla="*/ 524687 w 1367015"/>
                      <a:gd name="connsiteY79" fmla="*/ 482123 h 1238250"/>
                      <a:gd name="connsiteX80" fmla="*/ 564648 w 1367015"/>
                      <a:gd name="connsiteY80" fmla="*/ 800235 h 1238250"/>
                      <a:gd name="connsiteX81" fmla="*/ 678110 w 1367015"/>
                      <a:gd name="connsiteY81" fmla="*/ 869420 h 1238250"/>
                      <a:gd name="connsiteX82" fmla="*/ 837955 w 1367015"/>
                      <a:gd name="connsiteY82" fmla="*/ 869420 h 1238250"/>
                      <a:gd name="connsiteX83" fmla="*/ 921445 w 1367015"/>
                      <a:gd name="connsiteY83" fmla="*/ 826625 h 1238250"/>
                      <a:gd name="connsiteX84" fmla="*/ 944280 w 1367015"/>
                      <a:gd name="connsiteY84" fmla="*/ 807367 h 1238250"/>
                      <a:gd name="connsiteX85" fmla="*/ 967115 w 1367015"/>
                      <a:gd name="connsiteY85" fmla="*/ 783117 h 1238250"/>
                      <a:gd name="connsiteX86" fmla="*/ 959979 w 1367015"/>
                      <a:gd name="connsiteY86" fmla="*/ 437902 h 1238250"/>
                      <a:gd name="connsiteX87" fmla="*/ 951416 w 1367015"/>
                      <a:gd name="connsiteY87" fmla="*/ 427916 h 1238250"/>
                      <a:gd name="connsiteX88" fmla="*/ 937858 w 1367015"/>
                      <a:gd name="connsiteY88" fmla="*/ 415791 h 1238250"/>
                      <a:gd name="connsiteX89" fmla="*/ 912882 w 1367015"/>
                      <a:gd name="connsiteY89" fmla="*/ 395106 h 1238250"/>
                      <a:gd name="connsiteX90" fmla="*/ 772661 w 1367015"/>
                      <a:gd name="connsiteY90" fmla="*/ 346605 h 1238250"/>
                      <a:gd name="connsiteX91" fmla="*/ 785477 w 1367015"/>
                      <a:gd name="connsiteY91" fmla="*/ 308032 h 1238250"/>
                      <a:gd name="connsiteX92" fmla="*/ 945296 w 1367015"/>
                      <a:gd name="connsiteY92" fmla="*/ 370115 h 1238250"/>
                      <a:gd name="connsiteX93" fmla="*/ 969609 w 1367015"/>
                      <a:gd name="connsiteY93" fmla="*/ 390809 h 1238250"/>
                      <a:gd name="connsiteX94" fmla="*/ 980335 w 1367015"/>
                      <a:gd name="connsiteY94" fmla="*/ 400799 h 1238250"/>
                      <a:gd name="connsiteX95" fmla="*/ 991061 w 1367015"/>
                      <a:gd name="connsiteY95" fmla="*/ 413644 h 1238250"/>
                      <a:gd name="connsiteX96" fmla="*/ 1008223 w 1367015"/>
                      <a:gd name="connsiteY96" fmla="*/ 791852 h 1238250"/>
                      <a:gd name="connsiteX97" fmla="*/ 1080445 w 1367015"/>
                      <a:gd name="connsiteY97" fmla="*/ 866780 h 1238250"/>
                      <a:gd name="connsiteX98" fmla="*/ 1081875 w 1367015"/>
                      <a:gd name="connsiteY98" fmla="*/ 868921 h 1238250"/>
                      <a:gd name="connsiteX99" fmla="*/ 1081875 w 1367015"/>
                      <a:gd name="connsiteY99" fmla="*/ 876770 h 1238250"/>
                      <a:gd name="connsiteX100" fmla="*/ 1056848 w 1367015"/>
                      <a:gd name="connsiteY100" fmla="*/ 900319 h 1238250"/>
                      <a:gd name="connsiteX101" fmla="*/ 1055418 w 1367015"/>
                      <a:gd name="connsiteY101" fmla="*/ 901746 h 1238250"/>
                      <a:gd name="connsiteX102" fmla="*/ 1023954 w 1367015"/>
                      <a:gd name="connsiteY102" fmla="*/ 931717 h 1238250"/>
                      <a:gd name="connsiteX103" fmla="*/ 1014658 w 1367015"/>
                      <a:gd name="connsiteY103" fmla="*/ 940994 h 1238250"/>
                      <a:gd name="connsiteX104" fmla="*/ 1003217 w 1367015"/>
                      <a:gd name="connsiteY104" fmla="*/ 940994 h 1238250"/>
                      <a:gd name="connsiteX105" fmla="*/ 993921 w 1367015"/>
                      <a:gd name="connsiteY105" fmla="*/ 931717 h 1238250"/>
                      <a:gd name="connsiteX106" fmla="*/ 963888 w 1367015"/>
                      <a:gd name="connsiteY106" fmla="*/ 900319 h 1238250"/>
                      <a:gd name="connsiteX107" fmla="*/ 933140 w 1367015"/>
                      <a:gd name="connsiteY107" fmla="*/ 868921 h 1238250"/>
                      <a:gd name="connsiteX108" fmla="*/ 930995 w 1367015"/>
                      <a:gd name="connsiteY108" fmla="*/ 866780 h 1238250"/>
                      <a:gd name="connsiteX109" fmla="*/ 926704 w 1367015"/>
                      <a:gd name="connsiteY109" fmla="*/ 868921 h 1238250"/>
                      <a:gd name="connsiteX110" fmla="*/ 864493 w 1367015"/>
                      <a:gd name="connsiteY110" fmla="*/ 900319 h 1238250"/>
                      <a:gd name="connsiteX111" fmla="*/ 651400 w 1367015"/>
                      <a:gd name="connsiteY111" fmla="*/ 900319 h 1238250"/>
                      <a:gd name="connsiteX112" fmla="*/ 589189 w 1367015"/>
                      <a:gd name="connsiteY112" fmla="*/ 868921 h 1238250"/>
                      <a:gd name="connsiteX113" fmla="*/ 536988 w 1367015"/>
                      <a:gd name="connsiteY113" fmla="*/ 826105 h 1238250"/>
                      <a:gd name="connsiteX114" fmla="*/ 457615 w 1367015"/>
                      <a:gd name="connsiteY114" fmla="*/ 554937 h 1238250"/>
                      <a:gd name="connsiteX115" fmla="*/ 481213 w 1367015"/>
                      <a:gd name="connsiteY115" fmla="*/ 482863 h 1238250"/>
                      <a:gd name="connsiteX116" fmla="*/ 530553 w 1367015"/>
                      <a:gd name="connsiteY116" fmla="*/ 408649 h 1238250"/>
                      <a:gd name="connsiteX117" fmla="*/ 545569 w 1367015"/>
                      <a:gd name="connsiteY117" fmla="*/ 392236 h 1238250"/>
                      <a:gd name="connsiteX118" fmla="*/ 592049 w 1367015"/>
                      <a:gd name="connsiteY118" fmla="*/ 355843 h 1238250"/>
                      <a:gd name="connsiteX119" fmla="*/ 619222 w 1367015"/>
                      <a:gd name="connsiteY119" fmla="*/ 340143 h 1238250"/>
                      <a:gd name="connsiteX120" fmla="*/ 785477 w 1367015"/>
                      <a:gd name="connsiteY120" fmla="*/ 308032 h 1238250"/>
                      <a:gd name="connsiteX121" fmla="*/ 555676 w 1367015"/>
                      <a:gd name="connsiteY121" fmla="*/ 304800 h 1238250"/>
                      <a:gd name="connsiteX122" fmla="*/ 595313 w 1367015"/>
                      <a:gd name="connsiteY122" fmla="*/ 316982 h 1238250"/>
                      <a:gd name="connsiteX123" fmla="*/ 563462 w 1367015"/>
                      <a:gd name="connsiteY123" fmla="*/ 337046 h 1238250"/>
                      <a:gd name="connsiteX124" fmla="*/ 555676 w 1367015"/>
                      <a:gd name="connsiteY124" fmla="*/ 336330 h 1238250"/>
                      <a:gd name="connsiteX125" fmla="*/ 515331 w 1367015"/>
                      <a:gd name="connsiteY125" fmla="*/ 377175 h 1238250"/>
                      <a:gd name="connsiteX126" fmla="*/ 515331 w 1367015"/>
                      <a:gd name="connsiteY126" fmla="*/ 379325 h 1238250"/>
                      <a:gd name="connsiteX127" fmla="*/ 490558 w 1367015"/>
                      <a:gd name="connsiteY127" fmla="*/ 407988 h 1238250"/>
                      <a:gd name="connsiteX128" fmla="*/ 484188 w 1367015"/>
                      <a:gd name="connsiteY128" fmla="*/ 377175 h 1238250"/>
                      <a:gd name="connsiteX129" fmla="*/ 555676 w 1367015"/>
                      <a:gd name="connsiteY129" fmla="*/ 304800 h 1238250"/>
                      <a:gd name="connsiteX130" fmla="*/ 1089384 w 1367015"/>
                      <a:gd name="connsiteY130" fmla="*/ 233362 h 1238250"/>
                      <a:gd name="connsiteX131" fmla="*/ 1047750 w 1367015"/>
                      <a:gd name="connsiteY131" fmla="*/ 274996 h 1238250"/>
                      <a:gd name="connsiteX132" fmla="*/ 1049186 w 1367015"/>
                      <a:gd name="connsiteY132" fmla="*/ 286481 h 1238250"/>
                      <a:gd name="connsiteX133" fmla="*/ 1069285 w 1367015"/>
                      <a:gd name="connsiteY133" fmla="*/ 310887 h 1238250"/>
                      <a:gd name="connsiteX134" fmla="*/ 1089384 w 1367015"/>
                      <a:gd name="connsiteY134" fmla="*/ 315912 h 1238250"/>
                      <a:gd name="connsiteX135" fmla="*/ 1130300 w 1367015"/>
                      <a:gd name="connsiteY135" fmla="*/ 274996 h 1238250"/>
                      <a:gd name="connsiteX136" fmla="*/ 1128865 w 1367015"/>
                      <a:gd name="connsiteY136" fmla="*/ 264229 h 1238250"/>
                      <a:gd name="connsiteX137" fmla="*/ 1109483 w 1367015"/>
                      <a:gd name="connsiteY137" fmla="*/ 239105 h 1238250"/>
                      <a:gd name="connsiteX138" fmla="*/ 1089384 w 1367015"/>
                      <a:gd name="connsiteY138" fmla="*/ 233362 h 1238250"/>
                      <a:gd name="connsiteX139" fmla="*/ 15705 w 1367015"/>
                      <a:gd name="connsiteY139" fmla="*/ 0 h 1238250"/>
                      <a:gd name="connsiteX140" fmla="*/ 1289220 w 1367015"/>
                      <a:gd name="connsiteY140" fmla="*/ 0 h 1238250"/>
                      <a:gd name="connsiteX141" fmla="*/ 1304925 w 1367015"/>
                      <a:gd name="connsiteY141" fmla="*/ 15698 h 1238250"/>
                      <a:gd name="connsiteX142" fmla="*/ 1304925 w 1367015"/>
                      <a:gd name="connsiteY142" fmla="*/ 916166 h 1238250"/>
                      <a:gd name="connsiteX143" fmla="*/ 1289220 w 1367015"/>
                      <a:gd name="connsiteY143" fmla="*/ 931863 h 1238250"/>
                      <a:gd name="connsiteX144" fmla="*/ 1219977 w 1367015"/>
                      <a:gd name="connsiteY144" fmla="*/ 931863 h 1238250"/>
                      <a:gd name="connsiteX145" fmla="*/ 1189995 w 1367015"/>
                      <a:gd name="connsiteY145" fmla="*/ 900468 h 1238250"/>
                      <a:gd name="connsiteX146" fmla="*/ 1273516 w 1367015"/>
                      <a:gd name="connsiteY146" fmla="*/ 900468 h 1238250"/>
                      <a:gd name="connsiteX147" fmla="*/ 1273516 w 1367015"/>
                      <a:gd name="connsiteY147" fmla="*/ 151267 h 1238250"/>
                      <a:gd name="connsiteX148" fmla="*/ 1242106 w 1367015"/>
                      <a:gd name="connsiteY148" fmla="*/ 175527 h 1238250"/>
                      <a:gd name="connsiteX149" fmla="*/ 1154302 w 1367015"/>
                      <a:gd name="connsiteY149" fmla="*/ 243312 h 1238250"/>
                      <a:gd name="connsiteX150" fmla="*/ 1161441 w 1367015"/>
                      <a:gd name="connsiteY150" fmla="*/ 274707 h 1238250"/>
                      <a:gd name="connsiteX151" fmla="*/ 1089341 w 1367015"/>
                      <a:gd name="connsiteY151" fmla="*/ 346773 h 1238250"/>
                      <a:gd name="connsiteX152" fmla="*/ 1043655 w 1367015"/>
                      <a:gd name="connsiteY152" fmla="*/ 331076 h 1238250"/>
                      <a:gd name="connsiteX153" fmla="*/ 993685 w 1367015"/>
                      <a:gd name="connsiteY153" fmla="*/ 371033 h 1238250"/>
                      <a:gd name="connsiteX154" fmla="*/ 969414 w 1367015"/>
                      <a:gd name="connsiteY154" fmla="*/ 349627 h 1238250"/>
                      <a:gd name="connsiteX155" fmla="*/ 1024381 w 1367015"/>
                      <a:gd name="connsiteY155" fmla="*/ 306102 h 1238250"/>
                      <a:gd name="connsiteX156" fmla="*/ 1016528 w 1367015"/>
                      <a:gd name="connsiteY156" fmla="*/ 274707 h 1238250"/>
                      <a:gd name="connsiteX157" fmla="*/ 1089341 w 1367015"/>
                      <a:gd name="connsiteY157" fmla="*/ 201928 h 1238250"/>
                      <a:gd name="connsiteX158" fmla="*/ 1135028 w 1367015"/>
                      <a:gd name="connsiteY158" fmla="*/ 219052 h 1238250"/>
                      <a:gd name="connsiteX159" fmla="*/ 1242106 w 1367015"/>
                      <a:gd name="connsiteY159" fmla="*/ 136283 h 1238250"/>
                      <a:gd name="connsiteX160" fmla="*/ 1269946 w 1367015"/>
                      <a:gd name="connsiteY160" fmla="*/ 114878 h 1238250"/>
                      <a:gd name="connsiteX161" fmla="*/ 1273516 w 1367015"/>
                      <a:gd name="connsiteY161" fmla="*/ 112737 h 1238250"/>
                      <a:gd name="connsiteX162" fmla="*/ 1273516 w 1367015"/>
                      <a:gd name="connsiteY162" fmla="*/ 31395 h 1238250"/>
                      <a:gd name="connsiteX163" fmla="*/ 31410 w 1367015"/>
                      <a:gd name="connsiteY163" fmla="*/ 31395 h 1238250"/>
                      <a:gd name="connsiteX164" fmla="*/ 31410 w 1367015"/>
                      <a:gd name="connsiteY164" fmla="*/ 741352 h 1238250"/>
                      <a:gd name="connsiteX165" fmla="*/ 62819 w 1367015"/>
                      <a:gd name="connsiteY165" fmla="*/ 726368 h 1238250"/>
                      <a:gd name="connsiteX166" fmla="*/ 276976 w 1367015"/>
                      <a:gd name="connsiteY166" fmla="*/ 623621 h 1238250"/>
                      <a:gd name="connsiteX167" fmla="*/ 274834 w 1367015"/>
                      <a:gd name="connsiteY167" fmla="*/ 607210 h 1238250"/>
                      <a:gd name="connsiteX168" fmla="*/ 346933 w 1367015"/>
                      <a:gd name="connsiteY168" fmla="*/ 534430 h 1238250"/>
                      <a:gd name="connsiteX169" fmla="*/ 383340 w 1367015"/>
                      <a:gd name="connsiteY169" fmla="*/ 543706 h 1238250"/>
                      <a:gd name="connsiteX170" fmla="*/ 454725 w 1367015"/>
                      <a:gd name="connsiteY170" fmla="*/ 465218 h 1238250"/>
                      <a:gd name="connsiteX171" fmla="*/ 429026 w 1367015"/>
                      <a:gd name="connsiteY171" fmla="*/ 540138 h 1238250"/>
                      <a:gd name="connsiteX172" fmla="*/ 406183 w 1367015"/>
                      <a:gd name="connsiteY172" fmla="*/ 565112 h 1238250"/>
                      <a:gd name="connsiteX173" fmla="*/ 419746 w 1367015"/>
                      <a:gd name="connsiteY173" fmla="*/ 607210 h 1238250"/>
                      <a:gd name="connsiteX174" fmla="*/ 346933 w 1367015"/>
                      <a:gd name="connsiteY174" fmla="*/ 679275 h 1238250"/>
                      <a:gd name="connsiteX175" fmla="*/ 290539 w 1367015"/>
                      <a:gd name="connsiteY175" fmla="*/ 651448 h 1238250"/>
                      <a:gd name="connsiteX176" fmla="*/ 62819 w 1367015"/>
                      <a:gd name="connsiteY176" fmla="*/ 761331 h 1238250"/>
                      <a:gd name="connsiteX177" fmla="*/ 31410 w 1367015"/>
                      <a:gd name="connsiteY177" fmla="*/ 776315 h 1238250"/>
                      <a:gd name="connsiteX178" fmla="*/ 31410 w 1367015"/>
                      <a:gd name="connsiteY178" fmla="*/ 900468 h 1238250"/>
                      <a:gd name="connsiteX179" fmla="*/ 579650 w 1367015"/>
                      <a:gd name="connsiteY179" fmla="*/ 900468 h 1238250"/>
                      <a:gd name="connsiteX180" fmla="*/ 645324 w 1367015"/>
                      <a:gd name="connsiteY180" fmla="*/ 931863 h 1238250"/>
                      <a:gd name="connsiteX181" fmla="*/ 15705 w 1367015"/>
                      <a:gd name="connsiteY181" fmla="*/ 931863 h 1238250"/>
                      <a:gd name="connsiteX182" fmla="*/ 0 w 1367015"/>
                      <a:gd name="connsiteY182" fmla="*/ 916166 h 1238250"/>
                      <a:gd name="connsiteX183" fmla="*/ 0 w 1367015"/>
                      <a:gd name="connsiteY183" fmla="*/ 15698 h 1238250"/>
                      <a:gd name="connsiteX184" fmla="*/ 15705 w 1367015"/>
                      <a:gd name="connsiteY184" fmla="*/ 0 h 123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367015" h="1238250">
                        <a:moveTo>
                          <a:pt x="1124567" y="922337"/>
                        </a:moveTo>
                        <a:cubicBezTo>
                          <a:pt x="1124567" y="922337"/>
                          <a:pt x="1124567" y="922337"/>
                          <a:pt x="1113855" y="931647"/>
                        </a:cubicBezTo>
                        <a:cubicBezTo>
                          <a:pt x="1113855" y="931647"/>
                          <a:pt x="1113855" y="931647"/>
                          <a:pt x="1058863" y="985360"/>
                        </a:cubicBezTo>
                        <a:cubicBezTo>
                          <a:pt x="1269544" y="1205939"/>
                          <a:pt x="1269544" y="1205939"/>
                          <a:pt x="1269544" y="1205939"/>
                        </a:cubicBezTo>
                        <a:cubicBezTo>
                          <a:pt x="1270258" y="1206655"/>
                          <a:pt x="1274543" y="1208087"/>
                          <a:pt x="1282399" y="1205939"/>
                        </a:cubicBezTo>
                        <a:cubicBezTo>
                          <a:pt x="1292398" y="1203074"/>
                          <a:pt x="1303110" y="1195912"/>
                          <a:pt x="1313109" y="1185886"/>
                        </a:cubicBezTo>
                        <a:cubicBezTo>
                          <a:pt x="1323107" y="1176576"/>
                          <a:pt x="1330963" y="1165833"/>
                          <a:pt x="1333820" y="1155807"/>
                        </a:cubicBezTo>
                        <a:cubicBezTo>
                          <a:pt x="1336676" y="1147929"/>
                          <a:pt x="1335962" y="1143632"/>
                          <a:pt x="1335248" y="1142916"/>
                        </a:cubicBezTo>
                        <a:cubicBezTo>
                          <a:pt x="1198841" y="1000399"/>
                          <a:pt x="1150277" y="949551"/>
                          <a:pt x="1133851" y="931647"/>
                        </a:cubicBezTo>
                        <a:cubicBezTo>
                          <a:pt x="1124567" y="922337"/>
                          <a:pt x="1124567" y="922337"/>
                          <a:pt x="1124567" y="922337"/>
                        </a:cubicBezTo>
                        <a:close/>
                        <a:moveTo>
                          <a:pt x="925229" y="906462"/>
                        </a:moveTo>
                        <a:cubicBezTo>
                          <a:pt x="925229" y="906462"/>
                          <a:pt x="925229" y="906462"/>
                          <a:pt x="949325" y="931862"/>
                        </a:cubicBezTo>
                        <a:cubicBezTo>
                          <a:pt x="949325" y="931862"/>
                          <a:pt x="949325" y="931862"/>
                          <a:pt x="869950" y="931862"/>
                        </a:cubicBezTo>
                        <a:cubicBezTo>
                          <a:pt x="889085" y="925331"/>
                          <a:pt x="907512" y="916622"/>
                          <a:pt x="925229" y="906462"/>
                        </a:cubicBezTo>
                        <a:close/>
                        <a:moveTo>
                          <a:pt x="1124927" y="884237"/>
                        </a:moveTo>
                        <a:cubicBezTo>
                          <a:pt x="1129214" y="884952"/>
                          <a:pt x="1132787" y="886383"/>
                          <a:pt x="1135645" y="889243"/>
                        </a:cubicBezTo>
                        <a:cubicBezTo>
                          <a:pt x="1139218" y="893534"/>
                          <a:pt x="1142790" y="897110"/>
                          <a:pt x="1146363" y="900686"/>
                        </a:cubicBezTo>
                        <a:cubicBezTo>
                          <a:pt x="1157081" y="912129"/>
                          <a:pt x="1167085" y="922857"/>
                          <a:pt x="1176374" y="932154"/>
                        </a:cubicBezTo>
                        <a:cubicBezTo>
                          <a:pt x="1357152" y="1121676"/>
                          <a:pt x="1357152" y="1121676"/>
                          <a:pt x="1357152" y="1121676"/>
                        </a:cubicBezTo>
                        <a:cubicBezTo>
                          <a:pt x="1367155" y="1131689"/>
                          <a:pt x="1370013" y="1148138"/>
                          <a:pt x="1363582" y="1166017"/>
                        </a:cubicBezTo>
                        <a:cubicBezTo>
                          <a:pt x="1358581" y="1181036"/>
                          <a:pt x="1348577" y="1196055"/>
                          <a:pt x="1335001" y="1208928"/>
                        </a:cubicBezTo>
                        <a:cubicBezTo>
                          <a:pt x="1321425" y="1221801"/>
                          <a:pt x="1305705" y="1231814"/>
                          <a:pt x="1290700" y="1236105"/>
                        </a:cubicBezTo>
                        <a:cubicBezTo>
                          <a:pt x="1284983" y="1237535"/>
                          <a:pt x="1279267" y="1238250"/>
                          <a:pt x="1273551" y="1238250"/>
                        </a:cubicBezTo>
                        <a:cubicBezTo>
                          <a:pt x="1262833" y="1238250"/>
                          <a:pt x="1252829" y="1234674"/>
                          <a:pt x="1246398" y="1227522"/>
                        </a:cubicBezTo>
                        <a:cubicBezTo>
                          <a:pt x="1024892" y="996520"/>
                          <a:pt x="1024892" y="996520"/>
                          <a:pt x="1024892" y="996520"/>
                        </a:cubicBezTo>
                        <a:cubicBezTo>
                          <a:pt x="1019175" y="990083"/>
                          <a:pt x="1019175" y="980071"/>
                          <a:pt x="1025606" y="974350"/>
                        </a:cubicBezTo>
                        <a:cubicBezTo>
                          <a:pt x="1042755" y="957185"/>
                          <a:pt x="1057046" y="943597"/>
                          <a:pt x="1068478" y="932154"/>
                        </a:cubicBezTo>
                        <a:cubicBezTo>
                          <a:pt x="1071336" y="930009"/>
                          <a:pt x="1073480" y="927148"/>
                          <a:pt x="1076338" y="925002"/>
                        </a:cubicBezTo>
                        <a:cubicBezTo>
                          <a:pt x="1087771" y="914275"/>
                          <a:pt x="1095631" y="906408"/>
                          <a:pt x="1100633" y="900686"/>
                        </a:cubicBezTo>
                        <a:cubicBezTo>
                          <a:pt x="1102062" y="899971"/>
                          <a:pt x="1103491" y="898541"/>
                          <a:pt x="1104205" y="897826"/>
                        </a:cubicBezTo>
                        <a:cubicBezTo>
                          <a:pt x="1113494" y="889243"/>
                          <a:pt x="1113494" y="889243"/>
                          <a:pt x="1113494" y="889243"/>
                        </a:cubicBezTo>
                        <a:cubicBezTo>
                          <a:pt x="1116352" y="886383"/>
                          <a:pt x="1120640" y="884237"/>
                          <a:pt x="1124927" y="884237"/>
                        </a:cubicBezTo>
                        <a:close/>
                        <a:moveTo>
                          <a:pt x="346518" y="565150"/>
                        </a:moveTo>
                        <a:cubicBezTo>
                          <a:pt x="324693" y="565150"/>
                          <a:pt x="306388" y="583814"/>
                          <a:pt x="306388" y="606784"/>
                        </a:cubicBezTo>
                        <a:cubicBezTo>
                          <a:pt x="306388" y="607502"/>
                          <a:pt x="306388" y="608220"/>
                          <a:pt x="306388" y="608938"/>
                        </a:cubicBezTo>
                        <a:cubicBezTo>
                          <a:pt x="307092" y="619705"/>
                          <a:pt x="312020" y="630472"/>
                          <a:pt x="319765" y="636933"/>
                        </a:cubicBezTo>
                        <a:cubicBezTo>
                          <a:pt x="326805" y="643393"/>
                          <a:pt x="336661" y="647700"/>
                          <a:pt x="346518" y="647700"/>
                        </a:cubicBezTo>
                        <a:cubicBezTo>
                          <a:pt x="369047" y="647700"/>
                          <a:pt x="387351" y="629037"/>
                          <a:pt x="387351" y="606784"/>
                        </a:cubicBezTo>
                        <a:cubicBezTo>
                          <a:pt x="387351" y="600324"/>
                          <a:pt x="385943" y="594581"/>
                          <a:pt x="383127" y="588838"/>
                        </a:cubicBezTo>
                        <a:cubicBezTo>
                          <a:pt x="378903" y="578789"/>
                          <a:pt x="370455" y="571611"/>
                          <a:pt x="360598" y="568021"/>
                        </a:cubicBezTo>
                        <a:cubicBezTo>
                          <a:pt x="356374" y="565868"/>
                          <a:pt x="351446" y="565150"/>
                          <a:pt x="346518" y="565150"/>
                        </a:cubicBezTo>
                        <a:close/>
                        <a:moveTo>
                          <a:pt x="760846" y="492125"/>
                        </a:moveTo>
                        <a:cubicBezTo>
                          <a:pt x="752187" y="492125"/>
                          <a:pt x="743528" y="494947"/>
                          <a:pt x="735591" y="499181"/>
                        </a:cubicBezTo>
                        <a:cubicBezTo>
                          <a:pt x="722602" y="506236"/>
                          <a:pt x="713221" y="519642"/>
                          <a:pt x="710335" y="535164"/>
                        </a:cubicBezTo>
                        <a:cubicBezTo>
                          <a:pt x="710335" y="537986"/>
                          <a:pt x="709613" y="540103"/>
                          <a:pt x="709613" y="542925"/>
                        </a:cubicBezTo>
                        <a:cubicBezTo>
                          <a:pt x="709613" y="571147"/>
                          <a:pt x="732704" y="593725"/>
                          <a:pt x="760846" y="593725"/>
                        </a:cubicBezTo>
                        <a:cubicBezTo>
                          <a:pt x="763011" y="593725"/>
                          <a:pt x="765176" y="593725"/>
                          <a:pt x="767341" y="593725"/>
                        </a:cubicBezTo>
                        <a:cubicBezTo>
                          <a:pt x="783216" y="591608"/>
                          <a:pt x="796926" y="583142"/>
                          <a:pt x="804864" y="570442"/>
                        </a:cubicBezTo>
                        <a:cubicBezTo>
                          <a:pt x="809915" y="562681"/>
                          <a:pt x="812801" y="553508"/>
                          <a:pt x="812801" y="542925"/>
                        </a:cubicBezTo>
                        <a:cubicBezTo>
                          <a:pt x="812801" y="542220"/>
                          <a:pt x="812801" y="540808"/>
                          <a:pt x="812801" y="539397"/>
                        </a:cubicBezTo>
                        <a:cubicBezTo>
                          <a:pt x="811358" y="515408"/>
                          <a:pt x="792597" y="495653"/>
                          <a:pt x="768062" y="492831"/>
                        </a:cubicBezTo>
                        <a:cubicBezTo>
                          <a:pt x="765898" y="492831"/>
                          <a:pt x="763733" y="492125"/>
                          <a:pt x="760846" y="492125"/>
                        </a:cubicBezTo>
                        <a:close/>
                        <a:moveTo>
                          <a:pt x="891455" y="415925"/>
                        </a:moveTo>
                        <a:cubicBezTo>
                          <a:pt x="899315" y="421636"/>
                          <a:pt x="907175" y="428060"/>
                          <a:pt x="915035" y="434485"/>
                        </a:cubicBezTo>
                        <a:cubicBezTo>
                          <a:pt x="917179" y="435913"/>
                          <a:pt x="918608" y="438054"/>
                          <a:pt x="920751" y="439482"/>
                        </a:cubicBezTo>
                        <a:cubicBezTo>
                          <a:pt x="920751" y="439482"/>
                          <a:pt x="920751" y="439482"/>
                          <a:pt x="877164" y="474460"/>
                        </a:cubicBezTo>
                        <a:cubicBezTo>
                          <a:pt x="869305" y="480885"/>
                          <a:pt x="860730" y="488023"/>
                          <a:pt x="850012" y="496589"/>
                        </a:cubicBezTo>
                        <a:cubicBezTo>
                          <a:pt x="846439" y="499445"/>
                          <a:pt x="842867" y="502300"/>
                          <a:pt x="838579" y="505155"/>
                        </a:cubicBezTo>
                        <a:cubicBezTo>
                          <a:pt x="840723" y="510152"/>
                          <a:pt x="842867" y="514435"/>
                          <a:pt x="844296" y="519432"/>
                        </a:cubicBezTo>
                        <a:cubicBezTo>
                          <a:pt x="846439" y="527285"/>
                          <a:pt x="847154" y="535137"/>
                          <a:pt x="847154" y="542989"/>
                        </a:cubicBezTo>
                        <a:cubicBezTo>
                          <a:pt x="847154" y="549414"/>
                          <a:pt x="846439" y="555124"/>
                          <a:pt x="845725" y="561549"/>
                        </a:cubicBezTo>
                        <a:cubicBezTo>
                          <a:pt x="842152" y="576540"/>
                          <a:pt x="835007" y="590103"/>
                          <a:pt x="824289" y="601524"/>
                        </a:cubicBezTo>
                        <a:cubicBezTo>
                          <a:pt x="809283" y="617942"/>
                          <a:pt x="786418" y="628650"/>
                          <a:pt x="761409" y="628650"/>
                        </a:cubicBezTo>
                        <a:cubicBezTo>
                          <a:pt x="714250" y="628650"/>
                          <a:pt x="676379" y="590103"/>
                          <a:pt x="676379" y="542989"/>
                        </a:cubicBezTo>
                        <a:cubicBezTo>
                          <a:pt x="676379" y="536564"/>
                          <a:pt x="677094" y="529426"/>
                          <a:pt x="678523" y="523715"/>
                        </a:cubicBezTo>
                        <a:cubicBezTo>
                          <a:pt x="678523" y="523715"/>
                          <a:pt x="678523" y="523715"/>
                          <a:pt x="582775" y="477316"/>
                        </a:cubicBezTo>
                        <a:cubicBezTo>
                          <a:pt x="578488" y="475174"/>
                          <a:pt x="574200" y="473033"/>
                          <a:pt x="569913" y="470891"/>
                        </a:cubicBezTo>
                        <a:cubicBezTo>
                          <a:pt x="577059" y="460183"/>
                          <a:pt x="585633" y="450903"/>
                          <a:pt x="594208" y="441623"/>
                        </a:cubicBezTo>
                        <a:cubicBezTo>
                          <a:pt x="594208" y="441623"/>
                          <a:pt x="594208" y="441623"/>
                          <a:pt x="694957" y="490165"/>
                        </a:cubicBezTo>
                        <a:cubicBezTo>
                          <a:pt x="700674" y="483026"/>
                          <a:pt x="707819" y="476602"/>
                          <a:pt x="715679" y="470891"/>
                        </a:cubicBezTo>
                        <a:cubicBezTo>
                          <a:pt x="728541" y="462325"/>
                          <a:pt x="744975" y="457328"/>
                          <a:pt x="761409" y="457328"/>
                        </a:cubicBezTo>
                        <a:cubicBezTo>
                          <a:pt x="771413" y="457328"/>
                          <a:pt x="781416" y="459470"/>
                          <a:pt x="789991" y="462325"/>
                        </a:cubicBezTo>
                        <a:cubicBezTo>
                          <a:pt x="799280" y="465894"/>
                          <a:pt x="808569" y="470891"/>
                          <a:pt x="815714" y="476602"/>
                        </a:cubicBezTo>
                        <a:cubicBezTo>
                          <a:pt x="815714" y="476602"/>
                          <a:pt x="815714" y="476602"/>
                          <a:pt x="831434" y="464466"/>
                        </a:cubicBezTo>
                        <a:cubicBezTo>
                          <a:pt x="842152" y="455900"/>
                          <a:pt x="860730" y="440910"/>
                          <a:pt x="891455" y="415925"/>
                        </a:cubicBezTo>
                        <a:close/>
                        <a:moveTo>
                          <a:pt x="772661" y="346605"/>
                        </a:moveTo>
                        <a:cubicBezTo>
                          <a:pt x="723066" y="343930"/>
                          <a:pt x="672758" y="354807"/>
                          <a:pt x="628158" y="379415"/>
                        </a:cubicBezTo>
                        <a:cubicBezTo>
                          <a:pt x="608178" y="390827"/>
                          <a:pt x="589624" y="404379"/>
                          <a:pt x="571784" y="420783"/>
                        </a:cubicBezTo>
                        <a:cubicBezTo>
                          <a:pt x="562508" y="430056"/>
                          <a:pt x="554658" y="439328"/>
                          <a:pt x="546809" y="449314"/>
                        </a:cubicBezTo>
                        <a:cubicBezTo>
                          <a:pt x="538245" y="460012"/>
                          <a:pt x="531109" y="470711"/>
                          <a:pt x="524687" y="482123"/>
                        </a:cubicBezTo>
                        <a:cubicBezTo>
                          <a:pt x="468313" y="582692"/>
                          <a:pt x="481158" y="712504"/>
                          <a:pt x="564648" y="800235"/>
                        </a:cubicBezTo>
                        <a:cubicBezTo>
                          <a:pt x="597474" y="833758"/>
                          <a:pt x="636008" y="856582"/>
                          <a:pt x="678110" y="869420"/>
                        </a:cubicBezTo>
                        <a:cubicBezTo>
                          <a:pt x="729488" y="885825"/>
                          <a:pt x="785862" y="885825"/>
                          <a:pt x="837955" y="869420"/>
                        </a:cubicBezTo>
                        <a:cubicBezTo>
                          <a:pt x="867212" y="860861"/>
                          <a:pt x="895756" y="845883"/>
                          <a:pt x="921445" y="826625"/>
                        </a:cubicBezTo>
                        <a:cubicBezTo>
                          <a:pt x="930008" y="820919"/>
                          <a:pt x="937144" y="814500"/>
                          <a:pt x="944280" y="807367"/>
                        </a:cubicBezTo>
                        <a:cubicBezTo>
                          <a:pt x="952130" y="799521"/>
                          <a:pt x="959979" y="791676"/>
                          <a:pt x="967115" y="783117"/>
                        </a:cubicBezTo>
                        <a:cubicBezTo>
                          <a:pt x="1047751" y="682548"/>
                          <a:pt x="1046324" y="537044"/>
                          <a:pt x="959979" y="437902"/>
                        </a:cubicBezTo>
                        <a:cubicBezTo>
                          <a:pt x="957125" y="435048"/>
                          <a:pt x="954270" y="431482"/>
                          <a:pt x="951416" y="427916"/>
                        </a:cubicBezTo>
                        <a:cubicBezTo>
                          <a:pt x="947135" y="423636"/>
                          <a:pt x="942853" y="419357"/>
                          <a:pt x="937858" y="415791"/>
                        </a:cubicBezTo>
                        <a:cubicBezTo>
                          <a:pt x="930008" y="408658"/>
                          <a:pt x="921445" y="401526"/>
                          <a:pt x="912882" y="395106"/>
                        </a:cubicBezTo>
                        <a:cubicBezTo>
                          <a:pt x="871137" y="365506"/>
                          <a:pt x="822256" y="349280"/>
                          <a:pt x="772661" y="346605"/>
                        </a:cubicBezTo>
                        <a:close/>
                        <a:moveTo>
                          <a:pt x="785477" y="308032"/>
                        </a:moveTo>
                        <a:cubicBezTo>
                          <a:pt x="842147" y="313027"/>
                          <a:pt x="897744" y="333721"/>
                          <a:pt x="945296" y="370115"/>
                        </a:cubicBezTo>
                        <a:cubicBezTo>
                          <a:pt x="953162" y="376537"/>
                          <a:pt x="961743" y="382959"/>
                          <a:pt x="969609" y="390809"/>
                        </a:cubicBezTo>
                        <a:cubicBezTo>
                          <a:pt x="973184" y="394377"/>
                          <a:pt x="976759" y="397231"/>
                          <a:pt x="980335" y="400799"/>
                        </a:cubicBezTo>
                        <a:cubicBezTo>
                          <a:pt x="983910" y="405081"/>
                          <a:pt x="987486" y="409363"/>
                          <a:pt x="991061" y="413644"/>
                        </a:cubicBezTo>
                        <a:cubicBezTo>
                          <a:pt x="1084021" y="521398"/>
                          <a:pt x="1089026" y="678390"/>
                          <a:pt x="1008223" y="791852"/>
                        </a:cubicBezTo>
                        <a:cubicBezTo>
                          <a:pt x="1080445" y="866780"/>
                          <a:pt x="1080445" y="866780"/>
                          <a:pt x="1080445" y="866780"/>
                        </a:cubicBezTo>
                        <a:cubicBezTo>
                          <a:pt x="1081160" y="867493"/>
                          <a:pt x="1081160" y="868207"/>
                          <a:pt x="1081875" y="868921"/>
                        </a:cubicBezTo>
                        <a:cubicBezTo>
                          <a:pt x="1083306" y="871775"/>
                          <a:pt x="1083306" y="874629"/>
                          <a:pt x="1081875" y="876770"/>
                        </a:cubicBezTo>
                        <a:cubicBezTo>
                          <a:pt x="1081875" y="876770"/>
                          <a:pt x="1081875" y="876770"/>
                          <a:pt x="1056848" y="900319"/>
                        </a:cubicBezTo>
                        <a:cubicBezTo>
                          <a:pt x="1056848" y="900319"/>
                          <a:pt x="1056848" y="900319"/>
                          <a:pt x="1055418" y="901746"/>
                        </a:cubicBezTo>
                        <a:cubicBezTo>
                          <a:pt x="1039686" y="917445"/>
                          <a:pt x="1029675" y="926722"/>
                          <a:pt x="1023954" y="931717"/>
                        </a:cubicBezTo>
                        <a:cubicBezTo>
                          <a:pt x="1014658" y="940994"/>
                          <a:pt x="1014658" y="940994"/>
                          <a:pt x="1014658" y="940994"/>
                        </a:cubicBezTo>
                        <a:cubicBezTo>
                          <a:pt x="1011798" y="944562"/>
                          <a:pt x="1006078" y="944562"/>
                          <a:pt x="1003217" y="940994"/>
                        </a:cubicBezTo>
                        <a:cubicBezTo>
                          <a:pt x="999642" y="938140"/>
                          <a:pt x="996782" y="934572"/>
                          <a:pt x="993921" y="931717"/>
                        </a:cubicBezTo>
                        <a:cubicBezTo>
                          <a:pt x="981765" y="919586"/>
                          <a:pt x="971754" y="908882"/>
                          <a:pt x="963888" y="900319"/>
                        </a:cubicBezTo>
                        <a:cubicBezTo>
                          <a:pt x="944581" y="881052"/>
                          <a:pt x="936715" y="872489"/>
                          <a:pt x="933140" y="868921"/>
                        </a:cubicBezTo>
                        <a:cubicBezTo>
                          <a:pt x="930995" y="866780"/>
                          <a:pt x="930995" y="866780"/>
                          <a:pt x="930995" y="866780"/>
                        </a:cubicBezTo>
                        <a:cubicBezTo>
                          <a:pt x="929565" y="867493"/>
                          <a:pt x="928134" y="868207"/>
                          <a:pt x="926704" y="868921"/>
                        </a:cubicBezTo>
                        <a:cubicBezTo>
                          <a:pt x="906682" y="882479"/>
                          <a:pt x="885945" y="892469"/>
                          <a:pt x="864493" y="900319"/>
                        </a:cubicBezTo>
                        <a:cubicBezTo>
                          <a:pt x="795846" y="926009"/>
                          <a:pt x="720048" y="926009"/>
                          <a:pt x="651400" y="900319"/>
                        </a:cubicBezTo>
                        <a:cubicBezTo>
                          <a:pt x="629948" y="892469"/>
                          <a:pt x="609211" y="882479"/>
                          <a:pt x="589189" y="868921"/>
                        </a:cubicBezTo>
                        <a:cubicBezTo>
                          <a:pt x="570597" y="856789"/>
                          <a:pt x="553435" y="842517"/>
                          <a:pt x="536988" y="826105"/>
                        </a:cubicBezTo>
                        <a:cubicBezTo>
                          <a:pt x="466196" y="751177"/>
                          <a:pt x="439738" y="649846"/>
                          <a:pt x="457615" y="554937"/>
                        </a:cubicBezTo>
                        <a:cubicBezTo>
                          <a:pt x="462621" y="529961"/>
                          <a:pt x="470486" y="505699"/>
                          <a:pt x="481213" y="482863"/>
                        </a:cubicBezTo>
                        <a:cubicBezTo>
                          <a:pt x="493369" y="456460"/>
                          <a:pt x="509816" y="430771"/>
                          <a:pt x="530553" y="408649"/>
                        </a:cubicBezTo>
                        <a:cubicBezTo>
                          <a:pt x="535558" y="402940"/>
                          <a:pt x="540564" y="397945"/>
                          <a:pt x="545569" y="392236"/>
                        </a:cubicBezTo>
                        <a:cubicBezTo>
                          <a:pt x="560586" y="378678"/>
                          <a:pt x="575602" y="366547"/>
                          <a:pt x="592049" y="355843"/>
                        </a:cubicBezTo>
                        <a:cubicBezTo>
                          <a:pt x="600630" y="350134"/>
                          <a:pt x="609926" y="345139"/>
                          <a:pt x="619222" y="340143"/>
                        </a:cubicBezTo>
                        <a:cubicBezTo>
                          <a:pt x="671065" y="313740"/>
                          <a:pt x="728807" y="303036"/>
                          <a:pt x="785477" y="308032"/>
                        </a:cubicBezTo>
                        <a:close/>
                        <a:moveTo>
                          <a:pt x="555676" y="304800"/>
                        </a:moveTo>
                        <a:cubicBezTo>
                          <a:pt x="570540" y="304800"/>
                          <a:pt x="583988" y="309099"/>
                          <a:pt x="595313" y="316982"/>
                        </a:cubicBezTo>
                        <a:cubicBezTo>
                          <a:pt x="584696" y="323431"/>
                          <a:pt x="574079" y="329880"/>
                          <a:pt x="563462" y="337046"/>
                        </a:cubicBezTo>
                        <a:cubicBezTo>
                          <a:pt x="561338" y="336330"/>
                          <a:pt x="558507" y="336330"/>
                          <a:pt x="555676" y="336330"/>
                        </a:cubicBezTo>
                        <a:cubicBezTo>
                          <a:pt x="533026" y="336330"/>
                          <a:pt x="515331" y="354961"/>
                          <a:pt x="515331" y="377175"/>
                        </a:cubicBezTo>
                        <a:cubicBezTo>
                          <a:pt x="515331" y="377891"/>
                          <a:pt x="515331" y="378608"/>
                          <a:pt x="515331" y="379325"/>
                        </a:cubicBezTo>
                        <a:cubicBezTo>
                          <a:pt x="506130" y="388640"/>
                          <a:pt x="498344" y="397956"/>
                          <a:pt x="490558" y="407988"/>
                        </a:cubicBezTo>
                        <a:cubicBezTo>
                          <a:pt x="486311" y="398672"/>
                          <a:pt x="484188" y="388640"/>
                          <a:pt x="484188" y="377175"/>
                        </a:cubicBezTo>
                        <a:cubicBezTo>
                          <a:pt x="484188" y="337046"/>
                          <a:pt x="516039" y="304800"/>
                          <a:pt x="555676" y="304800"/>
                        </a:cubicBezTo>
                        <a:close/>
                        <a:moveTo>
                          <a:pt x="1089384" y="233362"/>
                        </a:moveTo>
                        <a:cubicBezTo>
                          <a:pt x="1066414" y="233362"/>
                          <a:pt x="1047750" y="252026"/>
                          <a:pt x="1047750" y="274996"/>
                        </a:cubicBezTo>
                        <a:cubicBezTo>
                          <a:pt x="1047750" y="278585"/>
                          <a:pt x="1048468" y="282892"/>
                          <a:pt x="1049186" y="286481"/>
                        </a:cubicBezTo>
                        <a:cubicBezTo>
                          <a:pt x="1052775" y="296531"/>
                          <a:pt x="1059953" y="305863"/>
                          <a:pt x="1069285" y="310887"/>
                        </a:cubicBezTo>
                        <a:cubicBezTo>
                          <a:pt x="1075028" y="314476"/>
                          <a:pt x="1082206" y="315912"/>
                          <a:pt x="1089384" y="315912"/>
                        </a:cubicBezTo>
                        <a:cubicBezTo>
                          <a:pt x="1111637" y="315912"/>
                          <a:pt x="1130300" y="297249"/>
                          <a:pt x="1130300" y="274996"/>
                        </a:cubicBezTo>
                        <a:cubicBezTo>
                          <a:pt x="1130300" y="271407"/>
                          <a:pt x="1129582" y="267100"/>
                          <a:pt x="1128865" y="264229"/>
                        </a:cubicBezTo>
                        <a:cubicBezTo>
                          <a:pt x="1125993" y="253461"/>
                          <a:pt x="1118815" y="244130"/>
                          <a:pt x="1109483" y="239105"/>
                        </a:cubicBezTo>
                        <a:cubicBezTo>
                          <a:pt x="1103741" y="235516"/>
                          <a:pt x="1096562" y="233362"/>
                          <a:pt x="1089384" y="233362"/>
                        </a:cubicBezTo>
                        <a:close/>
                        <a:moveTo>
                          <a:pt x="15705" y="0"/>
                        </a:moveTo>
                        <a:cubicBezTo>
                          <a:pt x="15705" y="0"/>
                          <a:pt x="15705" y="0"/>
                          <a:pt x="1289220" y="0"/>
                        </a:cubicBezTo>
                        <a:cubicBezTo>
                          <a:pt x="1297787" y="0"/>
                          <a:pt x="1304925" y="6422"/>
                          <a:pt x="1304925" y="15698"/>
                        </a:cubicBezTo>
                        <a:cubicBezTo>
                          <a:pt x="1304925" y="15698"/>
                          <a:pt x="1304925" y="15698"/>
                          <a:pt x="1304925" y="916166"/>
                        </a:cubicBezTo>
                        <a:cubicBezTo>
                          <a:pt x="1304925" y="925441"/>
                          <a:pt x="1297787" y="931863"/>
                          <a:pt x="1289220" y="931863"/>
                        </a:cubicBezTo>
                        <a:cubicBezTo>
                          <a:pt x="1289220" y="931863"/>
                          <a:pt x="1289220" y="931863"/>
                          <a:pt x="1219977" y="931863"/>
                        </a:cubicBezTo>
                        <a:cubicBezTo>
                          <a:pt x="1219977" y="931863"/>
                          <a:pt x="1219977" y="931863"/>
                          <a:pt x="1189995" y="900468"/>
                        </a:cubicBezTo>
                        <a:cubicBezTo>
                          <a:pt x="1273516" y="900468"/>
                          <a:pt x="1273516" y="900468"/>
                          <a:pt x="1273516" y="900468"/>
                        </a:cubicBezTo>
                        <a:cubicBezTo>
                          <a:pt x="1273516" y="480916"/>
                          <a:pt x="1273516" y="264004"/>
                          <a:pt x="1273516" y="151267"/>
                        </a:cubicBezTo>
                        <a:cubicBezTo>
                          <a:pt x="1273516" y="151267"/>
                          <a:pt x="1273516" y="151267"/>
                          <a:pt x="1242106" y="175527"/>
                        </a:cubicBezTo>
                        <a:cubicBezTo>
                          <a:pt x="1242106" y="175527"/>
                          <a:pt x="1242106" y="175527"/>
                          <a:pt x="1154302" y="243312"/>
                        </a:cubicBezTo>
                        <a:cubicBezTo>
                          <a:pt x="1159299" y="253301"/>
                          <a:pt x="1161441" y="263291"/>
                          <a:pt x="1161441" y="274707"/>
                        </a:cubicBezTo>
                        <a:cubicBezTo>
                          <a:pt x="1161441" y="314664"/>
                          <a:pt x="1129317" y="346773"/>
                          <a:pt x="1089341" y="346773"/>
                        </a:cubicBezTo>
                        <a:cubicBezTo>
                          <a:pt x="1071495" y="346773"/>
                          <a:pt x="1055790" y="341065"/>
                          <a:pt x="1043655" y="331076"/>
                        </a:cubicBezTo>
                        <a:cubicBezTo>
                          <a:pt x="1043655" y="331076"/>
                          <a:pt x="1043655" y="331076"/>
                          <a:pt x="993685" y="371033"/>
                        </a:cubicBezTo>
                        <a:cubicBezTo>
                          <a:pt x="985833" y="363898"/>
                          <a:pt x="977980" y="356762"/>
                          <a:pt x="969414" y="349627"/>
                        </a:cubicBezTo>
                        <a:cubicBezTo>
                          <a:pt x="969414" y="349627"/>
                          <a:pt x="969414" y="349627"/>
                          <a:pt x="1024381" y="306102"/>
                        </a:cubicBezTo>
                        <a:cubicBezTo>
                          <a:pt x="1019384" y="296826"/>
                          <a:pt x="1016528" y="286123"/>
                          <a:pt x="1016528" y="274707"/>
                        </a:cubicBezTo>
                        <a:cubicBezTo>
                          <a:pt x="1016528" y="234750"/>
                          <a:pt x="1049365" y="201928"/>
                          <a:pt x="1089341" y="201928"/>
                        </a:cubicBezTo>
                        <a:cubicBezTo>
                          <a:pt x="1106474" y="201928"/>
                          <a:pt x="1122892" y="208349"/>
                          <a:pt x="1135028" y="219052"/>
                        </a:cubicBezTo>
                        <a:cubicBezTo>
                          <a:pt x="1135028" y="219052"/>
                          <a:pt x="1135028" y="219052"/>
                          <a:pt x="1242106" y="136283"/>
                        </a:cubicBezTo>
                        <a:cubicBezTo>
                          <a:pt x="1242106" y="136283"/>
                          <a:pt x="1242106" y="136283"/>
                          <a:pt x="1269946" y="114878"/>
                        </a:cubicBezTo>
                        <a:cubicBezTo>
                          <a:pt x="1270660" y="114164"/>
                          <a:pt x="1272088" y="113451"/>
                          <a:pt x="1273516" y="112737"/>
                        </a:cubicBezTo>
                        <a:cubicBezTo>
                          <a:pt x="1273516" y="31395"/>
                          <a:pt x="1273516" y="31395"/>
                          <a:pt x="1273516" y="31395"/>
                        </a:cubicBezTo>
                        <a:cubicBezTo>
                          <a:pt x="31410" y="31395"/>
                          <a:pt x="31410" y="31395"/>
                          <a:pt x="31410" y="31395"/>
                        </a:cubicBezTo>
                        <a:cubicBezTo>
                          <a:pt x="31410" y="406709"/>
                          <a:pt x="31410" y="620766"/>
                          <a:pt x="31410" y="741352"/>
                        </a:cubicBezTo>
                        <a:cubicBezTo>
                          <a:pt x="31410" y="741352"/>
                          <a:pt x="31410" y="741352"/>
                          <a:pt x="62819" y="726368"/>
                        </a:cubicBezTo>
                        <a:cubicBezTo>
                          <a:pt x="62819" y="726368"/>
                          <a:pt x="62819" y="726368"/>
                          <a:pt x="276976" y="623621"/>
                        </a:cubicBezTo>
                        <a:cubicBezTo>
                          <a:pt x="275548" y="617912"/>
                          <a:pt x="274834" y="612918"/>
                          <a:pt x="274834" y="607210"/>
                        </a:cubicBezTo>
                        <a:cubicBezTo>
                          <a:pt x="274834" y="567252"/>
                          <a:pt x="306957" y="534430"/>
                          <a:pt x="346933" y="534430"/>
                        </a:cubicBezTo>
                        <a:cubicBezTo>
                          <a:pt x="360496" y="534430"/>
                          <a:pt x="372632" y="537998"/>
                          <a:pt x="383340" y="543706"/>
                        </a:cubicBezTo>
                        <a:cubicBezTo>
                          <a:pt x="383340" y="543706"/>
                          <a:pt x="383340" y="543706"/>
                          <a:pt x="454725" y="465218"/>
                        </a:cubicBezTo>
                        <a:cubicBezTo>
                          <a:pt x="443304" y="489478"/>
                          <a:pt x="434737" y="514451"/>
                          <a:pt x="429026" y="540138"/>
                        </a:cubicBezTo>
                        <a:cubicBezTo>
                          <a:pt x="429026" y="540138"/>
                          <a:pt x="429026" y="540138"/>
                          <a:pt x="406183" y="565112"/>
                        </a:cubicBezTo>
                        <a:cubicBezTo>
                          <a:pt x="414749" y="577241"/>
                          <a:pt x="419746" y="591512"/>
                          <a:pt x="419746" y="607210"/>
                        </a:cubicBezTo>
                        <a:cubicBezTo>
                          <a:pt x="419746" y="647167"/>
                          <a:pt x="386909" y="679275"/>
                          <a:pt x="346933" y="679275"/>
                        </a:cubicBezTo>
                        <a:cubicBezTo>
                          <a:pt x="324090" y="679275"/>
                          <a:pt x="303388" y="668573"/>
                          <a:pt x="290539" y="651448"/>
                        </a:cubicBezTo>
                        <a:cubicBezTo>
                          <a:pt x="290539" y="651448"/>
                          <a:pt x="290539" y="651448"/>
                          <a:pt x="62819" y="761331"/>
                        </a:cubicBezTo>
                        <a:cubicBezTo>
                          <a:pt x="62819" y="761331"/>
                          <a:pt x="62819" y="761331"/>
                          <a:pt x="31410" y="776315"/>
                        </a:cubicBezTo>
                        <a:cubicBezTo>
                          <a:pt x="31410" y="900468"/>
                          <a:pt x="31410" y="900468"/>
                          <a:pt x="31410" y="900468"/>
                        </a:cubicBezTo>
                        <a:cubicBezTo>
                          <a:pt x="250563" y="900468"/>
                          <a:pt x="431168" y="900468"/>
                          <a:pt x="579650" y="900468"/>
                        </a:cubicBezTo>
                        <a:cubicBezTo>
                          <a:pt x="600351" y="913312"/>
                          <a:pt x="622481" y="924014"/>
                          <a:pt x="645324" y="931863"/>
                        </a:cubicBezTo>
                        <a:cubicBezTo>
                          <a:pt x="645324" y="931863"/>
                          <a:pt x="645324" y="931863"/>
                          <a:pt x="15705" y="931863"/>
                        </a:cubicBezTo>
                        <a:cubicBezTo>
                          <a:pt x="7139" y="931863"/>
                          <a:pt x="0" y="925441"/>
                          <a:pt x="0" y="916166"/>
                        </a:cubicBezTo>
                        <a:cubicBezTo>
                          <a:pt x="0" y="916166"/>
                          <a:pt x="0" y="916166"/>
                          <a:pt x="0" y="15698"/>
                        </a:cubicBezTo>
                        <a:cubicBezTo>
                          <a:pt x="0" y="6422"/>
                          <a:pt x="7139" y="0"/>
                          <a:pt x="15705" y="0"/>
                        </a:cubicBezTo>
                        <a:close/>
                      </a:path>
                    </a:pathLst>
                  </a:custGeom>
                  <a:solidFill>
                    <a:schemeClr val="accent1"/>
                  </a:solidFill>
                  <a:ln>
                    <a:noFill/>
                  </a:ln>
                </p:spPr>
                <p:txBody>
                  <a:bodyPr vert="horz" wrap="square" lIns="54727" tIns="27364" rIns="54727" bIns="27364" numCol="1" anchor="t" anchorCtr="0" compatLnSpc="1">
                    <a:prstTxWarp prst="textNoShape">
                      <a:avLst/>
                    </a:prstTxWarp>
                    <a:noAutofit/>
                  </a:bodyPr>
                  <a:lstStyle/>
                  <a:p>
                    <a:endParaRPr lang="es-CL"/>
                  </a:p>
                </p:txBody>
              </p:sp>
              <p:sp>
                <p:nvSpPr>
                  <p:cNvPr id="262" name="Freeform 11">
                    <a:extLst>
                      <a:ext uri="{FF2B5EF4-FFF2-40B4-BE49-F238E27FC236}">
                        <a16:creationId xmlns:a16="http://schemas.microsoft.com/office/drawing/2014/main" id="{5DE04D6F-EBA5-49FA-B161-919E601CC5FB}"/>
                      </a:ext>
                    </a:extLst>
                  </p:cNvPr>
                  <p:cNvSpPr>
                    <a:spLocks/>
                  </p:cNvSpPr>
                  <p:nvPr/>
                </p:nvSpPr>
                <p:spPr bwMode="auto">
                  <a:xfrm>
                    <a:off x="6697662" y="3179762"/>
                    <a:ext cx="1181100" cy="654050"/>
                  </a:xfrm>
                  <a:custGeom>
                    <a:avLst/>
                    <a:gdLst>
                      <a:gd name="connsiteX0" fmla="*/ 363861 w 1181100"/>
                      <a:gd name="connsiteY0" fmla="*/ 458787 h 654050"/>
                      <a:gd name="connsiteX1" fmla="*/ 452503 w 1181100"/>
                      <a:gd name="connsiteY1" fmla="*/ 632593 h 654050"/>
                      <a:gd name="connsiteX2" fmla="*/ 474663 w 1181100"/>
                      <a:gd name="connsiteY2" fmla="*/ 654050 h 654050"/>
                      <a:gd name="connsiteX3" fmla="*/ 0 w 1181100"/>
                      <a:gd name="connsiteY3" fmla="*/ 654050 h 654050"/>
                      <a:gd name="connsiteX4" fmla="*/ 0 w 1181100"/>
                      <a:gd name="connsiteY4" fmla="*/ 581095 h 654050"/>
                      <a:gd name="connsiteX5" fmla="*/ 221605 w 1181100"/>
                      <a:gd name="connsiteY5" fmla="*/ 473807 h 654050"/>
                      <a:gd name="connsiteX6" fmla="*/ 284512 w 1181100"/>
                      <a:gd name="connsiteY6" fmla="*/ 495265 h 654050"/>
                      <a:gd name="connsiteX7" fmla="*/ 363861 w 1181100"/>
                      <a:gd name="connsiteY7" fmla="*/ 458787 h 654050"/>
                      <a:gd name="connsiteX8" fmla="*/ 881470 w 1181100"/>
                      <a:gd name="connsiteY8" fmla="*/ 250825 h 654050"/>
                      <a:gd name="connsiteX9" fmla="*/ 879327 w 1181100"/>
                      <a:gd name="connsiteY9" fmla="*/ 543393 h 654050"/>
                      <a:gd name="connsiteX10" fmla="*/ 859328 w 1181100"/>
                      <a:gd name="connsiteY10" fmla="*/ 564748 h 654050"/>
                      <a:gd name="connsiteX11" fmla="*/ 840757 w 1181100"/>
                      <a:gd name="connsiteY11" fmla="*/ 581121 h 654050"/>
                      <a:gd name="connsiteX12" fmla="*/ 840043 w 1181100"/>
                      <a:gd name="connsiteY12" fmla="*/ 581833 h 654050"/>
                      <a:gd name="connsiteX13" fmla="*/ 696476 w 1181100"/>
                      <a:gd name="connsiteY13" fmla="*/ 630238 h 654050"/>
                      <a:gd name="connsiteX14" fmla="*/ 526481 w 1181100"/>
                      <a:gd name="connsiteY14" fmla="*/ 558342 h 654050"/>
                      <a:gd name="connsiteX15" fmla="*/ 489339 w 1181100"/>
                      <a:gd name="connsiteY15" fmla="*/ 284993 h 654050"/>
                      <a:gd name="connsiteX16" fmla="*/ 586479 w 1181100"/>
                      <a:gd name="connsiteY16" fmla="*/ 331975 h 654050"/>
                      <a:gd name="connsiteX17" fmla="*/ 699333 w 1181100"/>
                      <a:gd name="connsiteY17" fmla="*/ 441599 h 654050"/>
                      <a:gd name="connsiteX18" fmla="*/ 805044 w 1181100"/>
                      <a:gd name="connsiteY18" fmla="*/ 368279 h 654050"/>
                      <a:gd name="connsiteX19" fmla="*/ 812901 w 1181100"/>
                      <a:gd name="connsiteY19" fmla="*/ 328416 h 654050"/>
                      <a:gd name="connsiteX20" fmla="*/ 811472 w 1181100"/>
                      <a:gd name="connsiteY20" fmla="*/ 314179 h 654050"/>
                      <a:gd name="connsiteX21" fmla="*/ 810758 w 1181100"/>
                      <a:gd name="connsiteY21" fmla="*/ 307061 h 654050"/>
                      <a:gd name="connsiteX22" fmla="*/ 815758 w 1181100"/>
                      <a:gd name="connsiteY22" fmla="*/ 302790 h 654050"/>
                      <a:gd name="connsiteX23" fmla="*/ 850043 w 1181100"/>
                      <a:gd name="connsiteY23" fmla="*/ 275739 h 654050"/>
                      <a:gd name="connsiteX24" fmla="*/ 881470 w 1181100"/>
                      <a:gd name="connsiteY24" fmla="*/ 250825 h 654050"/>
                      <a:gd name="connsiteX25" fmla="*/ 1181100 w 1181100"/>
                      <a:gd name="connsiteY25" fmla="*/ 0 h 654050"/>
                      <a:gd name="connsiteX26" fmla="*/ 1181100 w 1181100"/>
                      <a:gd name="connsiteY26" fmla="*/ 654050 h 654050"/>
                      <a:gd name="connsiteX27" fmla="*/ 1099004 w 1181100"/>
                      <a:gd name="connsiteY27" fmla="*/ 654050 h 654050"/>
                      <a:gd name="connsiteX28" fmla="*/ 1096863 w 1181100"/>
                      <a:gd name="connsiteY28" fmla="*/ 651908 h 654050"/>
                      <a:gd name="connsiteX29" fmla="*/ 1069022 w 1181100"/>
                      <a:gd name="connsiteY29" fmla="*/ 638342 h 654050"/>
                      <a:gd name="connsiteX30" fmla="*/ 1066166 w 1181100"/>
                      <a:gd name="connsiteY30" fmla="*/ 637628 h 654050"/>
                      <a:gd name="connsiteX31" fmla="*/ 1064024 w 1181100"/>
                      <a:gd name="connsiteY31" fmla="*/ 637628 h 654050"/>
                      <a:gd name="connsiteX32" fmla="*/ 1048319 w 1181100"/>
                      <a:gd name="connsiteY32" fmla="*/ 640484 h 654050"/>
                      <a:gd name="connsiteX33" fmla="*/ 1040466 w 1181100"/>
                      <a:gd name="connsiteY33" fmla="*/ 629773 h 654050"/>
                      <a:gd name="connsiteX34" fmla="*/ 986212 w 1181100"/>
                      <a:gd name="connsiteY34" fmla="*/ 573365 h 654050"/>
                      <a:gd name="connsiteX35" fmla="*/ 954087 w 1181100"/>
                      <a:gd name="connsiteY35" fmla="*/ 178507 h 654050"/>
                      <a:gd name="connsiteX36" fmla="*/ 985498 w 1181100"/>
                      <a:gd name="connsiteY36" fmla="*/ 153516 h 654050"/>
                      <a:gd name="connsiteX37" fmla="*/ 1028330 w 1181100"/>
                      <a:gd name="connsiteY37" fmla="*/ 162798 h 654050"/>
                      <a:gd name="connsiteX38" fmla="*/ 1131843 w 1181100"/>
                      <a:gd name="connsiteY38" fmla="*/ 59264 h 654050"/>
                      <a:gd name="connsiteX39" fmla="*/ 1129701 w 1181100"/>
                      <a:gd name="connsiteY39" fmla="*/ 39985 h 65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81100" h="654050">
                        <a:moveTo>
                          <a:pt x="363861" y="458787"/>
                        </a:moveTo>
                        <a:cubicBezTo>
                          <a:pt x="375299" y="521729"/>
                          <a:pt x="404608" y="582525"/>
                          <a:pt x="452503" y="632593"/>
                        </a:cubicBezTo>
                        <a:cubicBezTo>
                          <a:pt x="459651" y="640460"/>
                          <a:pt x="466800" y="647613"/>
                          <a:pt x="474663" y="654050"/>
                        </a:cubicBezTo>
                        <a:cubicBezTo>
                          <a:pt x="474663" y="654050"/>
                          <a:pt x="474663" y="654050"/>
                          <a:pt x="0" y="654050"/>
                        </a:cubicBezTo>
                        <a:cubicBezTo>
                          <a:pt x="0" y="654050"/>
                          <a:pt x="0" y="654050"/>
                          <a:pt x="0" y="581095"/>
                        </a:cubicBezTo>
                        <a:cubicBezTo>
                          <a:pt x="0" y="581095"/>
                          <a:pt x="0" y="581095"/>
                          <a:pt x="221605" y="473807"/>
                        </a:cubicBezTo>
                        <a:cubicBezTo>
                          <a:pt x="239476" y="487397"/>
                          <a:pt x="261637" y="495265"/>
                          <a:pt x="284512" y="495265"/>
                        </a:cubicBezTo>
                        <a:cubicBezTo>
                          <a:pt x="316681" y="495265"/>
                          <a:pt x="344560" y="480960"/>
                          <a:pt x="363861" y="458787"/>
                        </a:cubicBezTo>
                        <a:close/>
                        <a:moveTo>
                          <a:pt x="881470" y="250825"/>
                        </a:moveTo>
                        <a:cubicBezTo>
                          <a:pt x="948611" y="336246"/>
                          <a:pt x="949325" y="457972"/>
                          <a:pt x="879327" y="543393"/>
                        </a:cubicBezTo>
                        <a:cubicBezTo>
                          <a:pt x="873613" y="551223"/>
                          <a:pt x="866471" y="558342"/>
                          <a:pt x="859328" y="564748"/>
                        </a:cubicBezTo>
                        <a:cubicBezTo>
                          <a:pt x="852185" y="571867"/>
                          <a:pt x="846471" y="577562"/>
                          <a:pt x="840757" y="581121"/>
                        </a:cubicBezTo>
                        <a:cubicBezTo>
                          <a:pt x="840757" y="581121"/>
                          <a:pt x="840757" y="581121"/>
                          <a:pt x="840043" y="581833"/>
                        </a:cubicBezTo>
                        <a:cubicBezTo>
                          <a:pt x="799330" y="613154"/>
                          <a:pt x="747903" y="630238"/>
                          <a:pt x="696476" y="630238"/>
                        </a:cubicBezTo>
                        <a:cubicBezTo>
                          <a:pt x="631478" y="630238"/>
                          <a:pt x="571480" y="604612"/>
                          <a:pt x="526481" y="558342"/>
                        </a:cubicBezTo>
                        <a:cubicBezTo>
                          <a:pt x="455055" y="483598"/>
                          <a:pt x="442912" y="372550"/>
                          <a:pt x="489339" y="284993"/>
                        </a:cubicBezTo>
                        <a:cubicBezTo>
                          <a:pt x="489339" y="284993"/>
                          <a:pt x="489339" y="284993"/>
                          <a:pt x="586479" y="331975"/>
                        </a:cubicBezTo>
                        <a:cubicBezTo>
                          <a:pt x="588622" y="392482"/>
                          <a:pt x="638621" y="441599"/>
                          <a:pt x="699333" y="441599"/>
                        </a:cubicBezTo>
                        <a:cubicBezTo>
                          <a:pt x="747903" y="441599"/>
                          <a:pt x="789330" y="410990"/>
                          <a:pt x="805044" y="368279"/>
                        </a:cubicBezTo>
                        <a:cubicBezTo>
                          <a:pt x="810044" y="356178"/>
                          <a:pt x="812901" y="342653"/>
                          <a:pt x="812901" y="328416"/>
                        </a:cubicBezTo>
                        <a:cubicBezTo>
                          <a:pt x="812901" y="323433"/>
                          <a:pt x="812187" y="319162"/>
                          <a:pt x="811472" y="314179"/>
                        </a:cubicBezTo>
                        <a:cubicBezTo>
                          <a:pt x="811472" y="312043"/>
                          <a:pt x="811472" y="309196"/>
                          <a:pt x="810758" y="307061"/>
                        </a:cubicBezTo>
                        <a:cubicBezTo>
                          <a:pt x="810758" y="307061"/>
                          <a:pt x="810758" y="307061"/>
                          <a:pt x="815758" y="302790"/>
                        </a:cubicBezTo>
                        <a:cubicBezTo>
                          <a:pt x="820758" y="299230"/>
                          <a:pt x="830757" y="291400"/>
                          <a:pt x="850043" y="275739"/>
                        </a:cubicBezTo>
                        <a:cubicBezTo>
                          <a:pt x="857899" y="269333"/>
                          <a:pt x="868613" y="260791"/>
                          <a:pt x="881470" y="250825"/>
                        </a:cubicBezTo>
                        <a:close/>
                        <a:moveTo>
                          <a:pt x="1181100" y="0"/>
                        </a:moveTo>
                        <a:cubicBezTo>
                          <a:pt x="1181100" y="0"/>
                          <a:pt x="1181100" y="0"/>
                          <a:pt x="1181100" y="654050"/>
                        </a:cubicBezTo>
                        <a:cubicBezTo>
                          <a:pt x="1181100" y="654050"/>
                          <a:pt x="1181100" y="654050"/>
                          <a:pt x="1099004" y="654050"/>
                        </a:cubicBezTo>
                        <a:cubicBezTo>
                          <a:pt x="1099004" y="654050"/>
                          <a:pt x="1099004" y="654050"/>
                          <a:pt x="1096863" y="651908"/>
                        </a:cubicBezTo>
                        <a:cubicBezTo>
                          <a:pt x="1089724" y="644768"/>
                          <a:pt x="1079730" y="639770"/>
                          <a:pt x="1069022" y="638342"/>
                        </a:cubicBezTo>
                        <a:cubicBezTo>
                          <a:pt x="1069022" y="638342"/>
                          <a:pt x="1069022" y="638342"/>
                          <a:pt x="1066166" y="637628"/>
                        </a:cubicBezTo>
                        <a:cubicBezTo>
                          <a:pt x="1066166" y="637628"/>
                          <a:pt x="1066166" y="637628"/>
                          <a:pt x="1064024" y="637628"/>
                        </a:cubicBezTo>
                        <a:cubicBezTo>
                          <a:pt x="1058313" y="637628"/>
                          <a:pt x="1053316" y="638342"/>
                          <a:pt x="1048319" y="640484"/>
                        </a:cubicBezTo>
                        <a:cubicBezTo>
                          <a:pt x="1046177" y="636913"/>
                          <a:pt x="1043322" y="633343"/>
                          <a:pt x="1040466" y="629773"/>
                        </a:cubicBezTo>
                        <a:cubicBezTo>
                          <a:pt x="1040466" y="629773"/>
                          <a:pt x="1040466" y="629773"/>
                          <a:pt x="986212" y="573365"/>
                        </a:cubicBezTo>
                        <a:cubicBezTo>
                          <a:pt x="1061169" y="448410"/>
                          <a:pt x="1048319" y="289181"/>
                          <a:pt x="954087" y="178507"/>
                        </a:cubicBezTo>
                        <a:cubicBezTo>
                          <a:pt x="954087" y="178507"/>
                          <a:pt x="954087" y="178507"/>
                          <a:pt x="985498" y="153516"/>
                        </a:cubicBezTo>
                        <a:cubicBezTo>
                          <a:pt x="998348" y="159942"/>
                          <a:pt x="1013339" y="162798"/>
                          <a:pt x="1028330" y="162798"/>
                        </a:cubicBezTo>
                        <a:cubicBezTo>
                          <a:pt x="1085441" y="162798"/>
                          <a:pt x="1131843" y="116386"/>
                          <a:pt x="1131843" y="59264"/>
                        </a:cubicBezTo>
                        <a:cubicBezTo>
                          <a:pt x="1131843" y="52838"/>
                          <a:pt x="1131129" y="45698"/>
                          <a:pt x="1129701" y="39985"/>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9" name="Grupo 168">
              <a:extLst>
                <a:ext uri="{FF2B5EF4-FFF2-40B4-BE49-F238E27FC236}">
                  <a16:creationId xmlns:a16="http://schemas.microsoft.com/office/drawing/2014/main" id="{A34078BA-730A-F58D-9393-E9A5860287F3}"/>
                </a:ext>
              </a:extLst>
            </p:cNvPr>
            <p:cNvGrpSpPr/>
            <p:nvPr/>
          </p:nvGrpSpPr>
          <p:grpSpPr>
            <a:xfrm>
              <a:off x="8691300" y="1494503"/>
              <a:ext cx="972003" cy="1122694"/>
              <a:chOff x="8247171" y="1669461"/>
              <a:chExt cx="1047300" cy="1122694"/>
            </a:xfrm>
          </p:grpSpPr>
          <p:sp>
            <p:nvSpPr>
              <p:cNvPr id="215" name="Rectangle: Rounded Corners 214">
                <a:extLst>
                  <a:ext uri="{FF2B5EF4-FFF2-40B4-BE49-F238E27FC236}">
                    <a16:creationId xmlns:a16="http://schemas.microsoft.com/office/drawing/2014/main" id="{0B16C981-704A-3D93-EBFB-95F2D7FD6032}"/>
                  </a:ext>
                </a:extLst>
              </p:cNvPr>
              <p:cNvSpPr/>
              <p:nvPr/>
            </p:nvSpPr>
            <p:spPr>
              <a:xfrm>
                <a:off x="8312135"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Relaciones</a:t>
                </a:r>
                <a:br>
                  <a:rPr lang="es-CL" sz="855" spc="-25">
                    <a:solidFill>
                      <a:schemeClr val="tx1"/>
                    </a:solidFill>
                  </a:rPr>
                </a:br>
                <a:r>
                  <a:rPr lang="es-CL" sz="855" spc="-25">
                    <a:solidFill>
                      <a:schemeClr val="tx1"/>
                    </a:solidFill>
                  </a:rPr>
                  <a:t>Partes Interesadas</a:t>
                </a:r>
              </a:p>
            </p:txBody>
          </p:sp>
          <p:sp>
            <p:nvSpPr>
              <p:cNvPr id="222" name="Oval 20">
                <a:extLst>
                  <a:ext uri="{FF2B5EF4-FFF2-40B4-BE49-F238E27FC236}">
                    <a16:creationId xmlns:a16="http://schemas.microsoft.com/office/drawing/2014/main" id="{E19CDDB4-9F38-30F2-60ED-E8D11E35F99D}"/>
                  </a:ext>
                </a:extLst>
              </p:cNvPr>
              <p:cNvSpPr>
                <a:spLocks noChangeAspect="1" noChangeArrowheads="1"/>
              </p:cNvSpPr>
              <p:nvPr/>
            </p:nvSpPr>
            <p:spPr bwMode="auto">
              <a:xfrm>
                <a:off x="82471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11</a:t>
                </a:r>
              </a:p>
            </p:txBody>
          </p:sp>
          <p:grpSp>
            <p:nvGrpSpPr>
              <p:cNvPr id="263" name="bcgIcons_Handshake ">
                <a:extLst>
                  <a:ext uri="{FF2B5EF4-FFF2-40B4-BE49-F238E27FC236}">
                    <a16:creationId xmlns:a16="http://schemas.microsoft.com/office/drawing/2014/main" id="{FA79379B-E788-CE95-8330-D1E4B5A70E00}"/>
                  </a:ext>
                </a:extLst>
              </p:cNvPr>
              <p:cNvGrpSpPr>
                <a:grpSpLocks noChangeAspect="1"/>
              </p:cNvGrpSpPr>
              <p:nvPr/>
            </p:nvGrpSpPr>
            <p:grpSpPr bwMode="auto">
              <a:xfrm>
                <a:off x="8594264" y="1827711"/>
                <a:ext cx="418067" cy="418454"/>
                <a:chOff x="1682" y="0"/>
                <a:chExt cx="4316" cy="4320"/>
              </a:xfrm>
            </p:grpSpPr>
            <p:sp>
              <p:nvSpPr>
                <p:cNvPr id="264" name="AutoShape 3">
                  <a:extLst>
                    <a:ext uri="{FF2B5EF4-FFF2-40B4-BE49-F238E27FC236}">
                      <a16:creationId xmlns:a16="http://schemas.microsoft.com/office/drawing/2014/main" id="{ECCB5178-4725-4D39-9F5D-BCE990F61721}"/>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65" name="Freeform 5">
                  <a:extLst>
                    <a:ext uri="{FF2B5EF4-FFF2-40B4-BE49-F238E27FC236}">
                      <a16:creationId xmlns:a16="http://schemas.microsoft.com/office/drawing/2014/main" id="{C39EE801-95D8-9083-4576-063DC8BE7A69}"/>
                    </a:ext>
                  </a:extLst>
                </p:cNvPr>
                <p:cNvSpPr>
                  <a:spLocks/>
                </p:cNvSpPr>
                <p:nvPr/>
              </p:nvSpPr>
              <p:spPr bwMode="auto">
                <a:xfrm>
                  <a:off x="2699" y="763"/>
                  <a:ext cx="2730" cy="2428"/>
                </a:xfrm>
                <a:custGeom>
                  <a:avLst/>
                  <a:gdLst>
                    <a:gd name="T0" fmla="*/ 182 w 1457"/>
                    <a:gd name="T1" fmla="*/ 441 h 1295"/>
                    <a:gd name="T2" fmla="*/ 163 w 1457"/>
                    <a:gd name="T3" fmla="*/ 326 h 1295"/>
                    <a:gd name="T4" fmla="*/ 724 w 1457"/>
                    <a:gd name="T5" fmla="*/ 120 h 1295"/>
                    <a:gd name="T6" fmla="*/ 1145 w 1457"/>
                    <a:gd name="T7" fmla="*/ 295 h 1295"/>
                    <a:gd name="T8" fmla="*/ 1419 w 1457"/>
                    <a:gd name="T9" fmla="*/ 153 h 1295"/>
                    <a:gd name="T10" fmla="*/ 1457 w 1457"/>
                    <a:gd name="T11" fmla="*/ 172 h 1295"/>
                    <a:gd name="T12" fmla="*/ 1457 w 1457"/>
                    <a:gd name="T13" fmla="*/ 660 h 1295"/>
                    <a:gd name="T14" fmla="*/ 1449 w 1457"/>
                    <a:gd name="T15" fmla="*/ 672 h 1295"/>
                    <a:gd name="T16" fmla="*/ 1275 w 1457"/>
                    <a:gd name="T17" fmla="*/ 716 h 1295"/>
                    <a:gd name="T18" fmla="*/ 1263 w 1457"/>
                    <a:gd name="T19" fmla="*/ 715 h 1295"/>
                    <a:gd name="T20" fmla="*/ 668 w 1457"/>
                    <a:gd name="T21" fmla="*/ 358 h 1295"/>
                    <a:gd name="T22" fmla="*/ 462 w 1457"/>
                    <a:gd name="T23" fmla="*/ 341 h 1295"/>
                    <a:gd name="T24" fmla="*/ 421 w 1457"/>
                    <a:gd name="T25" fmla="*/ 361 h 1295"/>
                    <a:gd name="T26" fmla="*/ 182 w 1457"/>
                    <a:gd name="T27" fmla="*/ 441 h 1295"/>
                    <a:gd name="T28" fmla="*/ 592 w 1457"/>
                    <a:gd name="T29" fmla="*/ 1039 h 1295"/>
                    <a:gd name="T30" fmla="*/ 528 w 1457"/>
                    <a:gd name="T31" fmla="*/ 1079 h 1295"/>
                    <a:gd name="T32" fmla="*/ 472 w 1457"/>
                    <a:gd name="T33" fmla="*/ 1191 h 1295"/>
                    <a:gd name="T34" fmla="*/ 505 w 1457"/>
                    <a:gd name="T35" fmla="*/ 1287 h 1295"/>
                    <a:gd name="T36" fmla="*/ 505 w 1457"/>
                    <a:gd name="T37" fmla="*/ 1287 h 1295"/>
                    <a:gd name="T38" fmla="*/ 536 w 1457"/>
                    <a:gd name="T39" fmla="*/ 1295 h 1295"/>
                    <a:gd name="T40" fmla="*/ 601 w 1457"/>
                    <a:gd name="T41" fmla="*/ 1255 h 1295"/>
                    <a:gd name="T42" fmla="*/ 657 w 1457"/>
                    <a:gd name="T43" fmla="*/ 1143 h 1295"/>
                    <a:gd name="T44" fmla="*/ 624 w 1457"/>
                    <a:gd name="T45" fmla="*/ 1046 h 1295"/>
                    <a:gd name="T46" fmla="*/ 592 w 1457"/>
                    <a:gd name="T47" fmla="*/ 1039 h 1295"/>
                    <a:gd name="T48" fmla="*/ 462 w 1457"/>
                    <a:gd name="T49" fmla="*/ 901 h 1295"/>
                    <a:gd name="T50" fmla="*/ 397 w 1457"/>
                    <a:gd name="T51" fmla="*/ 941 h 1295"/>
                    <a:gd name="T52" fmla="*/ 307 w 1457"/>
                    <a:gd name="T53" fmla="*/ 1123 h 1295"/>
                    <a:gd name="T54" fmla="*/ 339 w 1457"/>
                    <a:gd name="T55" fmla="*/ 1219 h 1295"/>
                    <a:gd name="T56" fmla="*/ 339 w 1457"/>
                    <a:gd name="T57" fmla="*/ 1219 h 1295"/>
                    <a:gd name="T58" fmla="*/ 371 w 1457"/>
                    <a:gd name="T59" fmla="*/ 1227 h 1295"/>
                    <a:gd name="T60" fmla="*/ 435 w 1457"/>
                    <a:gd name="T61" fmla="*/ 1187 h 1295"/>
                    <a:gd name="T62" fmla="*/ 526 w 1457"/>
                    <a:gd name="T63" fmla="*/ 1005 h 1295"/>
                    <a:gd name="T64" fmla="*/ 493 w 1457"/>
                    <a:gd name="T65" fmla="*/ 909 h 1295"/>
                    <a:gd name="T66" fmla="*/ 493 w 1457"/>
                    <a:gd name="T67" fmla="*/ 909 h 1295"/>
                    <a:gd name="T68" fmla="*/ 462 w 1457"/>
                    <a:gd name="T69" fmla="*/ 901 h 1295"/>
                    <a:gd name="T70" fmla="*/ 298 w 1457"/>
                    <a:gd name="T71" fmla="*/ 829 h 1295"/>
                    <a:gd name="T72" fmla="*/ 233 w 1457"/>
                    <a:gd name="T73" fmla="*/ 869 h 1295"/>
                    <a:gd name="T74" fmla="*/ 150 w 1457"/>
                    <a:gd name="T75" fmla="*/ 1036 h 1295"/>
                    <a:gd name="T76" fmla="*/ 183 w 1457"/>
                    <a:gd name="T77" fmla="*/ 1132 h 1295"/>
                    <a:gd name="T78" fmla="*/ 215 w 1457"/>
                    <a:gd name="T79" fmla="*/ 1140 h 1295"/>
                    <a:gd name="T80" fmla="*/ 279 w 1457"/>
                    <a:gd name="T81" fmla="*/ 1100 h 1295"/>
                    <a:gd name="T82" fmla="*/ 362 w 1457"/>
                    <a:gd name="T83" fmla="*/ 933 h 1295"/>
                    <a:gd name="T84" fmla="*/ 330 w 1457"/>
                    <a:gd name="T85" fmla="*/ 837 h 1295"/>
                    <a:gd name="T86" fmla="*/ 330 w 1457"/>
                    <a:gd name="T87" fmla="*/ 837 h 1295"/>
                    <a:gd name="T88" fmla="*/ 298 w 1457"/>
                    <a:gd name="T89" fmla="*/ 829 h 1295"/>
                    <a:gd name="T90" fmla="*/ 131 w 1457"/>
                    <a:gd name="T91" fmla="*/ 762 h 1295"/>
                    <a:gd name="T92" fmla="*/ 66 w 1457"/>
                    <a:gd name="T93" fmla="*/ 802 h 1295"/>
                    <a:gd name="T94" fmla="*/ 18 w 1457"/>
                    <a:gd name="T95" fmla="*/ 900 h 1295"/>
                    <a:gd name="T96" fmla="*/ 50 w 1457"/>
                    <a:gd name="T97" fmla="*/ 996 h 1295"/>
                    <a:gd name="T98" fmla="*/ 82 w 1457"/>
                    <a:gd name="T99" fmla="*/ 1004 h 1295"/>
                    <a:gd name="T100" fmla="*/ 146 w 1457"/>
                    <a:gd name="T101" fmla="*/ 964 h 1295"/>
                    <a:gd name="T102" fmla="*/ 195 w 1457"/>
                    <a:gd name="T103" fmla="*/ 866 h 1295"/>
                    <a:gd name="T104" fmla="*/ 162 w 1457"/>
                    <a:gd name="T105" fmla="*/ 770 h 1295"/>
                    <a:gd name="T106" fmla="*/ 131 w 1457"/>
                    <a:gd name="T107" fmla="*/ 762 h 1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57" h="1295">
                      <a:moveTo>
                        <a:pt x="182" y="441"/>
                      </a:moveTo>
                      <a:cubicBezTo>
                        <a:pt x="138" y="419"/>
                        <a:pt x="128" y="361"/>
                        <a:pt x="163" y="326"/>
                      </a:cubicBezTo>
                      <a:cubicBezTo>
                        <a:pt x="484" y="0"/>
                        <a:pt x="654" y="98"/>
                        <a:pt x="724" y="120"/>
                      </a:cubicBezTo>
                      <a:cubicBezTo>
                        <a:pt x="823" y="149"/>
                        <a:pt x="1071" y="278"/>
                        <a:pt x="1145" y="295"/>
                      </a:cubicBezTo>
                      <a:cubicBezTo>
                        <a:pt x="1199" y="308"/>
                        <a:pt x="1348" y="206"/>
                        <a:pt x="1419" y="153"/>
                      </a:cubicBezTo>
                      <a:cubicBezTo>
                        <a:pt x="1435" y="142"/>
                        <a:pt x="1457" y="153"/>
                        <a:pt x="1457" y="172"/>
                      </a:cubicBezTo>
                      <a:cubicBezTo>
                        <a:pt x="1457" y="172"/>
                        <a:pt x="1457" y="172"/>
                        <a:pt x="1457" y="660"/>
                      </a:cubicBezTo>
                      <a:cubicBezTo>
                        <a:pt x="1457" y="666"/>
                        <a:pt x="1454" y="670"/>
                        <a:pt x="1449" y="672"/>
                      </a:cubicBezTo>
                      <a:cubicBezTo>
                        <a:pt x="1449" y="672"/>
                        <a:pt x="1449" y="672"/>
                        <a:pt x="1275" y="716"/>
                      </a:cubicBezTo>
                      <a:cubicBezTo>
                        <a:pt x="1271" y="718"/>
                        <a:pt x="1266" y="717"/>
                        <a:pt x="1263" y="715"/>
                      </a:cubicBezTo>
                      <a:cubicBezTo>
                        <a:pt x="1207" y="679"/>
                        <a:pt x="737" y="382"/>
                        <a:pt x="668" y="358"/>
                      </a:cubicBezTo>
                      <a:cubicBezTo>
                        <a:pt x="614" y="338"/>
                        <a:pt x="510" y="340"/>
                        <a:pt x="462" y="341"/>
                      </a:cubicBezTo>
                      <a:cubicBezTo>
                        <a:pt x="446" y="342"/>
                        <a:pt x="431" y="349"/>
                        <a:pt x="421" y="361"/>
                      </a:cubicBezTo>
                      <a:cubicBezTo>
                        <a:pt x="320" y="472"/>
                        <a:pt x="237" y="468"/>
                        <a:pt x="182" y="441"/>
                      </a:cubicBezTo>
                      <a:close/>
                      <a:moveTo>
                        <a:pt x="592" y="1039"/>
                      </a:moveTo>
                      <a:cubicBezTo>
                        <a:pt x="566" y="1039"/>
                        <a:pt x="541" y="1054"/>
                        <a:pt x="528" y="1079"/>
                      </a:cubicBezTo>
                      <a:cubicBezTo>
                        <a:pt x="472" y="1191"/>
                        <a:pt x="472" y="1191"/>
                        <a:pt x="472" y="1191"/>
                      </a:cubicBezTo>
                      <a:cubicBezTo>
                        <a:pt x="455" y="1227"/>
                        <a:pt x="469" y="1270"/>
                        <a:pt x="505" y="1287"/>
                      </a:cubicBezTo>
                      <a:cubicBezTo>
                        <a:pt x="505" y="1287"/>
                        <a:pt x="505" y="1287"/>
                        <a:pt x="505" y="1287"/>
                      </a:cubicBezTo>
                      <a:cubicBezTo>
                        <a:pt x="515" y="1292"/>
                        <a:pt x="526" y="1295"/>
                        <a:pt x="536" y="1295"/>
                      </a:cubicBezTo>
                      <a:cubicBezTo>
                        <a:pt x="563" y="1295"/>
                        <a:pt x="588" y="1280"/>
                        <a:pt x="601" y="1255"/>
                      </a:cubicBezTo>
                      <a:cubicBezTo>
                        <a:pt x="657" y="1143"/>
                        <a:pt x="657" y="1143"/>
                        <a:pt x="657" y="1143"/>
                      </a:cubicBezTo>
                      <a:cubicBezTo>
                        <a:pt x="674" y="1107"/>
                        <a:pt x="660" y="1064"/>
                        <a:pt x="624" y="1046"/>
                      </a:cubicBezTo>
                      <a:cubicBezTo>
                        <a:pt x="614" y="1041"/>
                        <a:pt x="603" y="1039"/>
                        <a:pt x="592" y="1039"/>
                      </a:cubicBezTo>
                      <a:moveTo>
                        <a:pt x="462" y="901"/>
                      </a:moveTo>
                      <a:cubicBezTo>
                        <a:pt x="435" y="901"/>
                        <a:pt x="410" y="916"/>
                        <a:pt x="397" y="941"/>
                      </a:cubicBezTo>
                      <a:cubicBezTo>
                        <a:pt x="307" y="1123"/>
                        <a:pt x="307" y="1123"/>
                        <a:pt x="307" y="1123"/>
                      </a:cubicBezTo>
                      <a:cubicBezTo>
                        <a:pt x="289" y="1159"/>
                        <a:pt x="304" y="1202"/>
                        <a:pt x="339" y="1219"/>
                      </a:cubicBezTo>
                      <a:cubicBezTo>
                        <a:pt x="339" y="1219"/>
                        <a:pt x="339" y="1219"/>
                        <a:pt x="339" y="1219"/>
                      </a:cubicBezTo>
                      <a:cubicBezTo>
                        <a:pt x="350" y="1224"/>
                        <a:pt x="360" y="1227"/>
                        <a:pt x="371" y="1227"/>
                      </a:cubicBezTo>
                      <a:cubicBezTo>
                        <a:pt x="397" y="1227"/>
                        <a:pt x="423" y="1212"/>
                        <a:pt x="435" y="1187"/>
                      </a:cubicBezTo>
                      <a:cubicBezTo>
                        <a:pt x="526" y="1005"/>
                        <a:pt x="526" y="1005"/>
                        <a:pt x="526" y="1005"/>
                      </a:cubicBezTo>
                      <a:cubicBezTo>
                        <a:pt x="543" y="970"/>
                        <a:pt x="529" y="927"/>
                        <a:pt x="493" y="909"/>
                      </a:cubicBezTo>
                      <a:cubicBezTo>
                        <a:pt x="493" y="909"/>
                        <a:pt x="493" y="909"/>
                        <a:pt x="493" y="909"/>
                      </a:cubicBezTo>
                      <a:cubicBezTo>
                        <a:pt x="483" y="904"/>
                        <a:pt x="472" y="901"/>
                        <a:pt x="462" y="901"/>
                      </a:cubicBezTo>
                      <a:moveTo>
                        <a:pt x="298" y="829"/>
                      </a:moveTo>
                      <a:cubicBezTo>
                        <a:pt x="271" y="829"/>
                        <a:pt x="246" y="844"/>
                        <a:pt x="233" y="869"/>
                      </a:cubicBezTo>
                      <a:cubicBezTo>
                        <a:pt x="150" y="1036"/>
                        <a:pt x="150" y="1036"/>
                        <a:pt x="150" y="1036"/>
                      </a:cubicBezTo>
                      <a:cubicBezTo>
                        <a:pt x="133" y="1072"/>
                        <a:pt x="147" y="1115"/>
                        <a:pt x="183" y="1132"/>
                      </a:cubicBezTo>
                      <a:cubicBezTo>
                        <a:pt x="193" y="1138"/>
                        <a:pt x="204" y="1140"/>
                        <a:pt x="215" y="1140"/>
                      </a:cubicBezTo>
                      <a:cubicBezTo>
                        <a:pt x="241" y="1140"/>
                        <a:pt x="266" y="1125"/>
                        <a:pt x="279" y="1100"/>
                      </a:cubicBezTo>
                      <a:cubicBezTo>
                        <a:pt x="362" y="933"/>
                        <a:pt x="362" y="933"/>
                        <a:pt x="362" y="933"/>
                      </a:cubicBezTo>
                      <a:cubicBezTo>
                        <a:pt x="379" y="898"/>
                        <a:pt x="365" y="855"/>
                        <a:pt x="330" y="837"/>
                      </a:cubicBezTo>
                      <a:cubicBezTo>
                        <a:pt x="330" y="837"/>
                        <a:pt x="330" y="837"/>
                        <a:pt x="330" y="837"/>
                      </a:cubicBezTo>
                      <a:cubicBezTo>
                        <a:pt x="319" y="832"/>
                        <a:pt x="308" y="829"/>
                        <a:pt x="298" y="829"/>
                      </a:cubicBezTo>
                      <a:moveTo>
                        <a:pt x="131" y="762"/>
                      </a:moveTo>
                      <a:cubicBezTo>
                        <a:pt x="104" y="762"/>
                        <a:pt x="79" y="777"/>
                        <a:pt x="66" y="802"/>
                      </a:cubicBezTo>
                      <a:cubicBezTo>
                        <a:pt x="18" y="900"/>
                        <a:pt x="18" y="900"/>
                        <a:pt x="18" y="900"/>
                      </a:cubicBezTo>
                      <a:cubicBezTo>
                        <a:pt x="0" y="936"/>
                        <a:pt x="14" y="979"/>
                        <a:pt x="50" y="996"/>
                      </a:cubicBezTo>
                      <a:cubicBezTo>
                        <a:pt x="60" y="1002"/>
                        <a:pt x="71" y="1004"/>
                        <a:pt x="82" y="1004"/>
                      </a:cubicBezTo>
                      <a:cubicBezTo>
                        <a:pt x="108" y="1004"/>
                        <a:pt x="133" y="989"/>
                        <a:pt x="146" y="964"/>
                      </a:cubicBezTo>
                      <a:cubicBezTo>
                        <a:pt x="195" y="866"/>
                        <a:pt x="195" y="866"/>
                        <a:pt x="195" y="866"/>
                      </a:cubicBezTo>
                      <a:cubicBezTo>
                        <a:pt x="212" y="830"/>
                        <a:pt x="198" y="787"/>
                        <a:pt x="162" y="770"/>
                      </a:cubicBezTo>
                      <a:cubicBezTo>
                        <a:pt x="152" y="765"/>
                        <a:pt x="141" y="762"/>
                        <a:pt x="131" y="762"/>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66" name="Freeform 6">
                  <a:extLst>
                    <a:ext uri="{FF2B5EF4-FFF2-40B4-BE49-F238E27FC236}">
                      <a16:creationId xmlns:a16="http://schemas.microsoft.com/office/drawing/2014/main" id="{96C09F45-FE87-A9D8-A596-DB4B91CED474}"/>
                    </a:ext>
                  </a:extLst>
                </p:cNvPr>
                <p:cNvSpPr>
                  <a:spLocks/>
                </p:cNvSpPr>
                <p:nvPr/>
              </p:nvSpPr>
              <p:spPr bwMode="auto">
                <a:xfrm>
                  <a:off x="2251" y="921"/>
                  <a:ext cx="3007" cy="2422"/>
                </a:xfrm>
                <a:custGeom>
                  <a:avLst/>
                  <a:gdLst>
                    <a:gd name="T0" fmla="*/ 262 w 1605"/>
                    <a:gd name="T1" fmla="*/ 725 h 1292"/>
                    <a:gd name="T2" fmla="*/ 15 w 1605"/>
                    <a:gd name="T3" fmla="*/ 587 h 1292"/>
                    <a:gd name="T4" fmla="*/ 0 w 1605"/>
                    <a:gd name="T5" fmla="*/ 37 h 1292"/>
                    <a:gd name="T6" fmla="*/ 36 w 1605"/>
                    <a:gd name="T7" fmla="*/ 0 h 1292"/>
                    <a:gd name="T8" fmla="*/ 155 w 1605"/>
                    <a:gd name="T9" fmla="*/ 96 h 1292"/>
                    <a:gd name="T10" fmla="*/ 324 w 1605"/>
                    <a:gd name="T11" fmla="*/ 190 h 1292"/>
                    <a:gd name="T12" fmla="*/ 364 w 1605"/>
                    <a:gd name="T13" fmla="*/ 178 h 1292"/>
                    <a:gd name="T14" fmla="*/ 366 w 1605"/>
                    <a:gd name="T15" fmla="*/ 207 h 1292"/>
                    <a:gd name="T16" fmla="*/ 324 w 1605"/>
                    <a:gd name="T17" fmla="*/ 226 h 1292"/>
                    <a:gd name="T18" fmla="*/ 36 w 1605"/>
                    <a:gd name="T19" fmla="*/ 36 h 1292"/>
                    <a:gd name="T20" fmla="*/ 1538 w 1605"/>
                    <a:gd name="T21" fmla="*/ 719 h 1292"/>
                    <a:gd name="T22" fmla="*/ 785 w 1605"/>
                    <a:gd name="T23" fmla="*/ 307 h 1292"/>
                    <a:gd name="T24" fmla="*/ 1544 w 1605"/>
                    <a:gd name="T25" fmla="*/ 848 h 1292"/>
                    <a:gd name="T26" fmla="*/ 1482 w 1605"/>
                    <a:gd name="T27" fmla="*/ 883 h 1292"/>
                    <a:gd name="T28" fmla="*/ 1236 w 1605"/>
                    <a:gd name="T29" fmla="*/ 747 h 1292"/>
                    <a:gd name="T30" fmla="*/ 1210 w 1605"/>
                    <a:gd name="T31" fmla="*/ 752 h 1292"/>
                    <a:gd name="T32" fmla="*/ 1380 w 1605"/>
                    <a:gd name="T33" fmla="*/ 881 h 1292"/>
                    <a:gd name="T34" fmla="*/ 1345 w 1605"/>
                    <a:gd name="T35" fmla="*/ 1015 h 1292"/>
                    <a:gd name="T36" fmla="*/ 1123 w 1605"/>
                    <a:gd name="T37" fmla="*/ 893 h 1292"/>
                    <a:gd name="T38" fmla="*/ 1098 w 1605"/>
                    <a:gd name="T39" fmla="*/ 898 h 1292"/>
                    <a:gd name="T40" fmla="*/ 1229 w 1605"/>
                    <a:gd name="T41" fmla="*/ 1002 h 1292"/>
                    <a:gd name="T42" fmla="*/ 1253 w 1605"/>
                    <a:gd name="T43" fmla="*/ 1100 h 1292"/>
                    <a:gd name="T44" fmla="*/ 1155 w 1605"/>
                    <a:gd name="T45" fmla="*/ 1124 h 1292"/>
                    <a:gd name="T46" fmla="*/ 986 w 1605"/>
                    <a:gd name="T47" fmla="*/ 1044 h 1292"/>
                    <a:gd name="T48" fmla="*/ 992 w 1605"/>
                    <a:gd name="T49" fmla="*/ 1075 h 1292"/>
                    <a:gd name="T50" fmla="*/ 1097 w 1605"/>
                    <a:gd name="T51" fmla="*/ 1222 h 1292"/>
                    <a:gd name="T52" fmla="*/ 998 w 1605"/>
                    <a:gd name="T53" fmla="*/ 1246 h 1292"/>
                    <a:gd name="T54" fmla="*/ 862 w 1605"/>
                    <a:gd name="T55" fmla="*/ 1206 h 1292"/>
                    <a:gd name="T56" fmla="*/ 1035 w 1605"/>
                    <a:gd name="T57" fmla="*/ 1292 h 1292"/>
                    <a:gd name="T58" fmla="*/ 1139 w 1605"/>
                    <a:gd name="T59" fmla="*/ 1157 h 1292"/>
                    <a:gd name="T60" fmla="*/ 1284 w 1605"/>
                    <a:gd name="T61" fmla="*/ 1119 h 1292"/>
                    <a:gd name="T62" fmla="*/ 1345 w 1605"/>
                    <a:gd name="T63" fmla="*/ 1051 h 1292"/>
                    <a:gd name="T64" fmla="*/ 1450 w 1605"/>
                    <a:gd name="T65" fmla="*/ 917 h 1292"/>
                    <a:gd name="T66" fmla="*/ 1482 w 1605"/>
                    <a:gd name="T67" fmla="*/ 919 h 1292"/>
                    <a:gd name="T68" fmla="*/ 1538 w 1605"/>
                    <a:gd name="T69" fmla="*/ 719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5" h="1292">
                      <a:moveTo>
                        <a:pt x="36" y="558"/>
                      </a:moveTo>
                      <a:cubicBezTo>
                        <a:pt x="262" y="725"/>
                        <a:pt x="262" y="725"/>
                        <a:pt x="262" y="725"/>
                      </a:cubicBezTo>
                      <a:cubicBezTo>
                        <a:pt x="246" y="757"/>
                        <a:pt x="246" y="757"/>
                        <a:pt x="246" y="757"/>
                      </a:cubicBezTo>
                      <a:cubicBezTo>
                        <a:pt x="15" y="587"/>
                        <a:pt x="15" y="587"/>
                        <a:pt x="15" y="587"/>
                      </a:cubicBezTo>
                      <a:cubicBezTo>
                        <a:pt x="6" y="580"/>
                        <a:pt x="0" y="569"/>
                        <a:pt x="0" y="558"/>
                      </a:cubicBezTo>
                      <a:cubicBezTo>
                        <a:pt x="0" y="37"/>
                        <a:pt x="0" y="37"/>
                        <a:pt x="0" y="37"/>
                      </a:cubicBezTo>
                      <a:cubicBezTo>
                        <a:pt x="0" y="24"/>
                        <a:pt x="7" y="11"/>
                        <a:pt x="18" y="5"/>
                      </a:cubicBezTo>
                      <a:cubicBezTo>
                        <a:pt x="24" y="1"/>
                        <a:pt x="30" y="0"/>
                        <a:pt x="36" y="0"/>
                      </a:cubicBezTo>
                      <a:cubicBezTo>
                        <a:pt x="45" y="0"/>
                        <a:pt x="54" y="3"/>
                        <a:pt x="61" y="9"/>
                      </a:cubicBezTo>
                      <a:cubicBezTo>
                        <a:pt x="155" y="96"/>
                        <a:pt x="155" y="96"/>
                        <a:pt x="155" y="96"/>
                      </a:cubicBezTo>
                      <a:cubicBezTo>
                        <a:pt x="156" y="97"/>
                        <a:pt x="156" y="97"/>
                        <a:pt x="156" y="97"/>
                      </a:cubicBezTo>
                      <a:cubicBezTo>
                        <a:pt x="182" y="123"/>
                        <a:pt x="263" y="190"/>
                        <a:pt x="324" y="190"/>
                      </a:cubicBezTo>
                      <a:cubicBezTo>
                        <a:pt x="336" y="190"/>
                        <a:pt x="346" y="187"/>
                        <a:pt x="355" y="182"/>
                      </a:cubicBezTo>
                      <a:cubicBezTo>
                        <a:pt x="358" y="180"/>
                        <a:pt x="361" y="179"/>
                        <a:pt x="364" y="178"/>
                      </a:cubicBezTo>
                      <a:cubicBezTo>
                        <a:pt x="413" y="161"/>
                        <a:pt x="413" y="161"/>
                        <a:pt x="413" y="161"/>
                      </a:cubicBezTo>
                      <a:cubicBezTo>
                        <a:pt x="397" y="176"/>
                        <a:pt x="382" y="191"/>
                        <a:pt x="366" y="207"/>
                      </a:cubicBezTo>
                      <a:cubicBezTo>
                        <a:pt x="361" y="212"/>
                        <a:pt x="357" y="217"/>
                        <a:pt x="353" y="222"/>
                      </a:cubicBezTo>
                      <a:cubicBezTo>
                        <a:pt x="344" y="225"/>
                        <a:pt x="334" y="226"/>
                        <a:pt x="324" y="226"/>
                      </a:cubicBezTo>
                      <a:cubicBezTo>
                        <a:pt x="234" y="226"/>
                        <a:pt x="131" y="123"/>
                        <a:pt x="131" y="123"/>
                      </a:cubicBezTo>
                      <a:cubicBezTo>
                        <a:pt x="36" y="36"/>
                        <a:pt x="36" y="36"/>
                        <a:pt x="36" y="36"/>
                      </a:cubicBezTo>
                      <a:lnTo>
                        <a:pt x="36" y="558"/>
                      </a:lnTo>
                      <a:close/>
                      <a:moveTo>
                        <a:pt x="1538" y="719"/>
                      </a:moveTo>
                      <a:cubicBezTo>
                        <a:pt x="868" y="315"/>
                        <a:pt x="868" y="315"/>
                        <a:pt x="868" y="315"/>
                      </a:cubicBezTo>
                      <a:cubicBezTo>
                        <a:pt x="850" y="312"/>
                        <a:pt x="824" y="309"/>
                        <a:pt x="785" y="307"/>
                      </a:cubicBezTo>
                      <a:cubicBezTo>
                        <a:pt x="1520" y="750"/>
                        <a:pt x="1520" y="750"/>
                        <a:pt x="1520" y="750"/>
                      </a:cubicBezTo>
                      <a:cubicBezTo>
                        <a:pt x="1553" y="770"/>
                        <a:pt x="1564" y="814"/>
                        <a:pt x="1544" y="848"/>
                      </a:cubicBezTo>
                      <a:cubicBezTo>
                        <a:pt x="1544" y="848"/>
                        <a:pt x="1544" y="848"/>
                        <a:pt x="1544" y="848"/>
                      </a:cubicBezTo>
                      <a:cubicBezTo>
                        <a:pt x="1531" y="871"/>
                        <a:pt x="1507" y="883"/>
                        <a:pt x="1482" y="883"/>
                      </a:cubicBezTo>
                      <a:cubicBezTo>
                        <a:pt x="1470" y="883"/>
                        <a:pt x="1457" y="880"/>
                        <a:pt x="1446" y="873"/>
                      </a:cubicBezTo>
                      <a:cubicBezTo>
                        <a:pt x="1236" y="747"/>
                        <a:pt x="1236" y="747"/>
                        <a:pt x="1236" y="747"/>
                      </a:cubicBezTo>
                      <a:cubicBezTo>
                        <a:pt x="1227" y="741"/>
                        <a:pt x="1216" y="743"/>
                        <a:pt x="1210" y="752"/>
                      </a:cubicBezTo>
                      <a:cubicBezTo>
                        <a:pt x="1210" y="752"/>
                        <a:pt x="1210" y="752"/>
                        <a:pt x="1210" y="752"/>
                      </a:cubicBezTo>
                      <a:cubicBezTo>
                        <a:pt x="1202" y="761"/>
                        <a:pt x="1205" y="775"/>
                        <a:pt x="1215" y="781"/>
                      </a:cubicBezTo>
                      <a:cubicBezTo>
                        <a:pt x="1380" y="881"/>
                        <a:pt x="1380" y="881"/>
                        <a:pt x="1380" y="881"/>
                      </a:cubicBezTo>
                      <a:cubicBezTo>
                        <a:pt x="1414" y="901"/>
                        <a:pt x="1427" y="947"/>
                        <a:pt x="1406" y="981"/>
                      </a:cubicBezTo>
                      <a:cubicBezTo>
                        <a:pt x="1393" y="1003"/>
                        <a:pt x="1369" y="1015"/>
                        <a:pt x="1345" y="1015"/>
                      </a:cubicBezTo>
                      <a:cubicBezTo>
                        <a:pt x="1332" y="1015"/>
                        <a:pt x="1320" y="1012"/>
                        <a:pt x="1308" y="1005"/>
                      </a:cubicBezTo>
                      <a:cubicBezTo>
                        <a:pt x="1123" y="893"/>
                        <a:pt x="1123" y="893"/>
                        <a:pt x="1123" y="893"/>
                      </a:cubicBezTo>
                      <a:cubicBezTo>
                        <a:pt x="1115" y="888"/>
                        <a:pt x="1104" y="890"/>
                        <a:pt x="1098" y="898"/>
                      </a:cubicBezTo>
                      <a:cubicBezTo>
                        <a:pt x="1098" y="898"/>
                        <a:pt x="1098" y="898"/>
                        <a:pt x="1098" y="898"/>
                      </a:cubicBezTo>
                      <a:cubicBezTo>
                        <a:pt x="1091" y="907"/>
                        <a:pt x="1093" y="920"/>
                        <a:pt x="1103" y="926"/>
                      </a:cubicBezTo>
                      <a:cubicBezTo>
                        <a:pt x="1229" y="1002"/>
                        <a:pt x="1229" y="1002"/>
                        <a:pt x="1229" y="1002"/>
                      </a:cubicBezTo>
                      <a:cubicBezTo>
                        <a:pt x="1263" y="1022"/>
                        <a:pt x="1274" y="1066"/>
                        <a:pt x="1253" y="1100"/>
                      </a:cubicBezTo>
                      <a:cubicBezTo>
                        <a:pt x="1253" y="1100"/>
                        <a:pt x="1253" y="1100"/>
                        <a:pt x="1253" y="1100"/>
                      </a:cubicBezTo>
                      <a:cubicBezTo>
                        <a:pt x="1240" y="1122"/>
                        <a:pt x="1216" y="1135"/>
                        <a:pt x="1192" y="1135"/>
                      </a:cubicBezTo>
                      <a:cubicBezTo>
                        <a:pt x="1179" y="1135"/>
                        <a:pt x="1167" y="1131"/>
                        <a:pt x="1155" y="1124"/>
                      </a:cubicBezTo>
                      <a:cubicBezTo>
                        <a:pt x="1013" y="1039"/>
                        <a:pt x="1013" y="1039"/>
                        <a:pt x="1013" y="1039"/>
                      </a:cubicBezTo>
                      <a:cubicBezTo>
                        <a:pt x="1004" y="1033"/>
                        <a:pt x="992" y="1036"/>
                        <a:pt x="986" y="1044"/>
                      </a:cubicBezTo>
                      <a:cubicBezTo>
                        <a:pt x="986" y="1044"/>
                        <a:pt x="986" y="1044"/>
                        <a:pt x="986" y="1044"/>
                      </a:cubicBezTo>
                      <a:cubicBezTo>
                        <a:pt x="978" y="1054"/>
                        <a:pt x="981" y="1068"/>
                        <a:pt x="992" y="1075"/>
                      </a:cubicBezTo>
                      <a:cubicBezTo>
                        <a:pt x="1071" y="1122"/>
                        <a:pt x="1071" y="1122"/>
                        <a:pt x="1071" y="1122"/>
                      </a:cubicBezTo>
                      <a:cubicBezTo>
                        <a:pt x="1105" y="1143"/>
                        <a:pt x="1117" y="1188"/>
                        <a:pt x="1097" y="1222"/>
                      </a:cubicBezTo>
                      <a:cubicBezTo>
                        <a:pt x="1083" y="1244"/>
                        <a:pt x="1059" y="1256"/>
                        <a:pt x="1035" y="1256"/>
                      </a:cubicBezTo>
                      <a:cubicBezTo>
                        <a:pt x="1023" y="1256"/>
                        <a:pt x="1010" y="1253"/>
                        <a:pt x="998" y="1246"/>
                      </a:cubicBezTo>
                      <a:cubicBezTo>
                        <a:pt x="884" y="1177"/>
                        <a:pt x="884" y="1177"/>
                        <a:pt x="884" y="1177"/>
                      </a:cubicBezTo>
                      <a:cubicBezTo>
                        <a:pt x="862" y="1206"/>
                        <a:pt x="862" y="1206"/>
                        <a:pt x="862" y="1206"/>
                      </a:cubicBezTo>
                      <a:cubicBezTo>
                        <a:pt x="980" y="1277"/>
                        <a:pt x="980" y="1277"/>
                        <a:pt x="980" y="1277"/>
                      </a:cubicBezTo>
                      <a:cubicBezTo>
                        <a:pt x="997" y="1287"/>
                        <a:pt x="1016" y="1292"/>
                        <a:pt x="1035" y="1292"/>
                      </a:cubicBezTo>
                      <a:cubicBezTo>
                        <a:pt x="1073" y="1292"/>
                        <a:pt x="1108" y="1272"/>
                        <a:pt x="1128" y="1240"/>
                      </a:cubicBezTo>
                      <a:cubicBezTo>
                        <a:pt x="1143" y="1214"/>
                        <a:pt x="1147" y="1184"/>
                        <a:pt x="1139" y="1157"/>
                      </a:cubicBezTo>
                      <a:cubicBezTo>
                        <a:pt x="1155" y="1166"/>
                        <a:pt x="1174" y="1171"/>
                        <a:pt x="1192" y="1171"/>
                      </a:cubicBezTo>
                      <a:cubicBezTo>
                        <a:pt x="1230" y="1171"/>
                        <a:pt x="1265" y="1151"/>
                        <a:pt x="1284" y="1119"/>
                      </a:cubicBezTo>
                      <a:cubicBezTo>
                        <a:pt x="1299" y="1094"/>
                        <a:pt x="1303" y="1066"/>
                        <a:pt x="1297" y="1040"/>
                      </a:cubicBezTo>
                      <a:cubicBezTo>
                        <a:pt x="1312" y="1047"/>
                        <a:pt x="1328" y="1051"/>
                        <a:pt x="1345" y="1051"/>
                      </a:cubicBezTo>
                      <a:cubicBezTo>
                        <a:pt x="1383" y="1051"/>
                        <a:pt x="1418" y="1031"/>
                        <a:pt x="1437" y="999"/>
                      </a:cubicBezTo>
                      <a:cubicBezTo>
                        <a:pt x="1452" y="974"/>
                        <a:pt x="1457" y="945"/>
                        <a:pt x="1450" y="917"/>
                      </a:cubicBezTo>
                      <a:cubicBezTo>
                        <a:pt x="1449" y="916"/>
                        <a:pt x="1449" y="915"/>
                        <a:pt x="1449" y="913"/>
                      </a:cubicBezTo>
                      <a:cubicBezTo>
                        <a:pt x="1459" y="917"/>
                        <a:pt x="1471" y="919"/>
                        <a:pt x="1482" y="919"/>
                      </a:cubicBezTo>
                      <a:cubicBezTo>
                        <a:pt x="1520" y="919"/>
                        <a:pt x="1555" y="899"/>
                        <a:pt x="1575" y="867"/>
                      </a:cubicBezTo>
                      <a:cubicBezTo>
                        <a:pt x="1605" y="816"/>
                        <a:pt x="1589" y="750"/>
                        <a:pt x="1538" y="7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0" name="Grupo 169">
              <a:extLst>
                <a:ext uri="{FF2B5EF4-FFF2-40B4-BE49-F238E27FC236}">
                  <a16:creationId xmlns:a16="http://schemas.microsoft.com/office/drawing/2014/main" id="{3323E127-6B97-D300-C9EA-36AE3240262B}"/>
                </a:ext>
              </a:extLst>
            </p:cNvPr>
            <p:cNvGrpSpPr/>
            <p:nvPr/>
          </p:nvGrpSpPr>
          <p:grpSpPr>
            <a:xfrm>
              <a:off x="9743548" y="1494503"/>
              <a:ext cx="972002" cy="1122694"/>
              <a:chOff x="9330091" y="1669461"/>
              <a:chExt cx="1047299" cy="1122694"/>
            </a:xfrm>
          </p:grpSpPr>
          <p:sp>
            <p:nvSpPr>
              <p:cNvPr id="216" name="Rectangle: Rounded Corners 215">
                <a:extLst>
                  <a:ext uri="{FF2B5EF4-FFF2-40B4-BE49-F238E27FC236}">
                    <a16:creationId xmlns:a16="http://schemas.microsoft.com/office/drawing/2014/main" id="{A84B4708-82AB-B886-A580-321B6C8A82D7}"/>
                  </a:ext>
                </a:extLst>
              </p:cNvPr>
              <p:cNvSpPr/>
              <p:nvPr/>
            </p:nvSpPr>
            <p:spPr>
              <a:xfrm>
                <a:off x="93950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Sistemas TI</a:t>
                </a:r>
              </a:p>
            </p:txBody>
          </p:sp>
          <p:sp>
            <p:nvSpPr>
              <p:cNvPr id="223" name="Oval 20">
                <a:extLst>
                  <a:ext uri="{FF2B5EF4-FFF2-40B4-BE49-F238E27FC236}">
                    <a16:creationId xmlns:a16="http://schemas.microsoft.com/office/drawing/2014/main" id="{AF3B10B5-718D-69AB-351D-9FF71D87337C}"/>
                  </a:ext>
                </a:extLst>
              </p:cNvPr>
              <p:cNvSpPr>
                <a:spLocks noChangeAspect="1" noChangeArrowheads="1"/>
              </p:cNvSpPr>
              <p:nvPr/>
            </p:nvSpPr>
            <p:spPr bwMode="auto">
              <a:xfrm>
                <a:off x="93300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12</a:t>
                </a:r>
              </a:p>
            </p:txBody>
          </p:sp>
          <p:grpSp>
            <p:nvGrpSpPr>
              <p:cNvPr id="267" name="bcgIcons_Open Ecosystem ">
                <a:extLst>
                  <a:ext uri="{FF2B5EF4-FFF2-40B4-BE49-F238E27FC236}">
                    <a16:creationId xmlns:a16="http://schemas.microsoft.com/office/drawing/2014/main" id="{246DE3F2-EC29-4B5D-C058-339DE785A951}"/>
                  </a:ext>
                </a:extLst>
              </p:cNvPr>
              <p:cNvGrpSpPr>
                <a:grpSpLocks noChangeAspect="1"/>
              </p:cNvGrpSpPr>
              <p:nvPr/>
            </p:nvGrpSpPr>
            <p:grpSpPr bwMode="auto">
              <a:xfrm>
                <a:off x="9677187" y="1827711"/>
                <a:ext cx="418067" cy="418454"/>
                <a:chOff x="1682" y="0"/>
                <a:chExt cx="4316" cy="4320"/>
              </a:xfrm>
            </p:grpSpPr>
            <p:sp>
              <p:nvSpPr>
                <p:cNvPr id="268" name="AutoShape 3">
                  <a:extLst>
                    <a:ext uri="{FF2B5EF4-FFF2-40B4-BE49-F238E27FC236}">
                      <a16:creationId xmlns:a16="http://schemas.microsoft.com/office/drawing/2014/main" id="{F0328B96-B1FD-CD7B-3395-F5E6D0A084E6}"/>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69" name="Freeform 5">
                  <a:extLst>
                    <a:ext uri="{FF2B5EF4-FFF2-40B4-BE49-F238E27FC236}">
                      <a16:creationId xmlns:a16="http://schemas.microsoft.com/office/drawing/2014/main" id="{BFA21F42-3934-D5AD-618B-D3507D8A139D}"/>
                    </a:ext>
                  </a:extLst>
                </p:cNvPr>
                <p:cNvSpPr>
                  <a:spLocks/>
                </p:cNvSpPr>
                <p:nvPr/>
              </p:nvSpPr>
              <p:spPr bwMode="auto">
                <a:xfrm>
                  <a:off x="2250" y="351"/>
                  <a:ext cx="3177" cy="3615"/>
                </a:xfrm>
                <a:custGeom>
                  <a:avLst/>
                  <a:gdLst>
                    <a:gd name="T0" fmla="*/ 1394 w 1696"/>
                    <a:gd name="T1" fmla="*/ 1637 h 1928"/>
                    <a:gd name="T2" fmla="*/ 924 w 1696"/>
                    <a:gd name="T3" fmla="*/ 1891 h 1928"/>
                    <a:gd name="T4" fmla="*/ 908 w 1696"/>
                    <a:gd name="T5" fmla="*/ 1928 h 1928"/>
                    <a:gd name="T6" fmla="*/ 796 w 1696"/>
                    <a:gd name="T7" fmla="*/ 1823 h 1928"/>
                    <a:gd name="T8" fmla="*/ 895 w 1696"/>
                    <a:gd name="T9" fmla="*/ 1695 h 1928"/>
                    <a:gd name="T10" fmla="*/ 926 w 1696"/>
                    <a:gd name="T11" fmla="*/ 1726 h 1928"/>
                    <a:gd name="T12" fmla="*/ 1650 w 1696"/>
                    <a:gd name="T13" fmla="*/ 1143 h 1928"/>
                    <a:gd name="T14" fmla="*/ 1693 w 1696"/>
                    <a:gd name="T15" fmla="*/ 1152 h 1928"/>
                    <a:gd name="T16" fmla="*/ 804 w 1696"/>
                    <a:gd name="T17" fmla="*/ 8 h 1928"/>
                    <a:gd name="T18" fmla="*/ 772 w 1696"/>
                    <a:gd name="T19" fmla="*/ 39 h 1928"/>
                    <a:gd name="T20" fmla="*/ 302 w 1696"/>
                    <a:gd name="T21" fmla="*/ 293 h 1928"/>
                    <a:gd name="T22" fmla="*/ 19 w 1696"/>
                    <a:gd name="T23" fmla="*/ 804 h 1928"/>
                    <a:gd name="T24" fmla="*/ 46 w 1696"/>
                    <a:gd name="T25" fmla="*/ 787 h 1928"/>
                    <a:gd name="T26" fmla="*/ 770 w 1696"/>
                    <a:gd name="T27" fmla="*/ 204 h 1928"/>
                    <a:gd name="T28" fmla="*/ 786 w 1696"/>
                    <a:gd name="T29" fmla="*/ 241 h 1928"/>
                    <a:gd name="T30" fmla="*/ 900 w 1696"/>
                    <a:gd name="T31" fmla="*/ 139 h 1928"/>
                    <a:gd name="T32" fmla="*/ 1031 w 1696"/>
                    <a:gd name="T33" fmla="*/ 1376 h 1928"/>
                    <a:gd name="T34" fmla="*/ 945 w 1696"/>
                    <a:gd name="T35" fmla="*/ 1282 h 1928"/>
                    <a:gd name="T36" fmla="*/ 1397 w 1696"/>
                    <a:gd name="T37" fmla="*/ 1268 h 1928"/>
                    <a:gd name="T38" fmla="*/ 1419 w 1696"/>
                    <a:gd name="T39" fmla="*/ 636 h 1928"/>
                    <a:gd name="T40" fmla="*/ 303 w 1696"/>
                    <a:gd name="T41" fmla="*/ 614 h 1928"/>
                    <a:gd name="T42" fmla="*/ 281 w 1696"/>
                    <a:gd name="T43" fmla="*/ 1246 h 1928"/>
                    <a:gd name="T44" fmla="*/ 754 w 1696"/>
                    <a:gd name="T45" fmla="*/ 1268 h 1928"/>
                    <a:gd name="T46" fmla="*/ 675 w 1696"/>
                    <a:gd name="T47" fmla="*/ 1352 h 1928"/>
                    <a:gd name="T48" fmla="*/ 689 w 1696"/>
                    <a:gd name="T49" fmla="*/ 1390 h 1928"/>
                    <a:gd name="T50" fmla="*/ 1031 w 1696"/>
                    <a:gd name="T51" fmla="*/ 1376 h 1928"/>
                    <a:gd name="T52" fmla="*/ 798 w 1696"/>
                    <a:gd name="T53" fmla="*/ 1293 h 1928"/>
                    <a:gd name="T54" fmla="*/ 776 w 1696"/>
                    <a:gd name="T55" fmla="*/ 1224 h 1928"/>
                    <a:gd name="T56" fmla="*/ 325 w 1696"/>
                    <a:gd name="T57" fmla="*/ 658 h 1928"/>
                    <a:gd name="T58" fmla="*/ 1375 w 1696"/>
                    <a:gd name="T59" fmla="*/ 1224 h 1928"/>
                    <a:gd name="T60" fmla="*/ 901 w 1696"/>
                    <a:gd name="T61" fmla="*/ 1246 h 1928"/>
                    <a:gd name="T62" fmla="*/ 909 w 1696"/>
                    <a:gd name="T63" fmla="*/ 1309 h 1928"/>
                    <a:gd name="T64" fmla="*/ 748 w 1696"/>
                    <a:gd name="T65" fmla="*/ 1346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6"/>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moveTo>
                        <a:pt x="1031" y="1376"/>
                      </a:moveTo>
                      <a:cubicBezTo>
                        <a:pt x="1034" y="1367"/>
                        <a:pt x="1032" y="1358"/>
                        <a:pt x="1025" y="1352"/>
                      </a:cubicBezTo>
                      <a:cubicBezTo>
                        <a:pt x="945" y="1282"/>
                        <a:pt x="945" y="1282"/>
                        <a:pt x="945" y="1282"/>
                      </a:cubicBezTo>
                      <a:cubicBezTo>
                        <a:pt x="945" y="1268"/>
                        <a:pt x="945" y="1268"/>
                        <a:pt x="945" y="1268"/>
                      </a:cubicBezTo>
                      <a:cubicBezTo>
                        <a:pt x="1397" y="1268"/>
                        <a:pt x="1397" y="1268"/>
                        <a:pt x="1397" y="1268"/>
                      </a:cubicBezTo>
                      <a:cubicBezTo>
                        <a:pt x="1409" y="1268"/>
                        <a:pt x="1419" y="1258"/>
                        <a:pt x="1419" y="1246"/>
                      </a:cubicBezTo>
                      <a:cubicBezTo>
                        <a:pt x="1419" y="636"/>
                        <a:pt x="1419" y="636"/>
                        <a:pt x="1419" y="636"/>
                      </a:cubicBezTo>
                      <a:cubicBezTo>
                        <a:pt x="1419" y="624"/>
                        <a:pt x="1409" y="614"/>
                        <a:pt x="1397" y="614"/>
                      </a:cubicBezTo>
                      <a:cubicBezTo>
                        <a:pt x="303" y="614"/>
                        <a:pt x="303" y="614"/>
                        <a:pt x="303" y="614"/>
                      </a:cubicBezTo>
                      <a:cubicBezTo>
                        <a:pt x="291" y="614"/>
                        <a:pt x="281" y="624"/>
                        <a:pt x="281" y="636"/>
                      </a:cubicBezTo>
                      <a:cubicBezTo>
                        <a:pt x="281" y="1246"/>
                        <a:pt x="281" y="1246"/>
                        <a:pt x="281" y="1246"/>
                      </a:cubicBezTo>
                      <a:cubicBezTo>
                        <a:pt x="281" y="1258"/>
                        <a:pt x="291" y="1268"/>
                        <a:pt x="303" y="1268"/>
                      </a:cubicBezTo>
                      <a:cubicBezTo>
                        <a:pt x="754" y="1268"/>
                        <a:pt x="754" y="1268"/>
                        <a:pt x="754" y="1268"/>
                      </a:cubicBezTo>
                      <a:cubicBezTo>
                        <a:pt x="754" y="1282"/>
                        <a:pt x="754" y="1282"/>
                        <a:pt x="754" y="1282"/>
                      </a:cubicBezTo>
                      <a:cubicBezTo>
                        <a:pt x="675" y="1352"/>
                        <a:pt x="675" y="1352"/>
                        <a:pt x="675" y="1352"/>
                      </a:cubicBezTo>
                      <a:cubicBezTo>
                        <a:pt x="668" y="1358"/>
                        <a:pt x="666" y="1367"/>
                        <a:pt x="669" y="1376"/>
                      </a:cubicBezTo>
                      <a:cubicBezTo>
                        <a:pt x="672" y="1384"/>
                        <a:pt x="680" y="1390"/>
                        <a:pt x="689" y="1390"/>
                      </a:cubicBezTo>
                      <a:cubicBezTo>
                        <a:pt x="1010" y="1390"/>
                        <a:pt x="1010" y="1390"/>
                        <a:pt x="1010" y="1390"/>
                      </a:cubicBezTo>
                      <a:cubicBezTo>
                        <a:pt x="1020" y="1390"/>
                        <a:pt x="1028" y="1384"/>
                        <a:pt x="1031" y="1376"/>
                      </a:cubicBezTo>
                      <a:close/>
                      <a:moveTo>
                        <a:pt x="791" y="1309"/>
                      </a:moveTo>
                      <a:cubicBezTo>
                        <a:pt x="796" y="1305"/>
                        <a:pt x="798" y="1299"/>
                        <a:pt x="798" y="1293"/>
                      </a:cubicBezTo>
                      <a:cubicBezTo>
                        <a:pt x="798" y="1246"/>
                        <a:pt x="798" y="1246"/>
                        <a:pt x="798" y="1246"/>
                      </a:cubicBezTo>
                      <a:cubicBezTo>
                        <a:pt x="798" y="1234"/>
                        <a:pt x="789" y="1224"/>
                        <a:pt x="776" y="1224"/>
                      </a:cubicBezTo>
                      <a:cubicBezTo>
                        <a:pt x="325" y="1224"/>
                        <a:pt x="325" y="1224"/>
                        <a:pt x="325" y="1224"/>
                      </a:cubicBezTo>
                      <a:cubicBezTo>
                        <a:pt x="325" y="658"/>
                        <a:pt x="325" y="658"/>
                        <a:pt x="325" y="658"/>
                      </a:cubicBezTo>
                      <a:cubicBezTo>
                        <a:pt x="1375" y="658"/>
                        <a:pt x="1375" y="658"/>
                        <a:pt x="1375" y="658"/>
                      </a:cubicBezTo>
                      <a:cubicBezTo>
                        <a:pt x="1375" y="1224"/>
                        <a:pt x="1375" y="1224"/>
                        <a:pt x="1375" y="1224"/>
                      </a:cubicBezTo>
                      <a:cubicBezTo>
                        <a:pt x="923" y="1224"/>
                        <a:pt x="923" y="1224"/>
                        <a:pt x="923" y="1224"/>
                      </a:cubicBezTo>
                      <a:cubicBezTo>
                        <a:pt x="911" y="1224"/>
                        <a:pt x="901" y="1234"/>
                        <a:pt x="901" y="1246"/>
                      </a:cubicBezTo>
                      <a:cubicBezTo>
                        <a:pt x="901" y="1293"/>
                        <a:pt x="901" y="1293"/>
                        <a:pt x="901" y="1293"/>
                      </a:cubicBezTo>
                      <a:cubicBezTo>
                        <a:pt x="901" y="1299"/>
                        <a:pt x="904" y="1305"/>
                        <a:pt x="909" y="1309"/>
                      </a:cubicBezTo>
                      <a:cubicBezTo>
                        <a:pt x="951" y="1346"/>
                        <a:pt x="951" y="1346"/>
                        <a:pt x="951" y="1346"/>
                      </a:cubicBezTo>
                      <a:cubicBezTo>
                        <a:pt x="748" y="1346"/>
                        <a:pt x="748" y="1346"/>
                        <a:pt x="748" y="1346"/>
                      </a:cubicBezTo>
                      <a:lnTo>
                        <a:pt x="791" y="130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70" name="Freeform 6">
                  <a:extLst>
                    <a:ext uri="{FF2B5EF4-FFF2-40B4-BE49-F238E27FC236}">
                      <a16:creationId xmlns:a16="http://schemas.microsoft.com/office/drawing/2014/main" id="{2C17C2B0-1997-E06E-FA83-0C2CBD81BF1F}"/>
                    </a:ext>
                  </a:extLst>
                </p:cNvPr>
                <p:cNvSpPr>
                  <a:spLocks/>
                </p:cNvSpPr>
                <p:nvPr/>
              </p:nvSpPr>
              <p:spPr bwMode="auto">
                <a:xfrm>
                  <a:off x="2030"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906 w 1930"/>
                    <a:gd name="T67" fmla="*/ 1062 h 1694"/>
                    <a:gd name="T68" fmla="*/ 1027 w 1930"/>
                    <a:gd name="T69" fmla="*/ 1062 h 1694"/>
                    <a:gd name="T70" fmla="*/ 1437 w 1930"/>
                    <a:gd name="T71" fmla="*/ 1062 h 1694"/>
                    <a:gd name="T72" fmla="*/ 1446 w 1930"/>
                    <a:gd name="T73" fmla="*/ 1052 h 1694"/>
                    <a:gd name="T74" fmla="*/ 1446 w 1930"/>
                    <a:gd name="T75" fmla="*/ 596 h 1694"/>
                    <a:gd name="T76" fmla="*/ 1437 w 1930"/>
                    <a:gd name="T77" fmla="*/ 586 h 1694"/>
                    <a:gd name="T78" fmla="*/ 496 w 1930"/>
                    <a:gd name="T79" fmla="*/ 586 h 1694"/>
                    <a:gd name="T80" fmla="*/ 486 w 1930"/>
                    <a:gd name="T81" fmla="*/ 596 h 1694"/>
                    <a:gd name="T82" fmla="*/ 486 w 1930"/>
                    <a:gd name="T83" fmla="*/ 1052 h 1694"/>
                    <a:gd name="T84" fmla="*/ 496 w 1930"/>
                    <a:gd name="T85" fmla="*/ 1062 h 1694"/>
                    <a:gd name="T86" fmla="*/ 906 w 1930"/>
                    <a:gd name="T87" fmla="*/ 1062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906" y="1062"/>
                      </a:moveTo>
                      <a:cubicBezTo>
                        <a:pt x="937" y="1062"/>
                        <a:pt x="996" y="1062"/>
                        <a:pt x="1027" y="1062"/>
                      </a:cubicBezTo>
                      <a:cubicBezTo>
                        <a:pt x="1437" y="1062"/>
                        <a:pt x="1437" y="1062"/>
                        <a:pt x="1437" y="1062"/>
                      </a:cubicBezTo>
                      <a:cubicBezTo>
                        <a:pt x="1442" y="1062"/>
                        <a:pt x="1446" y="1058"/>
                        <a:pt x="1446" y="1052"/>
                      </a:cubicBezTo>
                      <a:cubicBezTo>
                        <a:pt x="1446" y="596"/>
                        <a:pt x="1446" y="596"/>
                        <a:pt x="1446" y="596"/>
                      </a:cubicBezTo>
                      <a:cubicBezTo>
                        <a:pt x="1446" y="590"/>
                        <a:pt x="1442" y="586"/>
                        <a:pt x="1437" y="586"/>
                      </a:cubicBezTo>
                      <a:cubicBezTo>
                        <a:pt x="496" y="586"/>
                        <a:pt x="496" y="586"/>
                        <a:pt x="496" y="586"/>
                      </a:cubicBezTo>
                      <a:cubicBezTo>
                        <a:pt x="491" y="586"/>
                        <a:pt x="486" y="590"/>
                        <a:pt x="486" y="596"/>
                      </a:cubicBezTo>
                      <a:cubicBezTo>
                        <a:pt x="486" y="1052"/>
                        <a:pt x="486" y="1052"/>
                        <a:pt x="486" y="1052"/>
                      </a:cubicBezTo>
                      <a:cubicBezTo>
                        <a:pt x="486" y="1058"/>
                        <a:pt x="491" y="1062"/>
                        <a:pt x="496" y="1062"/>
                      </a:cubicBezTo>
                      <a:lnTo>
                        <a:pt x="906" y="106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1" name="Grupo 170">
              <a:extLst>
                <a:ext uri="{FF2B5EF4-FFF2-40B4-BE49-F238E27FC236}">
                  <a16:creationId xmlns:a16="http://schemas.microsoft.com/office/drawing/2014/main" id="{79B2C51F-A12F-3509-EB1D-8653F7095D47}"/>
                </a:ext>
              </a:extLst>
            </p:cNvPr>
            <p:cNvGrpSpPr/>
            <p:nvPr/>
          </p:nvGrpSpPr>
          <p:grpSpPr>
            <a:xfrm>
              <a:off x="10795797" y="1494503"/>
              <a:ext cx="972002" cy="1122694"/>
              <a:chOff x="10413010" y="1669461"/>
              <a:chExt cx="1047299" cy="1122694"/>
            </a:xfrm>
          </p:grpSpPr>
          <p:sp>
            <p:nvSpPr>
              <p:cNvPr id="217" name="Rectangle: Rounded Corners 216">
                <a:extLst>
                  <a:ext uri="{FF2B5EF4-FFF2-40B4-BE49-F238E27FC236}">
                    <a16:creationId xmlns:a16="http://schemas.microsoft.com/office/drawing/2014/main" id="{A283CEDD-8B4D-959D-6C70-C3EC67082789}"/>
                  </a:ext>
                </a:extLst>
              </p:cNvPr>
              <p:cNvSpPr/>
              <p:nvPr/>
            </p:nvSpPr>
            <p:spPr>
              <a:xfrm>
                <a:off x="1047797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Comercial</a:t>
                </a:r>
              </a:p>
            </p:txBody>
          </p:sp>
          <p:sp>
            <p:nvSpPr>
              <p:cNvPr id="227" name="Oval 226">
                <a:extLst>
                  <a:ext uri="{FF2B5EF4-FFF2-40B4-BE49-F238E27FC236}">
                    <a16:creationId xmlns:a16="http://schemas.microsoft.com/office/drawing/2014/main" id="{AB47F968-24D1-6948-897A-33087127F78A}"/>
                  </a:ext>
                </a:extLst>
              </p:cNvPr>
              <p:cNvSpPr>
                <a:spLocks noChangeAspect="1" noChangeArrowheads="1"/>
              </p:cNvSpPr>
              <p:nvPr/>
            </p:nvSpPr>
            <p:spPr bwMode="auto">
              <a:xfrm>
                <a:off x="10413010"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13</a:t>
                </a:r>
              </a:p>
            </p:txBody>
          </p:sp>
          <p:grpSp>
            <p:nvGrpSpPr>
              <p:cNvPr id="271" name="bcgIcons_Gears ">
                <a:extLst>
                  <a:ext uri="{FF2B5EF4-FFF2-40B4-BE49-F238E27FC236}">
                    <a16:creationId xmlns:a16="http://schemas.microsoft.com/office/drawing/2014/main" id="{F38EB931-5A65-2FE5-D07A-C181F78C69D0}"/>
                  </a:ext>
                </a:extLst>
              </p:cNvPr>
              <p:cNvGrpSpPr>
                <a:grpSpLocks noChangeAspect="1"/>
              </p:cNvGrpSpPr>
              <p:nvPr/>
            </p:nvGrpSpPr>
            <p:grpSpPr>
              <a:xfrm>
                <a:off x="10760106" y="1827711"/>
                <a:ext cx="418067" cy="418454"/>
                <a:chOff x="5273801" y="2606040"/>
                <a:chExt cx="1644396" cy="1645920"/>
              </a:xfrm>
            </p:grpSpPr>
            <p:sp>
              <p:nvSpPr>
                <p:cNvPr id="272" name="AutoShape 23">
                  <a:extLst>
                    <a:ext uri="{FF2B5EF4-FFF2-40B4-BE49-F238E27FC236}">
                      <a16:creationId xmlns:a16="http://schemas.microsoft.com/office/drawing/2014/main" id="{92136AB3-8359-41C3-62BC-43B4372C9347}"/>
                    </a:ext>
                  </a:extLst>
                </p:cNvPr>
                <p:cNvSpPr>
                  <a:spLocks noChangeAspect="1"/>
                </p:cNvSpPr>
                <p:nvPr/>
              </p:nvSpPr>
              <p:spPr bwMode="auto">
                <a:xfrm>
                  <a:off x="5273801"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73" name="Group 272">
                  <a:extLst>
                    <a:ext uri="{FF2B5EF4-FFF2-40B4-BE49-F238E27FC236}">
                      <a16:creationId xmlns:a16="http://schemas.microsoft.com/office/drawing/2014/main" id="{47094C7D-B7A0-E1C9-7F1E-34EFF623CF7E}"/>
                    </a:ext>
                  </a:extLst>
                </p:cNvPr>
                <p:cNvGrpSpPr>
                  <a:grpSpLocks/>
                </p:cNvGrpSpPr>
                <p:nvPr/>
              </p:nvGrpSpPr>
              <p:grpSpPr>
                <a:xfrm>
                  <a:off x="5343905" y="2928366"/>
                  <a:ext cx="1505712" cy="995553"/>
                  <a:chOff x="5343905" y="2928366"/>
                  <a:chExt cx="1505712" cy="995553"/>
                </a:xfrm>
              </p:grpSpPr>
              <p:sp>
                <p:nvSpPr>
                  <p:cNvPr id="274" name="Freeform 25">
                    <a:extLst>
                      <a:ext uri="{FF2B5EF4-FFF2-40B4-BE49-F238E27FC236}">
                        <a16:creationId xmlns:a16="http://schemas.microsoft.com/office/drawing/2014/main" id="{FFA55644-3E77-F1CE-3FAF-BE0D1699EB71}"/>
                      </a:ext>
                    </a:extLst>
                  </p:cNvPr>
                  <p:cNvSpPr>
                    <a:spLocks/>
                  </p:cNvSpPr>
                  <p:nvPr/>
                </p:nvSpPr>
                <p:spPr bwMode="auto">
                  <a:xfrm>
                    <a:off x="5696330" y="2928366"/>
                    <a:ext cx="1153287" cy="654177"/>
                  </a:xfrm>
                  <a:custGeom>
                    <a:avLst/>
                    <a:gdLst>
                      <a:gd name="T0" fmla="*/ 1610 w 1616"/>
                      <a:gd name="T1" fmla="*/ 362 h 916"/>
                      <a:gd name="T2" fmla="*/ 1552 w 1616"/>
                      <a:gd name="T3" fmla="*/ 327 h 916"/>
                      <a:gd name="T4" fmla="*/ 1530 w 1616"/>
                      <a:gd name="T5" fmla="*/ 261 h 916"/>
                      <a:gd name="T6" fmla="*/ 1495 w 1616"/>
                      <a:gd name="T7" fmla="*/ 196 h 916"/>
                      <a:gd name="T8" fmla="*/ 1508 w 1616"/>
                      <a:gd name="T9" fmla="*/ 130 h 916"/>
                      <a:gd name="T10" fmla="*/ 1369 w 1616"/>
                      <a:gd name="T11" fmla="*/ 28 h 916"/>
                      <a:gd name="T12" fmla="*/ 1309 w 1616"/>
                      <a:gd name="T13" fmla="*/ 62 h 916"/>
                      <a:gd name="T14" fmla="*/ 1178 w 1616"/>
                      <a:gd name="T15" fmla="*/ 47 h 916"/>
                      <a:gd name="T16" fmla="*/ 1127 w 1616"/>
                      <a:gd name="T17" fmla="*/ 0 h 916"/>
                      <a:gd name="T18" fmla="*/ 1043 w 1616"/>
                      <a:gd name="T19" fmla="*/ 26 h 916"/>
                      <a:gd name="T20" fmla="*/ 967 w 1616"/>
                      <a:gd name="T21" fmla="*/ 69 h 916"/>
                      <a:gd name="T22" fmla="*/ 967 w 1616"/>
                      <a:gd name="T23" fmla="*/ 140 h 916"/>
                      <a:gd name="T24" fmla="*/ 886 w 1616"/>
                      <a:gd name="T25" fmla="*/ 246 h 916"/>
                      <a:gd name="T26" fmla="*/ 821 w 1616"/>
                      <a:gd name="T27" fmla="*/ 267 h 916"/>
                      <a:gd name="T28" fmla="*/ 798 w 1616"/>
                      <a:gd name="T29" fmla="*/ 441 h 916"/>
                      <a:gd name="T30" fmla="*/ 856 w 1616"/>
                      <a:gd name="T31" fmla="*/ 475 h 916"/>
                      <a:gd name="T32" fmla="*/ 879 w 1616"/>
                      <a:gd name="T33" fmla="*/ 546 h 916"/>
                      <a:gd name="T34" fmla="*/ 912 w 1616"/>
                      <a:gd name="T35" fmla="*/ 607 h 916"/>
                      <a:gd name="T36" fmla="*/ 896 w 1616"/>
                      <a:gd name="T37" fmla="*/ 673 h 916"/>
                      <a:gd name="T38" fmla="*/ 1031 w 1616"/>
                      <a:gd name="T39" fmla="*/ 777 h 916"/>
                      <a:gd name="T40" fmla="*/ 1089 w 1616"/>
                      <a:gd name="T41" fmla="*/ 743 h 916"/>
                      <a:gd name="T42" fmla="*/ 1236 w 1616"/>
                      <a:gd name="T43" fmla="*/ 762 h 916"/>
                      <a:gd name="T44" fmla="*/ 1287 w 1616"/>
                      <a:gd name="T45" fmla="*/ 808 h 916"/>
                      <a:gd name="T46" fmla="*/ 1366 w 1616"/>
                      <a:gd name="T47" fmla="*/ 783 h 916"/>
                      <a:gd name="T48" fmla="*/ 1440 w 1616"/>
                      <a:gd name="T49" fmla="*/ 741 h 916"/>
                      <a:gd name="T50" fmla="*/ 1440 w 1616"/>
                      <a:gd name="T51" fmla="*/ 673 h 916"/>
                      <a:gd name="T52" fmla="*/ 1528 w 1616"/>
                      <a:gd name="T53" fmla="*/ 552 h 916"/>
                      <a:gd name="T54" fmla="*/ 1591 w 1616"/>
                      <a:gd name="T55" fmla="*/ 532 h 916"/>
                      <a:gd name="T56" fmla="*/ 1610 w 1616"/>
                      <a:gd name="T57" fmla="*/ 362 h 916"/>
                      <a:gd name="T58" fmla="*/ 1276 w 1616"/>
                      <a:gd name="T59" fmla="*/ 569 h 916"/>
                      <a:gd name="T60" fmla="*/ 1041 w 1616"/>
                      <a:gd name="T61" fmla="*/ 475 h 916"/>
                      <a:gd name="T62" fmla="*/ 1133 w 1616"/>
                      <a:gd name="T63" fmla="*/ 239 h 916"/>
                      <a:gd name="T64" fmla="*/ 1367 w 1616"/>
                      <a:gd name="T65" fmla="*/ 333 h 916"/>
                      <a:gd name="T66" fmla="*/ 1276 w 1616"/>
                      <a:gd name="T67" fmla="*/ 569 h 916"/>
                      <a:gd name="T68" fmla="*/ 187 w 1616"/>
                      <a:gd name="T69" fmla="*/ 916 h 916"/>
                      <a:gd name="T70" fmla="*/ 0 w 1616"/>
                      <a:gd name="T71" fmla="*/ 729 h 916"/>
                      <a:gd name="T72" fmla="*/ 187 w 1616"/>
                      <a:gd name="T73" fmla="*/ 541 h 916"/>
                      <a:gd name="T74" fmla="*/ 375 w 1616"/>
                      <a:gd name="T75" fmla="*/ 729 h 916"/>
                      <a:gd name="T76" fmla="*/ 187 w 1616"/>
                      <a:gd name="T77"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16" h="916">
                        <a:moveTo>
                          <a:pt x="1610" y="362"/>
                        </a:moveTo>
                        <a:cubicBezTo>
                          <a:pt x="1552" y="327"/>
                          <a:pt x="1552" y="327"/>
                          <a:pt x="1552" y="327"/>
                        </a:cubicBezTo>
                        <a:cubicBezTo>
                          <a:pt x="1547" y="305"/>
                          <a:pt x="1539" y="283"/>
                          <a:pt x="1530" y="261"/>
                        </a:cubicBezTo>
                        <a:cubicBezTo>
                          <a:pt x="1521" y="239"/>
                          <a:pt x="1508" y="217"/>
                          <a:pt x="1495" y="196"/>
                        </a:cubicBezTo>
                        <a:cubicBezTo>
                          <a:pt x="1508" y="130"/>
                          <a:pt x="1508" y="130"/>
                          <a:pt x="1508" y="130"/>
                        </a:cubicBezTo>
                        <a:cubicBezTo>
                          <a:pt x="1470" y="87"/>
                          <a:pt x="1421" y="51"/>
                          <a:pt x="1369" y="28"/>
                        </a:cubicBezTo>
                        <a:cubicBezTo>
                          <a:pt x="1309" y="62"/>
                          <a:pt x="1309" y="62"/>
                          <a:pt x="1309" y="62"/>
                        </a:cubicBezTo>
                        <a:cubicBezTo>
                          <a:pt x="1266" y="48"/>
                          <a:pt x="1223" y="43"/>
                          <a:pt x="1178" y="47"/>
                        </a:cubicBezTo>
                        <a:cubicBezTo>
                          <a:pt x="1127" y="0"/>
                          <a:pt x="1127" y="0"/>
                          <a:pt x="1127" y="0"/>
                        </a:cubicBezTo>
                        <a:cubicBezTo>
                          <a:pt x="1099" y="6"/>
                          <a:pt x="1071" y="13"/>
                          <a:pt x="1043" y="26"/>
                        </a:cubicBezTo>
                        <a:cubicBezTo>
                          <a:pt x="1016" y="38"/>
                          <a:pt x="989" y="53"/>
                          <a:pt x="967" y="69"/>
                        </a:cubicBezTo>
                        <a:cubicBezTo>
                          <a:pt x="967" y="140"/>
                          <a:pt x="967" y="140"/>
                          <a:pt x="967" y="140"/>
                        </a:cubicBezTo>
                        <a:cubicBezTo>
                          <a:pt x="933" y="171"/>
                          <a:pt x="905" y="206"/>
                          <a:pt x="886" y="246"/>
                        </a:cubicBezTo>
                        <a:cubicBezTo>
                          <a:pt x="821" y="267"/>
                          <a:pt x="821" y="267"/>
                          <a:pt x="821" y="267"/>
                        </a:cubicBezTo>
                        <a:cubicBezTo>
                          <a:pt x="801" y="321"/>
                          <a:pt x="794" y="380"/>
                          <a:pt x="798" y="441"/>
                        </a:cubicBezTo>
                        <a:cubicBezTo>
                          <a:pt x="856" y="475"/>
                          <a:pt x="856" y="475"/>
                          <a:pt x="856" y="475"/>
                        </a:cubicBezTo>
                        <a:cubicBezTo>
                          <a:pt x="861" y="498"/>
                          <a:pt x="868" y="523"/>
                          <a:pt x="879" y="546"/>
                        </a:cubicBezTo>
                        <a:cubicBezTo>
                          <a:pt x="889" y="567"/>
                          <a:pt x="899" y="588"/>
                          <a:pt x="912" y="607"/>
                        </a:cubicBezTo>
                        <a:cubicBezTo>
                          <a:pt x="896" y="673"/>
                          <a:pt x="896" y="673"/>
                          <a:pt x="896" y="673"/>
                        </a:cubicBezTo>
                        <a:cubicBezTo>
                          <a:pt x="934" y="718"/>
                          <a:pt x="980" y="752"/>
                          <a:pt x="1031" y="777"/>
                        </a:cubicBezTo>
                        <a:cubicBezTo>
                          <a:pt x="1089" y="743"/>
                          <a:pt x="1089" y="743"/>
                          <a:pt x="1089" y="743"/>
                        </a:cubicBezTo>
                        <a:cubicBezTo>
                          <a:pt x="1136" y="760"/>
                          <a:pt x="1185" y="766"/>
                          <a:pt x="1236" y="762"/>
                        </a:cubicBezTo>
                        <a:cubicBezTo>
                          <a:pt x="1287" y="808"/>
                          <a:pt x="1287" y="808"/>
                          <a:pt x="1287" y="808"/>
                        </a:cubicBezTo>
                        <a:cubicBezTo>
                          <a:pt x="1312" y="802"/>
                          <a:pt x="1340" y="794"/>
                          <a:pt x="1366" y="783"/>
                        </a:cubicBezTo>
                        <a:cubicBezTo>
                          <a:pt x="1392" y="771"/>
                          <a:pt x="1416" y="757"/>
                          <a:pt x="1440" y="741"/>
                        </a:cubicBezTo>
                        <a:cubicBezTo>
                          <a:pt x="1440" y="673"/>
                          <a:pt x="1440" y="673"/>
                          <a:pt x="1440" y="673"/>
                        </a:cubicBezTo>
                        <a:cubicBezTo>
                          <a:pt x="1477" y="639"/>
                          <a:pt x="1507" y="597"/>
                          <a:pt x="1528" y="552"/>
                        </a:cubicBezTo>
                        <a:cubicBezTo>
                          <a:pt x="1591" y="532"/>
                          <a:pt x="1591" y="532"/>
                          <a:pt x="1591" y="532"/>
                        </a:cubicBezTo>
                        <a:cubicBezTo>
                          <a:pt x="1610" y="479"/>
                          <a:pt x="1616" y="420"/>
                          <a:pt x="1610" y="362"/>
                        </a:cubicBezTo>
                        <a:close/>
                        <a:moveTo>
                          <a:pt x="1276" y="569"/>
                        </a:moveTo>
                        <a:cubicBezTo>
                          <a:pt x="1185" y="610"/>
                          <a:pt x="1080" y="566"/>
                          <a:pt x="1041" y="475"/>
                        </a:cubicBezTo>
                        <a:cubicBezTo>
                          <a:pt x="1002" y="383"/>
                          <a:pt x="1043" y="278"/>
                          <a:pt x="1133" y="239"/>
                        </a:cubicBezTo>
                        <a:cubicBezTo>
                          <a:pt x="1224" y="199"/>
                          <a:pt x="1330" y="242"/>
                          <a:pt x="1367" y="333"/>
                        </a:cubicBezTo>
                        <a:cubicBezTo>
                          <a:pt x="1407" y="424"/>
                          <a:pt x="1366" y="531"/>
                          <a:pt x="1276" y="569"/>
                        </a:cubicBezTo>
                        <a:close/>
                        <a:moveTo>
                          <a:pt x="187" y="916"/>
                        </a:moveTo>
                        <a:cubicBezTo>
                          <a:pt x="84" y="916"/>
                          <a:pt x="0" y="832"/>
                          <a:pt x="0" y="729"/>
                        </a:cubicBezTo>
                        <a:cubicBezTo>
                          <a:pt x="0" y="625"/>
                          <a:pt x="84" y="541"/>
                          <a:pt x="187" y="541"/>
                        </a:cubicBezTo>
                        <a:cubicBezTo>
                          <a:pt x="291" y="541"/>
                          <a:pt x="375" y="625"/>
                          <a:pt x="375" y="729"/>
                        </a:cubicBezTo>
                        <a:cubicBezTo>
                          <a:pt x="375" y="832"/>
                          <a:pt x="291" y="916"/>
                          <a:pt x="187" y="91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75" name="Freeform 26">
                    <a:extLst>
                      <a:ext uri="{FF2B5EF4-FFF2-40B4-BE49-F238E27FC236}">
                        <a16:creationId xmlns:a16="http://schemas.microsoft.com/office/drawing/2014/main" id="{1355740F-7CBE-D7DA-E807-098772A4F292}"/>
                      </a:ext>
                    </a:extLst>
                  </p:cNvPr>
                  <p:cNvSpPr>
                    <a:spLocks/>
                  </p:cNvSpPr>
                  <p:nvPr/>
                </p:nvSpPr>
                <p:spPr bwMode="auto">
                  <a:xfrm>
                    <a:off x="5343905" y="2961132"/>
                    <a:ext cx="971931" cy="962787"/>
                  </a:xfrm>
                  <a:custGeom>
                    <a:avLst/>
                    <a:gdLst>
                      <a:gd name="T0" fmla="*/ 638 w 1362"/>
                      <a:gd name="T1" fmla="*/ 1242 h 1348"/>
                      <a:gd name="T2" fmla="*/ 448 w 1362"/>
                      <a:gd name="T3" fmla="*/ 1319 h 1348"/>
                      <a:gd name="T4" fmla="*/ 352 w 1362"/>
                      <a:gd name="T5" fmla="*/ 1146 h 1348"/>
                      <a:gd name="T6" fmla="*/ 141 w 1362"/>
                      <a:gd name="T7" fmla="*/ 1095 h 1348"/>
                      <a:gd name="T8" fmla="*/ 46 w 1362"/>
                      <a:gd name="T9" fmla="*/ 928 h 1348"/>
                      <a:gd name="T10" fmla="*/ 0 w 1362"/>
                      <a:gd name="T11" fmla="*/ 664 h 1348"/>
                      <a:gd name="T12" fmla="*/ 32 w 1362"/>
                      <a:gd name="T13" fmla="*/ 474 h 1348"/>
                      <a:gd name="T14" fmla="*/ 212 w 1362"/>
                      <a:gd name="T15" fmla="*/ 351 h 1348"/>
                      <a:gd name="T16" fmla="*/ 244 w 1362"/>
                      <a:gd name="T17" fmla="*/ 159 h 1348"/>
                      <a:gd name="T18" fmla="*/ 451 w 1362"/>
                      <a:gd name="T19" fmla="*/ 167 h 1348"/>
                      <a:gd name="T20" fmla="*/ 592 w 1362"/>
                      <a:gd name="T21" fmla="*/ 5 h 1348"/>
                      <a:gd name="T22" fmla="*/ 784 w 1362"/>
                      <a:gd name="T23" fmla="*/ 6 h 1348"/>
                      <a:gd name="T24" fmla="*/ 1036 w 1362"/>
                      <a:gd name="T25" fmla="*/ 98 h 1348"/>
                      <a:gd name="T26" fmla="*/ 1184 w 1362"/>
                      <a:gd name="T27" fmla="*/ 220 h 1348"/>
                      <a:gd name="T28" fmla="*/ 1206 w 1362"/>
                      <a:gd name="T29" fmla="*/ 440 h 1348"/>
                      <a:gd name="T30" fmla="*/ 1351 w 1362"/>
                      <a:gd name="T31" fmla="*/ 562 h 1348"/>
                      <a:gd name="T32" fmla="*/ 1262 w 1362"/>
                      <a:gd name="T33" fmla="*/ 724 h 1348"/>
                      <a:gd name="T34" fmla="*/ 1310 w 1362"/>
                      <a:gd name="T35" fmla="*/ 940 h 1348"/>
                      <a:gd name="T36" fmla="*/ 1213 w 1362"/>
                      <a:gd name="T37" fmla="*/ 1106 h 1348"/>
                      <a:gd name="T38" fmla="*/ 1008 w 1362"/>
                      <a:gd name="T39" fmla="*/ 1278 h 1348"/>
                      <a:gd name="T40" fmla="*/ 828 w 1362"/>
                      <a:gd name="T41" fmla="*/ 1345 h 1348"/>
                      <a:gd name="T42" fmla="*/ 830 w 1362"/>
                      <a:gd name="T43" fmla="*/ 1299 h 1348"/>
                      <a:gd name="T44" fmla="*/ 965 w 1362"/>
                      <a:gd name="T45" fmla="*/ 1122 h 1348"/>
                      <a:gd name="T46" fmla="*/ 1072 w 1362"/>
                      <a:gd name="T47" fmla="*/ 1038 h 1348"/>
                      <a:gd name="T48" fmla="*/ 1264 w 1362"/>
                      <a:gd name="T49" fmla="*/ 935 h 1348"/>
                      <a:gd name="T50" fmla="*/ 1219 w 1362"/>
                      <a:gd name="T51" fmla="*/ 710 h 1348"/>
                      <a:gd name="T52" fmla="*/ 1308 w 1362"/>
                      <a:gd name="T53" fmla="*/ 570 h 1348"/>
                      <a:gd name="T54" fmla="*/ 1171 w 1362"/>
                      <a:gd name="T55" fmla="*/ 469 h 1348"/>
                      <a:gd name="T56" fmla="*/ 1142 w 1362"/>
                      <a:gd name="T57" fmla="*/ 241 h 1348"/>
                      <a:gd name="T58" fmla="*/ 915 w 1362"/>
                      <a:gd name="T59" fmla="*/ 217 h 1348"/>
                      <a:gd name="T60" fmla="*/ 802 w 1362"/>
                      <a:gd name="T61" fmla="*/ 179 h 1348"/>
                      <a:gd name="T62" fmla="*/ 610 w 1362"/>
                      <a:gd name="T63" fmla="*/ 47 h 1348"/>
                      <a:gd name="T64" fmla="*/ 458 w 1362"/>
                      <a:gd name="T65" fmla="*/ 212 h 1348"/>
                      <a:gd name="T66" fmla="*/ 272 w 1362"/>
                      <a:gd name="T67" fmla="*/ 192 h 1348"/>
                      <a:gd name="T68" fmla="*/ 254 w 1362"/>
                      <a:gd name="T69" fmla="*/ 369 h 1348"/>
                      <a:gd name="T70" fmla="*/ 70 w 1362"/>
                      <a:gd name="T71" fmla="*/ 500 h 1348"/>
                      <a:gd name="T72" fmla="*/ 143 w 1362"/>
                      <a:gd name="T73" fmla="*/ 698 h 1348"/>
                      <a:gd name="T74" fmla="*/ 170 w 1362"/>
                      <a:gd name="T75" fmla="*/ 846 h 1348"/>
                      <a:gd name="T76" fmla="*/ 168 w 1362"/>
                      <a:gd name="T77" fmla="*/ 1058 h 1348"/>
                      <a:gd name="T78" fmla="*/ 386 w 1362"/>
                      <a:gd name="T79" fmla="*/ 1115 h 1348"/>
                      <a:gd name="T80" fmla="*/ 463 w 1362"/>
                      <a:gd name="T81" fmla="*/ 1278 h 1348"/>
                      <a:gd name="T82" fmla="*/ 630 w 1362"/>
                      <a:gd name="T83" fmla="*/ 1198 h 1348"/>
                      <a:gd name="T84" fmla="*/ 742 w 1362"/>
                      <a:gd name="T85" fmla="*/ 1197 h 1348"/>
                      <a:gd name="T86" fmla="*/ 681 w 1362"/>
                      <a:gd name="T87" fmla="*/ 257 h 1348"/>
                      <a:gd name="T88" fmla="*/ 681 w 1362"/>
                      <a:gd name="T89" fmla="*/ 301 h 1348"/>
                      <a:gd name="T90" fmla="*/ 1063 w 1362"/>
                      <a:gd name="T91" fmla="*/ 683 h 1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2" h="1348">
                        <a:moveTo>
                          <a:pt x="815" y="1348"/>
                        </a:moveTo>
                        <a:cubicBezTo>
                          <a:pt x="724" y="1242"/>
                          <a:pt x="724" y="1242"/>
                          <a:pt x="724" y="1242"/>
                        </a:cubicBezTo>
                        <a:cubicBezTo>
                          <a:pt x="695" y="1244"/>
                          <a:pt x="666" y="1244"/>
                          <a:pt x="638" y="1242"/>
                        </a:cubicBezTo>
                        <a:cubicBezTo>
                          <a:pt x="547" y="1348"/>
                          <a:pt x="547" y="1348"/>
                          <a:pt x="547" y="1348"/>
                        </a:cubicBezTo>
                        <a:cubicBezTo>
                          <a:pt x="534" y="1345"/>
                          <a:pt x="534" y="1345"/>
                          <a:pt x="534" y="1345"/>
                        </a:cubicBezTo>
                        <a:cubicBezTo>
                          <a:pt x="494" y="1336"/>
                          <a:pt x="450" y="1320"/>
                          <a:pt x="448" y="1319"/>
                        </a:cubicBezTo>
                        <a:cubicBezTo>
                          <a:pt x="446" y="1318"/>
                          <a:pt x="402" y="1302"/>
                          <a:pt x="366" y="1284"/>
                        </a:cubicBezTo>
                        <a:cubicBezTo>
                          <a:pt x="354" y="1278"/>
                          <a:pt x="354" y="1278"/>
                          <a:pt x="354" y="1278"/>
                        </a:cubicBezTo>
                        <a:cubicBezTo>
                          <a:pt x="352" y="1146"/>
                          <a:pt x="352" y="1146"/>
                          <a:pt x="352" y="1146"/>
                        </a:cubicBezTo>
                        <a:cubicBezTo>
                          <a:pt x="325" y="1128"/>
                          <a:pt x="299" y="1107"/>
                          <a:pt x="275" y="1085"/>
                        </a:cubicBezTo>
                        <a:cubicBezTo>
                          <a:pt x="149" y="1105"/>
                          <a:pt x="149" y="1105"/>
                          <a:pt x="149" y="1105"/>
                        </a:cubicBezTo>
                        <a:cubicBezTo>
                          <a:pt x="141" y="1095"/>
                          <a:pt x="141" y="1095"/>
                          <a:pt x="141" y="1095"/>
                        </a:cubicBezTo>
                        <a:cubicBezTo>
                          <a:pt x="116" y="1062"/>
                          <a:pt x="93" y="1022"/>
                          <a:pt x="92" y="1020"/>
                        </a:cubicBezTo>
                        <a:cubicBezTo>
                          <a:pt x="91" y="1018"/>
                          <a:pt x="67" y="977"/>
                          <a:pt x="51" y="940"/>
                        </a:cubicBezTo>
                        <a:cubicBezTo>
                          <a:pt x="46" y="928"/>
                          <a:pt x="46" y="928"/>
                          <a:pt x="46" y="928"/>
                        </a:cubicBezTo>
                        <a:cubicBezTo>
                          <a:pt x="121" y="836"/>
                          <a:pt x="121" y="836"/>
                          <a:pt x="121" y="836"/>
                        </a:cubicBezTo>
                        <a:cubicBezTo>
                          <a:pt x="110" y="799"/>
                          <a:pt x="104" y="762"/>
                          <a:pt x="101" y="724"/>
                        </a:cubicBezTo>
                        <a:cubicBezTo>
                          <a:pt x="0" y="664"/>
                          <a:pt x="0" y="664"/>
                          <a:pt x="0" y="664"/>
                        </a:cubicBezTo>
                        <a:cubicBezTo>
                          <a:pt x="1" y="650"/>
                          <a:pt x="1" y="650"/>
                          <a:pt x="1" y="650"/>
                        </a:cubicBezTo>
                        <a:cubicBezTo>
                          <a:pt x="3" y="610"/>
                          <a:pt x="11" y="564"/>
                          <a:pt x="11" y="562"/>
                        </a:cubicBezTo>
                        <a:cubicBezTo>
                          <a:pt x="12" y="560"/>
                          <a:pt x="20" y="513"/>
                          <a:pt x="32" y="474"/>
                        </a:cubicBezTo>
                        <a:cubicBezTo>
                          <a:pt x="35" y="462"/>
                          <a:pt x="35" y="462"/>
                          <a:pt x="35" y="462"/>
                        </a:cubicBezTo>
                        <a:cubicBezTo>
                          <a:pt x="157" y="439"/>
                          <a:pt x="157" y="439"/>
                          <a:pt x="157" y="439"/>
                        </a:cubicBezTo>
                        <a:cubicBezTo>
                          <a:pt x="173" y="408"/>
                          <a:pt x="191" y="378"/>
                          <a:pt x="212" y="351"/>
                        </a:cubicBezTo>
                        <a:cubicBezTo>
                          <a:pt x="170" y="230"/>
                          <a:pt x="170" y="230"/>
                          <a:pt x="170" y="230"/>
                        </a:cubicBezTo>
                        <a:cubicBezTo>
                          <a:pt x="179" y="220"/>
                          <a:pt x="179" y="220"/>
                          <a:pt x="179" y="220"/>
                        </a:cubicBezTo>
                        <a:cubicBezTo>
                          <a:pt x="206" y="190"/>
                          <a:pt x="243" y="160"/>
                          <a:pt x="244" y="159"/>
                        </a:cubicBezTo>
                        <a:cubicBezTo>
                          <a:pt x="246" y="157"/>
                          <a:pt x="282" y="127"/>
                          <a:pt x="316" y="105"/>
                        </a:cubicBezTo>
                        <a:cubicBezTo>
                          <a:pt x="327" y="98"/>
                          <a:pt x="327" y="98"/>
                          <a:pt x="327" y="98"/>
                        </a:cubicBezTo>
                        <a:cubicBezTo>
                          <a:pt x="451" y="167"/>
                          <a:pt x="451" y="167"/>
                          <a:pt x="451" y="167"/>
                        </a:cubicBezTo>
                        <a:cubicBezTo>
                          <a:pt x="476" y="157"/>
                          <a:pt x="502" y="148"/>
                          <a:pt x="528" y="142"/>
                        </a:cubicBezTo>
                        <a:cubicBezTo>
                          <a:pt x="579" y="6"/>
                          <a:pt x="579" y="6"/>
                          <a:pt x="579" y="6"/>
                        </a:cubicBezTo>
                        <a:cubicBezTo>
                          <a:pt x="592" y="5"/>
                          <a:pt x="592" y="5"/>
                          <a:pt x="592" y="5"/>
                        </a:cubicBezTo>
                        <a:cubicBezTo>
                          <a:pt x="632" y="0"/>
                          <a:pt x="679" y="0"/>
                          <a:pt x="681" y="0"/>
                        </a:cubicBezTo>
                        <a:cubicBezTo>
                          <a:pt x="683" y="0"/>
                          <a:pt x="730" y="0"/>
                          <a:pt x="771" y="5"/>
                        </a:cubicBezTo>
                        <a:cubicBezTo>
                          <a:pt x="784" y="6"/>
                          <a:pt x="784" y="6"/>
                          <a:pt x="784" y="6"/>
                        </a:cubicBezTo>
                        <a:cubicBezTo>
                          <a:pt x="835" y="142"/>
                          <a:pt x="835" y="142"/>
                          <a:pt x="835" y="142"/>
                        </a:cubicBezTo>
                        <a:cubicBezTo>
                          <a:pt x="861" y="149"/>
                          <a:pt x="887" y="157"/>
                          <a:pt x="912" y="168"/>
                        </a:cubicBezTo>
                        <a:cubicBezTo>
                          <a:pt x="1036" y="98"/>
                          <a:pt x="1036" y="98"/>
                          <a:pt x="1036" y="98"/>
                        </a:cubicBezTo>
                        <a:cubicBezTo>
                          <a:pt x="1047" y="105"/>
                          <a:pt x="1047" y="105"/>
                          <a:pt x="1047" y="105"/>
                        </a:cubicBezTo>
                        <a:cubicBezTo>
                          <a:pt x="1081" y="128"/>
                          <a:pt x="1117" y="158"/>
                          <a:pt x="1118" y="159"/>
                        </a:cubicBezTo>
                        <a:cubicBezTo>
                          <a:pt x="1120" y="160"/>
                          <a:pt x="1156" y="191"/>
                          <a:pt x="1184" y="220"/>
                        </a:cubicBezTo>
                        <a:cubicBezTo>
                          <a:pt x="1193" y="230"/>
                          <a:pt x="1193" y="230"/>
                          <a:pt x="1193" y="230"/>
                        </a:cubicBezTo>
                        <a:cubicBezTo>
                          <a:pt x="1151" y="351"/>
                          <a:pt x="1151" y="351"/>
                          <a:pt x="1151" y="351"/>
                        </a:cubicBezTo>
                        <a:cubicBezTo>
                          <a:pt x="1172" y="379"/>
                          <a:pt x="1190" y="408"/>
                          <a:pt x="1206" y="440"/>
                        </a:cubicBezTo>
                        <a:cubicBezTo>
                          <a:pt x="1327" y="462"/>
                          <a:pt x="1327" y="462"/>
                          <a:pt x="1327" y="462"/>
                        </a:cubicBezTo>
                        <a:cubicBezTo>
                          <a:pt x="1331" y="475"/>
                          <a:pt x="1331" y="475"/>
                          <a:pt x="1331" y="475"/>
                        </a:cubicBezTo>
                        <a:cubicBezTo>
                          <a:pt x="1342" y="514"/>
                          <a:pt x="1351" y="560"/>
                          <a:pt x="1351" y="562"/>
                        </a:cubicBezTo>
                        <a:cubicBezTo>
                          <a:pt x="1351" y="564"/>
                          <a:pt x="1359" y="611"/>
                          <a:pt x="1362" y="651"/>
                        </a:cubicBezTo>
                        <a:cubicBezTo>
                          <a:pt x="1362" y="664"/>
                          <a:pt x="1362" y="664"/>
                          <a:pt x="1362" y="664"/>
                        </a:cubicBezTo>
                        <a:cubicBezTo>
                          <a:pt x="1262" y="724"/>
                          <a:pt x="1262" y="724"/>
                          <a:pt x="1262" y="724"/>
                        </a:cubicBezTo>
                        <a:cubicBezTo>
                          <a:pt x="1259" y="762"/>
                          <a:pt x="1252" y="800"/>
                          <a:pt x="1241" y="837"/>
                        </a:cubicBezTo>
                        <a:cubicBezTo>
                          <a:pt x="1316" y="928"/>
                          <a:pt x="1316" y="928"/>
                          <a:pt x="1316" y="928"/>
                        </a:cubicBezTo>
                        <a:cubicBezTo>
                          <a:pt x="1310" y="940"/>
                          <a:pt x="1310" y="940"/>
                          <a:pt x="1310" y="940"/>
                        </a:cubicBezTo>
                        <a:cubicBezTo>
                          <a:pt x="1294" y="978"/>
                          <a:pt x="1271" y="1019"/>
                          <a:pt x="1270" y="1020"/>
                        </a:cubicBezTo>
                        <a:cubicBezTo>
                          <a:pt x="1269" y="1022"/>
                          <a:pt x="1245" y="1063"/>
                          <a:pt x="1221" y="1095"/>
                        </a:cubicBezTo>
                        <a:cubicBezTo>
                          <a:pt x="1213" y="1106"/>
                          <a:pt x="1213" y="1106"/>
                          <a:pt x="1213" y="1106"/>
                        </a:cubicBezTo>
                        <a:cubicBezTo>
                          <a:pt x="1087" y="1085"/>
                          <a:pt x="1087" y="1085"/>
                          <a:pt x="1087" y="1085"/>
                        </a:cubicBezTo>
                        <a:cubicBezTo>
                          <a:pt x="1063" y="1108"/>
                          <a:pt x="1037" y="1128"/>
                          <a:pt x="1009" y="1147"/>
                        </a:cubicBezTo>
                        <a:cubicBezTo>
                          <a:pt x="1008" y="1278"/>
                          <a:pt x="1008" y="1278"/>
                          <a:pt x="1008" y="1278"/>
                        </a:cubicBezTo>
                        <a:cubicBezTo>
                          <a:pt x="996" y="1284"/>
                          <a:pt x="996" y="1284"/>
                          <a:pt x="996" y="1284"/>
                        </a:cubicBezTo>
                        <a:cubicBezTo>
                          <a:pt x="959" y="1302"/>
                          <a:pt x="915" y="1319"/>
                          <a:pt x="913" y="1319"/>
                        </a:cubicBezTo>
                        <a:cubicBezTo>
                          <a:pt x="911" y="1320"/>
                          <a:pt x="867" y="1336"/>
                          <a:pt x="828" y="1345"/>
                        </a:cubicBezTo>
                        <a:lnTo>
                          <a:pt x="815" y="1348"/>
                        </a:lnTo>
                        <a:close/>
                        <a:moveTo>
                          <a:pt x="742" y="1197"/>
                        </a:moveTo>
                        <a:cubicBezTo>
                          <a:pt x="830" y="1299"/>
                          <a:pt x="830" y="1299"/>
                          <a:pt x="830" y="1299"/>
                        </a:cubicBezTo>
                        <a:cubicBezTo>
                          <a:pt x="864" y="1290"/>
                          <a:pt x="898" y="1278"/>
                          <a:pt x="898" y="1278"/>
                        </a:cubicBezTo>
                        <a:cubicBezTo>
                          <a:pt x="899" y="1278"/>
                          <a:pt x="933" y="1265"/>
                          <a:pt x="964" y="1251"/>
                        </a:cubicBezTo>
                        <a:cubicBezTo>
                          <a:pt x="965" y="1122"/>
                          <a:pt x="965" y="1122"/>
                          <a:pt x="965" y="1122"/>
                        </a:cubicBezTo>
                        <a:cubicBezTo>
                          <a:pt x="976" y="1116"/>
                          <a:pt x="976" y="1116"/>
                          <a:pt x="976" y="1116"/>
                        </a:cubicBezTo>
                        <a:cubicBezTo>
                          <a:pt x="1008" y="1096"/>
                          <a:pt x="1037" y="1072"/>
                          <a:pt x="1064" y="1046"/>
                        </a:cubicBezTo>
                        <a:cubicBezTo>
                          <a:pt x="1072" y="1038"/>
                          <a:pt x="1072" y="1038"/>
                          <a:pt x="1072" y="1038"/>
                        </a:cubicBezTo>
                        <a:cubicBezTo>
                          <a:pt x="1193" y="1058"/>
                          <a:pt x="1193" y="1058"/>
                          <a:pt x="1193" y="1058"/>
                        </a:cubicBezTo>
                        <a:cubicBezTo>
                          <a:pt x="1213" y="1030"/>
                          <a:pt x="1232" y="999"/>
                          <a:pt x="1232" y="998"/>
                        </a:cubicBezTo>
                        <a:cubicBezTo>
                          <a:pt x="1232" y="998"/>
                          <a:pt x="1250" y="967"/>
                          <a:pt x="1264" y="935"/>
                        </a:cubicBezTo>
                        <a:cubicBezTo>
                          <a:pt x="1192" y="847"/>
                          <a:pt x="1192" y="847"/>
                          <a:pt x="1192" y="847"/>
                        </a:cubicBezTo>
                        <a:cubicBezTo>
                          <a:pt x="1196" y="835"/>
                          <a:pt x="1196" y="835"/>
                          <a:pt x="1196" y="835"/>
                        </a:cubicBezTo>
                        <a:cubicBezTo>
                          <a:pt x="1209" y="795"/>
                          <a:pt x="1217" y="753"/>
                          <a:pt x="1219" y="710"/>
                        </a:cubicBezTo>
                        <a:cubicBezTo>
                          <a:pt x="1219" y="698"/>
                          <a:pt x="1219" y="698"/>
                          <a:pt x="1219" y="698"/>
                        </a:cubicBezTo>
                        <a:cubicBezTo>
                          <a:pt x="1317" y="640"/>
                          <a:pt x="1317" y="640"/>
                          <a:pt x="1317" y="640"/>
                        </a:cubicBezTo>
                        <a:cubicBezTo>
                          <a:pt x="1314" y="606"/>
                          <a:pt x="1308" y="570"/>
                          <a:pt x="1308" y="570"/>
                        </a:cubicBezTo>
                        <a:cubicBezTo>
                          <a:pt x="1307" y="569"/>
                          <a:pt x="1301" y="534"/>
                          <a:pt x="1292" y="501"/>
                        </a:cubicBezTo>
                        <a:cubicBezTo>
                          <a:pt x="1176" y="479"/>
                          <a:pt x="1176" y="479"/>
                          <a:pt x="1176" y="479"/>
                        </a:cubicBezTo>
                        <a:cubicBezTo>
                          <a:pt x="1171" y="469"/>
                          <a:pt x="1171" y="469"/>
                          <a:pt x="1171" y="469"/>
                        </a:cubicBezTo>
                        <a:cubicBezTo>
                          <a:pt x="1154" y="433"/>
                          <a:pt x="1133" y="400"/>
                          <a:pt x="1109" y="369"/>
                        </a:cubicBezTo>
                        <a:cubicBezTo>
                          <a:pt x="1101" y="359"/>
                          <a:pt x="1101" y="359"/>
                          <a:pt x="1101" y="359"/>
                        </a:cubicBezTo>
                        <a:cubicBezTo>
                          <a:pt x="1142" y="241"/>
                          <a:pt x="1142" y="241"/>
                          <a:pt x="1142" y="241"/>
                        </a:cubicBezTo>
                        <a:cubicBezTo>
                          <a:pt x="1118" y="216"/>
                          <a:pt x="1090" y="193"/>
                          <a:pt x="1090" y="193"/>
                        </a:cubicBezTo>
                        <a:cubicBezTo>
                          <a:pt x="1090" y="193"/>
                          <a:pt x="1062" y="169"/>
                          <a:pt x="1034" y="150"/>
                        </a:cubicBezTo>
                        <a:cubicBezTo>
                          <a:pt x="915" y="217"/>
                          <a:pt x="915" y="217"/>
                          <a:pt x="915" y="217"/>
                        </a:cubicBezTo>
                        <a:cubicBezTo>
                          <a:pt x="905" y="212"/>
                          <a:pt x="905" y="212"/>
                          <a:pt x="905" y="212"/>
                        </a:cubicBezTo>
                        <a:cubicBezTo>
                          <a:pt x="875" y="199"/>
                          <a:pt x="845" y="189"/>
                          <a:pt x="813" y="182"/>
                        </a:cubicBezTo>
                        <a:cubicBezTo>
                          <a:pt x="802" y="179"/>
                          <a:pt x="802" y="179"/>
                          <a:pt x="802" y="179"/>
                        </a:cubicBezTo>
                        <a:cubicBezTo>
                          <a:pt x="752" y="47"/>
                          <a:pt x="752" y="47"/>
                          <a:pt x="752" y="47"/>
                        </a:cubicBezTo>
                        <a:cubicBezTo>
                          <a:pt x="718" y="44"/>
                          <a:pt x="682" y="44"/>
                          <a:pt x="681" y="44"/>
                        </a:cubicBezTo>
                        <a:cubicBezTo>
                          <a:pt x="681" y="44"/>
                          <a:pt x="645" y="44"/>
                          <a:pt x="610" y="47"/>
                        </a:cubicBezTo>
                        <a:cubicBezTo>
                          <a:pt x="561" y="179"/>
                          <a:pt x="561" y="179"/>
                          <a:pt x="561" y="179"/>
                        </a:cubicBezTo>
                        <a:cubicBezTo>
                          <a:pt x="549" y="182"/>
                          <a:pt x="549" y="182"/>
                          <a:pt x="549" y="182"/>
                        </a:cubicBezTo>
                        <a:cubicBezTo>
                          <a:pt x="518" y="189"/>
                          <a:pt x="488" y="199"/>
                          <a:pt x="458" y="212"/>
                        </a:cubicBezTo>
                        <a:cubicBezTo>
                          <a:pt x="448" y="217"/>
                          <a:pt x="448" y="217"/>
                          <a:pt x="448" y="217"/>
                        </a:cubicBezTo>
                        <a:cubicBezTo>
                          <a:pt x="329" y="149"/>
                          <a:pt x="329" y="149"/>
                          <a:pt x="329" y="149"/>
                        </a:cubicBezTo>
                        <a:cubicBezTo>
                          <a:pt x="300" y="169"/>
                          <a:pt x="273" y="192"/>
                          <a:pt x="272" y="192"/>
                        </a:cubicBezTo>
                        <a:cubicBezTo>
                          <a:pt x="272" y="193"/>
                          <a:pt x="244" y="216"/>
                          <a:pt x="220" y="241"/>
                        </a:cubicBezTo>
                        <a:cubicBezTo>
                          <a:pt x="262" y="359"/>
                          <a:pt x="262" y="359"/>
                          <a:pt x="262" y="359"/>
                        </a:cubicBezTo>
                        <a:cubicBezTo>
                          <a:pt x="254" y="369"/>
                          <a:pt x="254" y="369"/>
                          <a:pt x="254" y="369"/>
                        </a:cubicBezTo>
                        <a:cubicBezTo>
                          <a:pt x="229" y="399"/>
                          <a:pt x="209" y="433"/>
                          <a:pt x="192" y="468"/>
                        </a:cubicBezTo>
                        <a:cubicBezTo>
                          <a:pt x="187" y="478"/>
                          <a:pt x="187" y="478"/>
                          <a:pt x="187" y="478"/>
                        </a:cubicBezTo>
                        <a:cubicBezTo>
                          <a:pt x="70" y="500"/>
                          <a:pt x="70" y="500"/>
                          <a:pt x="70" y="500"/>
                        </a:cubicBezTo>
                        <a:cubicBezTo>
                          <a:pt x="61" y="533"/>
                          <a:pt x="55" y="569"/>
                          <a:pt x="55" y="569"/>
                        </a:cubicBezTo>
                        <a:cubicBezTo>
                          <a:pt x="55" y="570"/>
                          <a:pt x="48" y="605"/>
                          <a:pt x="45" y="640"/>
                        </a:cubicBezTo>
                        <a:cubicBezTo>
                          <a:pt x="143" y="698"/>
                          <a:pt x="143" y="698"/>
                          <a:pt x="143" y="698"/>
                        </a:cubicBezTo>
                        <a:cubicBezTo>
                          <a:pt x="144" y="709"/>
                          <a:pt x="144" y="709"/>
                          <a:pt x="144" y="709"/>
                        </a:cubicBezTo>
                        <a:cubicBezTo>
                          <a:pt x="146" y="752"/>
                          <a:pt x="154" y="794"/>
                          <a:pt x="167" y="834"/>
                        </a:cubicBezTo>
                        <a:cubicBezTo>
                          <a:pt x="170" y="846"/>
                          <a:pt x="170" y="846"/>
                          <a:pt x="170" y="846"/>
                        </a:cubicBezTo>
                        <a:cubicBezTo>
                          <a:pt x="97" y="935"/>
                          <a:pt x="97" y="935"/>
                          <a:pt x="97" y="935"/>
                        </a:cubicBezTo>
                        <a:cubicBezTo>
                          <a:pt x="112" y="966"/>
                          <a:pt x="130" y="997"/>
                          <a:pt x="130" y="998"/>
                        </a:cubicBezTo>
                        <a:cubicBezTo>
                          <a:pt x="130" y="998"/>
                          <a:pt x="148" y="1029"/>
                          <a:pt x="168" y="1058"/>
                        </a:cubicBezTo>
                        <a:cubicBezTo>
                          <a:pt x="290" y="1038"/>
                          <a:pt x="290" y="1038"/>
                          <a:pt x="290" y="1038"/>
                        </a:cubicBezTo>
                        <a:cubicBezTo>
                          <a:pt x="298" y="1045"/>
                          <a:pt x="298" y="1045"/>
                          <a:pt x="298" y="1045"/>
                        </a:cubicBezTo>
                        <a:cubicBezTo>
                          <a:pt x="324" y="1072"/>
                          <a:pt x="354" y="1095"/>
                          <a:pt x="386" y="1115"/>
                        </a:cubicBezTo>
                        <a:cubicBezTo>
                          <a:pt x="396" y="1121"/>
                          <a:pt x="396" y="1121"/>
                          <a:pt x="396" y="1121"/>
                        </a:cubicBezTo>
                        <a:cubicBezTo>
                          <a:pt x="397" y="1250"/>
                          <a:pt x="397" y="1250"/>
                          <a:pt x="397" y="1250"/>
                        </a:cubicBezTo>
                        <a:cubicBezTo>
                          <a:pt x="429" y="1265"/>
                          <a:pt x="463" y="1278"/>
                          <a:pt x="463" y="1278"/>
                        </a:cubicBezTo>
                        <a:cubicBezTo>
                          <a:pt x="463" y="1278"/>
                          <a:pt x="498" y="1290"/>
                          <a:pt x="531" y="1299"/>
                        </a:cubicBezTo>
                        <a:cubicBezTo>
                          <a:pt x="619" y="1197"/>
                          <a:pt x="619" y="1197"/>
                          <a:pt x="619" y="1197"/>
                        </a:cubicBezTo>
                        <a:cubicBezTo>
                          <a:pt x="630" y="1198"/>
                          <a:pt x="630" y="1198"/>
                          <a:pt x="630" y="1198"/>
                        </a:cubicBezTo>
                        <a:cubicBezTo>
                          <a:pt x="647" y="1199"/>
                          <a:pt x="665" y="1200"/>
                          <a:pt x="681" y="1200"/>
                        </a:cubicBezTo>
                        <a:cubicBezTo>
                          <a:pt x="698" y="1200"/>
                          <a:pt x="714" y="1199"/>
                          <a:pt x="731" y="1198"/>
                        </a:cubicBezTo>
                        <a:lnTo>
                          <a:pt x="742" y="1197"/>
                        </a:lnTo>
                        <a:close/>
                        <a:moveTo>
                          <a:pt x="681" y="1108"/>
                        </a:moveTo>
                        <a:cubicBezTo>
                          <a:pt x="447" y="1108"/>
                          <a:pt x="256" y="917"/>
                          <a:pt x="256" y="683"/>
                        </a:cubicBezTo>
                        <a:cubicBezTo>
                          <a:pt x="256" y="448"/>
                          <a:pt x="447" y="257"/>
                          <a:pt x="681" y="257"/>
                        </a:cubicBezTo>
                        <a:cubicBezTo>
                          <a:pt x="916" y="257"/>
                          <a:pt x="1107" y="448"/>
                          <a:pt x="1107" y="683"/>
                        </a:cubicBezTo>
                        <a:cubicBezTo>
                          <a:pt x="1107" y="917"/>
                          <a:pt x="916" y="1108"/>
                          <a:pt x="681" y="1108"/>
                        </a:cubicBezTo>
                        <a:close/>
                        <a:moveTo>
                          <a:pt x="681" y="301"/>
                        </a:moveTo>
                        <a:cubicBezTo>
                          <a:pt x="471" y="301"/>
                          <a:pt x="300" y="473"/>
                          <a:pt x="300" y="683"/>
                        </a:cubicBezTo>
                        <a:cubicBezTo>
                          <a:pt x="300" y="893"/>
                          <a:pt x="471" y="1064"/>
                          <a:pt x="681" y="1064"/>
                        </a:cubicBezTo>
                        <a:cubicBezTo>
                          <a:pt x="892" y="1064"/>
                          <a:pt x="1063" y="893"/>
                          <a:pt x="1063" y="683"/>
                        </a:cubicBezTo>
                        <a:cubicBezTo>
                          <a:pt x="1063" y="473"/>
                          <a:pt x="892" y="301"/>
                          <a:pt x="681" y="30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87" name="Grupo 186">
              <a:extLst>
                <a:ext uri="{FF2B5EF4-FFF2-40B4-BE49-F238E27FC236}">
                  <a16:creationId xmlns:a16="http://schemas.microsoft.com/office/drawing/2014/main" id="{3B0D7D0D-D52D-B4DB-FC27-CA64F6DCE5F2}"/>
                </a:ext>
              </a:extLst>
            </p:cNvPr>
            <p:cNvGrpSpPr/>
            <p:nvPr/>
          </p:nvGrpSpPr>
          <p:grpSpPr>
            <a:xfrm>
              <a:off x="1325570" y="1494503"/>
              <a:ext cx="972000" cy="1122694"/>
              <a:chOff x="200600" y="3064710"/>
              <a:chExt cx="1047297" cy="1122694"/>
            </a:xfrm>
          </p:grpSpPr>
          <p:sp>
            <p:nvSpPr>
              <p:cNvPr id="173" name="Rectangle: Rounded Corners 207">
                <a:extLst>
                  <a:ext uri="{FF2B5EF4-FFF2-40B4-BE49-F238E27FC236}">
                    <a16:creationId xmlns:a16="http://schemas.microsoft.com/office/drawing/2014/main" id="{CE87EDE3-3F63-0798-74CD-1BABF423BEF3}"/>
                  </a:ext>
                </a:extLst>
              </p:cNvPr>
              <p:cNvSpPr/>
              <p:nvPr/>
            </p:nvSpPr>
            <p:spPr>
              <a:xfrm>
                <a:off x="265562" y="3129671"/>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Abastecimiento Materia Prima</a:t>
                </a:r>
              </a:p>
            </p:txBody>
          </p:sp>
          <p:sp>
            <p:nvSpPr>
              <p:cNvPr id="174" name="Oval 20">
                <a:extLst>
                  <a:ext uri="{FF2B5EF4-FFF2-40B4-BE49-F238E27FC236}">
                    <a16:creationId xmlns:a16="http://schemas.microsoft.com/office/drawing/2014/main" id="{E49506CC-0133-F6D2-AFE5-74C23E70D201}"/>
                  </a:ext>
                </a:extLst>
              </p:cNvPr>
              <p:cNvSpPr>
                <a:spLocks noChangeAspect="1" noChangeArrowheads="1"/>
              </p:cNvSpPr>
              <p:nvPr/>
            </p:nvSpPr>
            <p:spPr bwMode="auto">
              <a:xfrm>
                <a:off x="200600" y="3064710"/>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4</a:t>
                </a:r>
              </a:p>
            </p:txBody>
          </p:sp>
          <p:pic>
            <p:nvPicPr>
              <p:cNvPr id="186" name="Gráfico 185">
                <a:extLst>
                  <a:ext uri="{FF2B5EF4-FFF2-40B4-BE49-F238E27FC236}">
                    <a16:creationId xmlns:a16="http://schemas.microsoft.com/office/drawing/2014/main" id="{92277299-7BE0-3C53-934A-8A0437430D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2992" y="3161291"/>
                <a:ext cx="442093" cy="442093"/>
              </a:xfrm>
              <a:prstGeom prst="rect">
                <a:avLst/>
              </a:prstGeom>
            </p:spPr>
          </p:pic>
        </p:grpSp>
      </p:grpSp>
      <p:sp>
        <p:nvSpPr>
          <p:cNvPr id="321" name="circle">
            <a:extLst>
              <a:ext uri="{FF2B5EF4-FFF2-40B4-BE49-F238E27FC236}">
                <a16:creationId xmlns:a16="http://schemas.microsoft.com/office/drawing/2014/main" id="{E4CC3419-8174-8B79-5434-517AB5AB468D}"/>
              </a:ext>
            </a:extLst>
          </p:cNvPr>
          <p:cNvSpPr/>
          <p:nvPr/>
        </p:nvSpPr>
        <p:spPr>
          <a:xfrm>
            <a:off x="8160124" y="3749187"/>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
        <p:nvSpPr>
          <p:cNvPr id="324" name="circle">
            <a:extLst>
              <a:ext uri="{FF2B5EF4-FFF2-40B4-BE49-F238E27FC236}">
                <a16:creationId xmlns:a16="http://schemas.microsoft.com/office/drawing/2014/main" id="{F50AE4CD-D39A-9DF6-2D48-7B1EEE00C215}"/>
              </a:ext>
            </a:extLst>
          </p:cNvPr>
          <p:cNvSpPr/>
          <p:nvPr/>
        </p:nvSpPr>
        <p:spPr>
          <a:xfrm>
            <a:off x="8156195" y="4242555"/>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Tree>
    <p:extLst>
      <p:ext uri="{BB962C8B-B14F-4D97-AF65-F5344CB8AC3E}">
        <p14:creationId xmlns:p14="http://schemas.microsoft.com/office/powerpoint/2010/main" val="33210624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C6B28-AAF1-C2F7-46ED-F669CBFFD49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F9E8F1C-6693-3433-C063-78A6AF1CFBDF}"/>
              </a:ext>
            </a:extLst>
          </p:cNvPr>
          <p:cNvGraphicFramePr>
            <a:graphicFrameLocks/>
          </p:cNvGraphicFramePr>
          <p:nvPr>
            <p:custDataLst>
              <p:tags r:id="rId1"/>
            </p:custDataLst>
            <p:extLst>
              <p:ext uri="{D42A27DB-BD31-4B8C-83A1-F6EECF244321}">
                <p14:modId xmlns:p14="http://schemas.microsoft.com/office/powerpoint/2010/main" val="30479145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think-cell data - do not delete" hidden="1">
                        <a:extLst>
                          <a:ext uri="{FF2B5EF4-FFF2-40B4-BE49-F238E27FC236}">
                            <a16:creationId xmlns:a16="http://schemas.microsoft.com/office/drawing/2014/main" id="{9F9E8F1C-6693-3433-C063-78A6AF1CFB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DAD9BD2-BE52-10EC-9CDA-E3735C7E0682}"/>
              </a:ext>
            </a:extLst>
          </p:cNvPr>
          <p:cNvSpPr>
            <a:spLocks noGrp="1"/>
          </p:cNvSpPr>
          <p:nvPr>
            <p:ph type="title"/>
          </p:nvPr>
        </p:nvSpPr>
        <p:spPr>
          <a:xfrm>
            <a:off x="630000" y="622800"/>
            <a:ext cx="10933350" cy="332399"/>
          </a:xfrm>
        </p:spPr>
        <p:txBody>
          <a:bodyPr vert="horz"/>
          <a:lstStyle/>
          <a:p>
            <a:r>
              <a:rPr lang="es-ES">
                <a:solidFill>
                  <a:schemeClr val="tx1"/>
                </a:solidFill>
              </a:rPr>
              <a:t>1.1 Apertura macroproceso| Gestión de Personas</a:t>
            </a:r>
            <a:r>
              <a:rPr lang="es-ES"/>
              <a:t/>
            </a:r>
            <a:endParaRPr lang="en-US"/>
          </a:p>
        </p:txBody>
      </p:sp>
      <p:sp>
        <p:nvSpPr>
          <p:cNvPr id="14" name="Rectangle: Rounded Corners 13">
            <a:extLst>
              <a:ext uri="{FF2B5EF4-FFF2-40B4-BE49-F238E27FC236}">
                <a16:creationId xmlns:a16="http://schemas.microsoft.com/office/drawing/2014/main" id="{D557824F-2D38-E7A8-ED51-6ACD2213DAE1}"/>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6C370A88-168F-8B88-3CD6-87017FBD8901}"/>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A</a:t>
            </a:r>
          </a:p>
        </p:txBody>
      </p:sp>
      <p:sp>
        <p:nvSpPr>
          <p:cNvPr id="65" name="Rectangle 64">
            <a:extLst>
              <a:ext uri="{FF2B5EF4-FFF2-40B4-BE49-F238E27FC236}">
                <a16:creationId xmlns:a16="http://schemas.microsoft.com/office/drawing/2014/main" id="{4E8FE7DD-372B-1367-24F5-A130156547BD}"/>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B</a:t>
            </a:r>
          </a:p>
        </p:txBody>
      </p:sp>
      <p:sp>
        <p:nvSpPr>
          <p:cNvPr id="66" name="Rectangle 65">
            <a:extLst>
              <a:ext uri="{FF2B5EF4-FFF2-40B4-BE49-F238E27FC236}">
                <a16:creationId xmlns:a16="http://schemas.microsoft.com/office/drawing/2014/main" id="{69A3126B-3E8B-B23F-FD1F-E984751244A4}"/>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C</a:t>
            </a:r>
          </a:p>
        </p:txBody>
      </p:sp>
      <p:sp>
        <p:nvSpPr>
          <p:cNvPr id="67" name="Rectangle 66">
            <a:extLst>
              <a:ext uri="{FF2B5EF4-FFF2-40B4-BE49-F238E27FC236}">
                <a16:creationId xmlns:a16="http://schemas.microsoft.com/office/drawing/2014/main" id="{E81D1137-D969-82C8-CA69-C6F2F0E57DB3}"/>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D</a:t>
            </a:r>
          </a:p>
        </p:txBody>
      </p:sp>
      <p:sp>
        <p:nvSpPr>
          <p:cNvPr id="68" name="Rectangle 67">
            <a:extLst>
              <a:ext uri="{FF2B5EF4-FFF2-40B4-BE49-F238E27FC236}">
                <a16:creationId xmlns:a16="http://schemas.microsoft.com/office/drawing/2014/main" id="{A77D84F6-2E5A-56BF-29F1-CFEC15EE4989}"/>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E</a:t>
            </a:r>
          </a:p>
        </p:txBody>
      </p:sp>
      <p:sp>
        <p:nvSpPr>
          <p:cNvPr id="125" name="Oval 20">
            <a:extLst>
              <a:ext uri="{FF2B5EF4-FFF2-40B4-BE49-F238E27FC236}">
                <a16:creationId xmlns:a16="http://schemas.microsoft.com/office/drawing/2014/main" id="{D36D8F35-5351-FC91-5120-476410493E1F}"/>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BCA8FD7F-AB8B-0BBE-1B34-1305910A6C0B}"/>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32F20EE4-BD1F-7E83-7AC0-DDF052844C61}"/>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49AB922E-995B-0D30-49E1-82642FFCE3B7}"/>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19BE8E34-E314-F579-A128-64091191AD64}"/>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sp>
        <p:nvSpPr>
          <p:cNvPr id="3" name="Rectangle 71">
            <a:extLst>
              <a:ext uri="{FF2B5EF4-FFF2-40B4-BE49-F238E27FC236}">
                <a16:creationId xmlns:a16="http://schemas.microsoft.com/office/drawing/2014/main" id="{FAA08493-73C6-105E-C16F-1F770ADFB51C}"/>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r>
              <a:rPr lang="es-ES" sz="1100">
                <a:solidFill>
                  <a:prstClr val="white"/>
                </a:solidFill>
                <a:latin typeface="Calibri"/>
              </a:rPr>
              <a:t/>
            </a:r>
          </a:p>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prstClr val="white"/>
                </a:solidFill>
                <a:latin typeface="Calibri"/>
              </a:rPr>
              <a:t>[Nombre del subproceso]</a:t>
            </a: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73">
            <a:extLst>
              <a:ext uri="{FF2B5EF4-FFF2-40B4-BE49-F238E27FC236}">
                <a16:creationId xmlns:a16="http://schemas.microsoft.com/office/drawing/2014/main" id="{DB667E83-76A1-BC59-BCD8-4211EA0E8307}"/>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6" name="Rectangle 75">
            <a:extLst>
              <a:ext uri="{FF2B5EF4-FFF2-40B4-BE49-F238E27FC236}">
                <a16:creationId xmlns:a16="http://schemas.microsoft.com/office/drawing/2014/main" id="{8339565B-0E88-9FD3-D94F-641D553BC782}"/>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r>
              <a:rPr lang="es-ES" sz="1100">
                <a:solidFill>
                  <a:prstClr val="white"/>
                </a:solidFill>
              </a:rPr>
              <a:t>[Nombre del subproceso]</a:t>
            </a:r>
          </a:p>
        </p:txBody>
      </p:sp>
      <p:sp>
        <p:nvSpPr>
          <p:cNvPr id="7" name="Rectangle: Rounded Corners 146">
            <a:extLst>
              <a:ext uri="{FF2B5EF4-FFF2-40B4-BE49-F238E27FC236}">
                <a16:creationId xmlns:a16="http://schemas.microsoft.com/office/drawing/2014/main" id="{F9F2C9CC-2D41-ACFA-0B6A-66D4AF4666BA}"/>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9" name="Rectangle: Rounded Corners 148">
            <a:extLst>
              <a:ext uri="{FF2B5EF4-FFF2-40B4-BE49-F238E27FC236}">
                <a16:creationId xmlns:a16="http://schemas.microsoft.com/office/drawing/2014/main" id="{E18EBC7C-1640-B60A-29F9-0BB41F0AA956}"/>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0" name="Rectangle: Rounded Corners 151">
            <a:extLst>
              <a:ext uri="{FF2B5EF4-FFF2-40B4-BE49-F238E27FC236}">
                <a16:creationId xmlns:a16="http://schemas.microsoft.com/office/drawing/2014/main" id="{308D1DAE-81D0-B36F-9F63-37909354E285}"/>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1" name="Rectangle 73">
            <a:extLst>
              <a:ext uri="{FF2B5EF4-FFF2-40B4-BE49-F238E27FC236}">
                <a16:creationId xmlns:a16="http://schemas.microsoft.com/office/drawing/2014/main" id="{BF2C9BA4-0D61-3A7D-6D66-5373C1D6C270}"/>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2" name="Rectangle: Rounded Corners 148">
            <a:extLst>
              <a:ext uri="{FF2B5EF4-FFF2-40B4-BE49-F238E27FC236}">
                <a16:creationId xmlns:a16="http://schemas.microsoft.com/office/drawing/2014/main" id="{E18D09D3-7E77-5D87-E2B2-2B1490AF062D}"/>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3" name="Rectangle 36">
            <a:extLst>
              <a:ext uri="{FF2B5EF4-FFF2-40B4-BE49-F238E27FC236}">
                <a16:creationId xmlns:a16="http://schemas.microsoft.com/office/drawing/2014/main" id="{044FE509-F6B2-8BD5-8CE3-BC58A326DC7E}"/>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5" name="Rectangle: Rounded Corners 37">
            <a:extLst>
              <a:ext uri="{FF2B5EF4-FFF2-40B4-BE49-F238E27FC236}">
                <a16:creationId xmlns:a16="http://schemas.microsoft.com/office/drawing/2014/main" id="{B014C212-D016-C937-77BF-13573E3D95C4}"/>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6" name="Rectangle 38">
            <a:extLst>
              <a:ext uri="{FF2B5EF4-FFF2-40B4-BE49-F238E27FC236}">
                <a16:creationId xmlns:a16="http://schemas.microsoft.com/office/drawing/2014/main" id="{5FE697D7-68A9-8860-1667-2E4F228681B0}"/>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white"/>
                </a:solidFill>
                <a:effectLst/>
                <a:uLnTx/>
                <a:uFillTx/>
                <a:latin typeface="Calibri"/>
                <a:ea typeface="+mn-ea"/>
                <a:cs typeface="+mn-cs"/>
              </a:rPr>
              <a:t>[Nombre del subproceso]</a:t>
            </a:r>
            <a:r>
              <a:rPr lang="es-ES" sz="1100" dirty="0">
                <a:solidFill>
                  <a:prstClr val="white"/>
                </a:solidFill>
                <a:latin typeface="Calibri"/>
              </a:rPr>
              <a:t/>
            </a:r>
            <a:endParaRPr kumimoji="0" lang="es-ES" sz="11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Rectangle: Rounded Corners 39">
            <a:extLst>
              <a:ext uri="{FF2B5EF4-FFF2-40B4-BE49-F238E27FC236}">
                <a16:creationId xmlns:a16="http://schemas.microsoft.com/office/drawing/2014/main" id="{07E5D3B1-1CC8-F2DF-4A11-AE051F851556}"/>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 name="Rectangle 40">
            <a:extLst>
              <a:ext uri="{FF2B5EF4-FFF2-40B4-BE49-F238E27FC236}">
                <a16:creationId xmlns:a16="http://schemas.microsoft.com/office/drawing/2014/main" id="{59528DF9-D147-7FE4-2979-ACE7F19C02DB}"/>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 name="Rectangle: Rounded Corners 41">
            <a:extLst>
              <a:ext uri="{FF2B5EF4-FFF2-40B4-BE49-F238E27FC236}">
                <a16:creationId xmlns:a16="http://schemas.microsoft.com/office/drawing/2014/main" id="{3BF4BC09-8349-A8A1-6C37-75AA915C6CD5}"/>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2" name="Rectangle 42">
            <a:extLst>
              <a:ext uri="{FF2B5EF4-FFF2-40B4-BE49-F238E27FC236}">
                <a16:creationId xmlns:a16="http://schemas.microsoft.com/office/drawing/2014/main" id="{6210FA47-760D-A797-3D94-525C5508C55E}"/>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3" name="Rectangle: Rounded Corners 43">
            <a:extLst>
              <a:ext uri="{FF2B5EF4-FFF2-40B4-BE49-F238E27FC236}">
                <a16:creationId xmlns:a16="http://schemas.microsoft.com/office/drawing/2014/main" id="{374C11B9-FC2A-417C-2FDC-E0AFBE77A56F}"/>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4" name="Rectangle 44">
            <a:extLst>
              <a:ext uri="{FF2B5EF4-FFF2-40B4-BE49-F238E27FC236}">
                <a16:creationId xmlns:a16="http://schemas.microsoft.com/office/drawing/2014/main" id="{C7BF6797-4F2E-5D13-4A90-DEE3020B4572}"/>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5" name="Rectangle: Rounded Corners 45">
            <a:extLst>
              <a:ext uri="{FF2B5EF4-FFF2-40B4-BE49-F238E27FC236}">
                <a16:creationId xmlns:a16="http://schemas.microsoft.com/office/drawing/2014/main" id="{70A6E2C4-E445-CB63-8344-962627FCD5B2}"/>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6" name="Rectangle 46">
            <a:extLst>
              <a:ext uri="{FF2B5EF4-FFF2-40B4-BE49-F238E27FC236}">
                <a16:creationId xmlns:a16="http://schemas.microsoft.com/office/drawing/2014/main" id="{3505C5B6-3A43-0839-7AEA-BEBC5F9BA2F7}"/>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7" name="Rectangle: Rounded Corners 47">
            <a:extLst>
              <a:ext uri="{FF2B5EF4-FFF2-40B4-BE49-F238E27FC236}">
                <a16:creationId xmlns:a16="http://schemas.microsoft.com/office/drawing/2014/main" id="{6DF7F887-68F6-3712-B761-78595C216D38}"/>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9" name="Rectangle 48">
            <a:extLst>
              <a:ext uri="{FF2B5EF4-FFF2-40B4-BE49-F238E27FC236}">
                <a16:creationId xmlns:a16="http://schemas.microsoft.com/office/drawing/2014/main" id="{9E8FA1A8-A32C-415D-6244-1EE864CD55A1}"/>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37" name="Rectangle: Rounded Corners 49">
            <a:extLst>
              <a:ext uri="{FF2B5EF4-FFF2-40B4-BE49-F238E27FC236}">
                <a16:creationId xmlns:a16="http://schemas.microsoft.com/office/drawing/2014/main" id="{147F4F6A-E6E5-578A-75E8-D1DE81289704}"/>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38" name="Rectangle 59">
            <a:extLst>
              <a:ext uri="{FF2B5EF4-FFF2-40B4-BE49-F238E27FC236}">
                <a16:creationId xmlns:a16="http://schemas.microsoft.com/office/drawing/2014/main" id="{1A112D21-1F0B-1D3B-7CA0-E357CF5B8A67}"/>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39" name="Rectangle: Rounded Corners 60">
            <a:extLst>
              <a:ext uri="{FF2B5EF4-FFF2-40B4-BE49-F238E27FC236}">
                <a16:creationId xmlns:a16="http://schemas.microsoft.com/office/drawing/2014/main" id="{F7E681DF-466D-1414-8C7B-709737F471CE}"/>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40" name="Rectangle 38">
            <a:extLst>
              <a:ext uri="{FF2B5EF4-FFF2-40B4-BE49-F238E27FC236}">
                <a16:creationId xmlns:a16="http://schemas.microsoft.com/office/drawing/2014/main" id="{8A89A637-096E-BAD5-BE0F-614C60A97241}"/>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41" name="Rectangle: Rounded Corners 39">
            <a:extLst>
              <a:ext uri="{FF2B5EF4-FFF2-40B4-BE49-F238E27FC236}">
                <a16:creationId xmlns:a16="http://schemas.microsoft.com/office/drawing/2014/main" id="{E6F1DFE4-8AAF-802B-E8E9-51FEDF15D634}"/>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42" name="Rectangle 38">
            <a:extLst>
              <a:ext uri="{FF2B5EF4-FFF2-40B4-BE49-F238E27FC236}">
                <a16:creationId xmlns:a16="http://schemas.microsoft.com/office/drawing/2014/main" id="{169E401D-AB20-1686-0C29-641953F23134}"/>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43" name="Rectangle: Rounded Corners 39">
            <a:extLst>
              <a:ext uri="{FF2B5EF4-FFF2-40B4-BE49-F238E27FC236}">
                <a16:creationId xmlns:a16="http://schemas.microsoft.com/office/drawing/2014/main" id="{085BD5DB-EC21-95F3-DFE5-8143DB56ECC9}"/>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50" name="Rectangle 18">
            <a:extLst>
              <a:ext uri="{FF2B5EF4-FFF2-40B4-BE49-F238E27FC236}">
                <a16:creationId xmlns:a16="http://schemas.microsoft.com/office/drawing/2014/main" id="{B34CC17D-6575-EE88-EE7B-4F245C5D7BE6}"/>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51" name="Rectangle: Rounded Corners 19">
            <a:extLst>
              <a:ext uri="{FF2B5EF4-FFF2-40B4-BE49-F238E27FC236}">
                <a16:creationId xmlns:a16="http://schemas.microsoft.com/office/drawing/2014/main" id="{1A68E9B6-41DF-2B02-12B7-C496B8FA1C0A}"/>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52" name="Rectangle 27">
            <a:extLst>
              <a:ext uri="{FF2B5EF4-FFF2-40B4-BE49-F238E27FC236}">
                <a16:creationId xmlns:a16="http://schemas.microsoft.com/office/drawing/2014/main" id="{8D98ADBC-05F0-1008-48DE-EEC8A8C8DE2A}"/>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53" name="Rectangle: Rounded Corners 29">
            <a:extLst>
              <a:ext uri="{FF2B5EF4-FFF2-40B4-BE49-F238E27FC236}">
                <a16:creationId xmlns:a16="http://schemas.microsoft.com/office/drawing/2014/main" id="{C0E48708-F7F9-E42E-0EB4-728153095FE5}"/>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54" name="Rectangle 30">
            <a:extLst>
              <a:ext uri="{FF2B5EF4-FFF2-40B4-BE49-F238E27FC236}">
                <a16:creationId xmlns:a16="http://schemas.microsoft.com/office/drawing/2014/main" id="{F919EA38-3F4F-DDE6-DCE0-8B0E6953538F}"/>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55" name="Rectangle: Rounded Corners 31">
            <a:extLst>
              <a:ext uri="{FF2B5EF4-FFF2-40B4-BE49-F238E27FC236}">
                <a16:creationId xmlns:a16="http://schemas.microsoft.com/office/drawing/2014/main" id="{B061D6C9-F05A-055F-C242-F65A98C33F05}"/>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56" name="Rectangle 32">
            <a:extLst>
              <a:ext uri="{FF2B5EF4-FFF2-40B4-BE49-F238E27FC236}">
                <a16:creationId xmlns:a16="http://schemas.microsoft.com/office/drawing/2014/main" id="{3C1B1663-79A1-EE26-B388-5B34C356ED25}"/>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57" name="Rectangle: Rounded Corners 33">
            <a:extLst>
              <a:ext uri="{FF2B5EF4-FFF2-40B4-BE49-F238E27FC236}">
                <a16:creationId xmlns:a16="http://schemas.microsoft.com/office/drawing/2014/main" id="{BE9AAA0A-8E09-9073-E724-54B3E4E9692B}"/>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2" name="Rectangle 38">
            <a:extLst>
              <a:ext uri="{FF2B5EF4-FFF2-40B4-BE49-F238E27FC236}">
                <a16:creationId xmlns:a16="http://schemas.microsoft.com/office/drawing/2014/main" id="{7C36A88F-3D1E-8AE3-2D07-6740184F1D07}"/>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a:p>
            <a:pPr algn="ctr" eaLnBrk="0" hangingPunct="0"/>
            <a:r>
              <a:rPr lang="es-ES" sz="1100">
                <a:solidFill>
                  <a:prstClr val="white"/>
                </a:solidFill>
                <a:latin typeface="Calibri"/>
              </a:rPr>
              <a:t>[Nombre del subproceso]</a:t>
            </a:r>
          </a:p>
        </p:txBody>
      </p:sp>
      <p:sp>
        <p:nvSpPr>
          <p:cNvPr id="74" name="Rectangle: Rounded Corners 39">
            <a:extLst>
              <a:ext uri="{FF2B5EF4-FFF2-40B4-BE49-F238E27FC236}">
                <a16:creationId xmlns:a16="http://schemas.microsoft.com/office/drawing/2014/main" id="{345346D9-8FDC-898A-6011-C87F3DA0354B}"/>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Tree>
    <p:extLst>
      <p:ext uri="{BB962C8B-B14F-4D97-AF65-F5344CB8AC3E}">
        <p14:creationId xmlns:p14="http://schemas.microsoft.com/office/powerpoint/2010/main" val="8677051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3504882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sz="2400">
                <a:solidFill>
                  <a:schemeClr val="tx1"/>
                </a:solidFill>
              </a:rPr>
              <a:t>1.2 Ficha resumen| Gestión de Personas</a:t>
            </a:r>
            <a:r>
              <a:rPr lang="es-CL" sz="2400"/>
              <a:t/>
            </a:r>
            <a:endParaRPr lang="es-CL"/>
          </a:p>
        </p:txBody>
      </p:sp>
      <p:grpSp>
        <p:nvGrpSpPr>
          <p:cNvPr id="4" name="Group 3">
            <a:extLst>
              <a:ext uri="{FF2B5EF4-FFF2-40B4-BE49-F238E27FC236}">
                <a16:creationId xmlns:a16="http://schemas.microsoft.com/office/drawing/2014/main" id="{7A25CEF4-E822-1C6D-B1C5-B9B96BE91683}"/>
              </a:ext>
            </a:extLst>
          </p:cNvPr>
          <p:cNvGrpSpPr/>
          <p:nvPr/>
        </p:nvGrpSpPr>
        <p:grpSpPr>
          <a:xfrm>
            <a:off x="630000" y="1359148"/>
            <a:ext cx="10933349" cy="332399"/>
            <a:chOff x="630000" y="1359148"/>
            <a:chExt cx="10933349" cy="332399"/>
          </a:xfrm>
        </p:grpSpPr>
        <p:sp>
          <p:nvSpPr>
            <p:cNvPr id="15" name="Rectangle: Rounded Corners 14">
              <a:extLst>
                <a:ext uri="{FF2B5EF4-FFF2-40B4-BE49-F238E27FC236}">
                  <a16:creationId xmlns:a16="http://schemas.microsoft.com/office/drawing/2014/main" id="{AEA412CF-F8FC-78CF-20B5-757976C25198}"/>
                </a:ext>
              </a:extLst>
            </p:cNvPr>
            <p:cNvSpPr/>
            <p:nvPr/>
          </p:nvSpPr>
          <p:spPr>
            <a:xfrm>
              <a:off x="630000" y="1359148"/>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20" name="Rectangle 19">
              <a:extLst>
                <a:ext uri="{FF2B5EF4-FFF2-40B4-BE49-F238E27FC236}">
                  <a16:creationId xmlns:a16="http://schemas.microsoft.com/office/drawing/2014/main" id="{F7445E2D-DB62-F1B6-E54D-2B44E5DDBCD3}"/>
                </a:ext>
              </a:extLst>
            </p:cNvPr>
            <p:cNvSpPr/>
            <p:nvPr/>
          </p:nvSpPr>
          <p:spPr>
            <a:xfrm>
              <a:off x="1720808" y="1359148"/>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grpSp>
        <p:nvGrpSpPr>
          <p:cNvPr id="5" name="Group 4">
            <a:extLst>
              <a:ext uri="{FF2B5EF4-FFF2-40B4-BE49-F238E27FC236}">
                <a16:creationId xmlns:a16="http://schemas.microsoft.com/office/drawing/2014/main" id="{DA62C16D-91DA-71C3-B2CE-2B18953B8240}"/>
              </a:ext>
            </a:extLst>
          </p:cNvPr>
          <p:cNvGrpSpPr/>
          <p:nvPr/>
        </p:nvGrpSpPr>
        <p:grpSpPr>
          <a:xfrm>
            <a:off x="630000" y="1765503"/>
            <a:ext cx="10933349" cy="332399"/>
            <a:chOff x="630000" y="1765503"/>
            <a:chExt cx="10933349" cy="332399"/>
          </a:xfrm>
        </p:grpSpPr>
        <p:sp>
          <p:nvSpPr>
            <p:cNvPr id="16" name="Rectangle: Rounded Corners 15">
              <a:extLst>
                <a:ext uri="{FF2B5EF4-FFF2-40B4-BE49-F238E27FC236}">
                  <a16:creationId xmlns:a16="http://schemas.microsoft.com/office/drawing/2014/main" id="{A197E44B-A326-4EDA-2ADD-4DD9AD017A53}"/>
                </a:ext>
              </a:extLst>
            </p:cNvPr>
            <p:cNvSpPr/>
            <p:nvPr/>
          </p:nvSpPr>
          <p:spPr>
            <a:xfrm>
              <a:off x="630000" y="1765503"/>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Propósito</a:t>
              </a:r>
            </a:p>
          </p:txBody>
        </p:sp>
        <p:sp>
          <p:nvSpPr>
            <p:cNvPr id="21" name="Rectangle 20">
              <a:extLst>
                <a:ext uri="{FF2B5EF4-FFF2-40B4-BE49-F238E27FC236}">
                  <a16:creationId xmlns:a16="http://schemas.microsoft.com/office/drawing/2014/main" id="{B3A1595F-694A-5E39-0AA8-417EB43DFBF4}"/>
                </a:ext>
              </a:extLst>
            </p:cNvPr>
            <p:cNvSpPr/>
            <p:nvPr/>
          </p:nvSpPr>
          <p:spPr>
            <a:xfrm>
              <a:off x="1720808" y="1765503"/>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sp>
        <p:nvSpPr>
          <p:cNvPr id="13" name="Rectangle: Rounded Corners 12">
            <a:extLst>
              <a:ext uri="{FF2B5EF4-FFF2-40B4-BE49-F238E27FC236}">
                <a16:creationId xmlns:a16="http://schemas.microsoft.com/office/drawing/2014/main" id="{DE9B9480-A9A2-9942-A477-870473C934B0}"/>
              </a:ext>
            </a:extLst>
          </p:cNvPr>
          <p:cNvSpPr/>
          <p:nvPr/>
        </p:nvSpPr>
        <p:spPr>
          <a:xfrm>
            <a:off x="630000"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2502"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22" name="Rectangle 21">
            <a:extLst>
              <a:ext uri="{FF2B5EF4-FFF2-40B4-BE49-F238E27FC236}">
                <a16:creationId xmlns:a16="http://schemas.microsoft.com/office/drawing/2014/main" id="{2177C376-7E30-0CA1-FADA-FA61E831651C}"/>
              </a:ext>
            </a:extLst>
          </p:cNvPr>
          <p:cNvSpPr/>
          <p:nvPr/>
        </p:nvSpPr>
        <p:spPr>
          <a:xfrm>
            <a:off x="630000"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lvl="1" indent="-216000">
              <a:lnSpc>
                <a:spcPct val="90000"/>
              </a:lnSpc>
              <a:buClr>
                <a:srgbClr val="EA7600"/>
              </a:buClr>
              <a:buFont typeface="Trebuchet MS" panose="020B0603020202020204" pitchFamily="34" charset="0"/>
              <a:buChar char="•"/>
              <a:defRPr/>
            </a:pPr>
            <a:r>
              <a:rPr lang="es-CL" sz="1200" b="0" i="0" u="none" strike="noStrike" kern="1200">
                <a:solidFill>
                  <a:srgbClr val="696158"/>
                </a:solidFill>
                <a:effectLst/>
                <a:latin typeface="+mn-lt"/>
                <a:ea typeface="+mn-ea"/>
                <a:cs typeface="+mn-cs"/>
              </a:rPr>
              <a:t>[Por completar]</a:t>
            </a:r>
            <a:r>
              <a:rPr lang="es-CL" sz="1200">
                <a:solidFill>
                  <a:srgbClr val="696158"/>
                </a:solidFill>
              </a:rPr>
              <a:t/>
            </a:r>
            <a:r>
              <a:rPr lang="en-US" sz="1200">
                <a:solidFill>
                  <a:srgbClr val="696158"/>
                </a:solidFill>
                <a:ea typeface="Calibri"/>
                <a:cs typeface="Calibri"/>
                <a:sym typeface="Rosario"/>
              </a:rPr>
              <a:t/>
            </a:r>
            <a:r>
              <a:rPr lang="en-US" sz="1200" err="1">
                <a:solidFill>
                  <a:srgbClr val="696158"/>
                </a:solidFill>
                <a:ea typeface="Calibri"/>
                <a:cs typeface="Calibri"/>
                <a:sym typeface="Rosario"/>
              </a:rPr>
              <a:t/>
            </a:r>
            <a:r>
              <a:rPr lang="en-US" sz="1200">
                <a:solidFill>
                  <a:srgbClr val="696158"/>
                </a:solidFill>
                <a:ea typeface="Calibri"/>
                <a:cs typeface="Calibri"/>
                <a:sym typeface="Rosario"/>
              </a:rPr>
              <a:t/>
            </a:r>
            <a:endParaRPr lang="es-CL" sz="1200" b="0" i="0" u="none" strike="noStrike" kern="1200">
              <a:solidFill>
                <a:srgbClr val="696158"/>
              </a:solidFill>
              <a:effectLst/>
              <a:latin typeface="+mn-lt"/>
              <a:ea typeface="+mn-ea"/>
              <a:cs typeface="+mn-cs"/>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cap="none" spc="0" normalizeH="0" baseline="0" noProof="0">
                <a:ln>
                  <a:noFill/>
                </a:ln>
                <a:solidFill>
                  <a:srgbClr val="696158"/>
                </a:solidFill>
                <a:uLnTx/>
                <a:uFillTx/>
              </a:rPr>
              <a:t>[Por completar]</a:t>
            </a: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kumimoji="0" lang="es-CL" sz="1300" b="0" i="0" u="none" strike="noStrike" kern="1200" cap="none" spc="0" normalizeH="0" baseline="0" noProof="0">
              <a:ln>
                <a:noFill/>
              </a:ln>
              <a:solidFill>
                <a:srgbClr val="696158"/>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2502"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30000"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2502"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err="1">
                <a:ln>
                  <a:noFill/>
                </a:ln>
                <a:solidFill>
                  <a:srgbClr val="FFFFFF"/>
                </a:solidFill>
                <a:effectLst/>
                <a:uLnTx/>
                <a:uFillTx/>
                <a:latin typeface="Calibri"/>
                <a:ea typeface="+mn-ea"/>
                <a:cs typeface="+mn-cs"/>
              </a:rPr>
              <a:t>KPIs</a:t>
            </a:r>
            <a:endParaRPr kumimoji="0" lang="es-CL" sz="1600" b="0" i="0" u="none" strike="noStrike" kern="1200" cap="none" spc="0" normalizeH="0" baseline="0" noProof="0">
              <a:ln>
                <a:noFill/>
              </a:ln>
              <a:solidFill>
                <a:srgbClr val="FFFFFF"/>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30000"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3850" lvl="1" indent="-215900">
              <a:buClr>
                <a:srgbClr val="EA7600"/>
              </a:buClr>
              <a:buFont typeface="Trebuchet MS" panose="020B0603020202020204" pitchFamily="34" charset="0"/>
              <a:buChar char="•"/>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Canva Sans"/>
              </a:rPr>
              <a:t>[Por completar]</a:t>
            </a:r>
            <a:endParaRPr kumimoji="0" lang="es-CL" sz="1200" b="0" i="0" u="none" strike="noStrike" kern="1200" cap="none" spc="0" normalizeH="0" baseline="0" noProof="0">
              <a:ln>
                <a:noFill/>
              </a:ln>
              <a:solidFill>
                <a:prstClr val="white"/>
              </a:solidFill>
              <a:effectLst/>
              <a:uLnTx/>
              <a:uFillTx/>
              <a:latin typeface="Calibri"/>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endParaRPr kumimoji="0" lang="es-CL" sz="1200" b="0" i="0" u="none" strike="noStrike" kern="1200" cap="none" spc="0" normalizeH="0" baseline="0" noProof="0">
              <a:ln>
                <a:noFill/>
              </a:ln>
              <a:solidFill>
                <a:srgbClr val="696158"/>
              </a:solidFill>
              <a:effectLst/>
              <a:uLnTx/>
              <a:uFillTx/>
              <a:latin typeface="Calibri"/>
              <a:ea typeface="+mn-ea"/>
              <a:cs typeface="+mn-cs"/>
              <a:sym typeface="Canva Sans"/>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4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4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400" b="0" i="0" u="none" strike="noStrike" kern="1200" cap="none" spc="0" normalizeH="0" baseline="0" noProof="0">
              <a:ln>
                <a:noFill/>
              </a:ln>
              <a:solidFill>
                <a:srgbClr val="696158"/>
              </a:solidFill>
              <a:effectLst/>
              <a:uLnTx/>
              <a:uFillTx/>
              <a:latin typeface="Calibri"/>
              <a:ea typeface="Calibri"/>
              <a:cs typeface="Calibri"/>
            </a:endParaRPr>
          </a:p>
        </p:txBody>
      </p:sp>
      <p:sp>
        <p:nvSpPr>
          <p:cNvPr id="25" name="Rectangle 24">
            <a:extLst>
              <a:ext uri="{FF2B5EF4-FFF2-40B4-BE49-F238E27FC236}">
                <a16:creationId xmlns:a16="http://schemas.microsoft.com/office/drawing/2014/main" id="{B2F41C3D-95D7-418F-54E2-31AE7CF2F187}"/>
              </a:ext>
            </a:extLst>
          </p:cNvPr>
          <p:cNvSpPr/>
          <p:nvPr/>
        </p:nvSpPr>
        <p:spPr>
          <a:xfrm>
            <a:off x="6322502"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lang="es-CL" sz="1200">
                <a:solidFill>
                  <a:srgbClr val="696158"/>
                </a:solidFill>
                <a:latin typeface="Calibri"/>
              </a:rPr>
              <a:t>[Por completar]</a:t>
            </a: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err="1">
                <a:ln>
                  <a:noFill/>
                </a:ln>
                <a:solidFill>
                  <a:srgbClr val="696158"/>
                </a:solidFill>
                <a:effectLst/>
                <a:uLnTx/>
                <a:uFillTx/>
                <a:latin typeface="Calibri"/>
                <a:ea typeface="+mn-ea"/>
                <a:cs typeface="+mn-cs"/>
              </a:rPr>
              <a:t>[Por completar]</a:t>
            </a:r>
            <a:r>
              <a:rPr kumimoji="0" lang="es-CL" sz="1200" b="0" i="0" u="none" strike="noStrike" kern="1200" cap="none" spc="0" normalizeH="0" baseline="0" noProof="0">
                <a:ln>
                  <a:noFill/>
                </a:ln>
                <a:solidFill>
                  <a:srgbClr val="696158"/>
                </a:solidFill>
                <a:effectLst/>
                <a:uLnTx/>
                <a:uFillTx/>
                <a:latin typeface="Calibri"/>
                <a:ea typeface="+mn-ea"/>
                <a:cs typeface="+mn-cs"/>
              </a:rPr>
              <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3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300" b="0" i="0" u="none" strike="noStrike" kern="1200" cap="none" spc="0" normalizeH="0" baseline="0" noProof="0">
              <a:ln>
                <a:noFill/>
              </a:ln>
              <a:solidFill>
                <a:srgbClr val="696158"/>
              </a:solidFill>
              <a:effectLst/>
              <a:uLnTx/>
              <a:uFillTx/>
              <a:latin typeface="Calibri"/>
              <a:ea typeface="+mn-ea"/>
              <a:cs typeface="+mn-cs"/>
            </a:endParaRPr>
          </a:p>
          <a:p>
            <a:pPr marL="108000" marR="0" lvl="1" indent="0" algn="l" defTabSz="914400" rtl="0" eaLnBrk="1" fontAlgn="auto" latinLnBrk="0" hangingPunct="1">
              <a:lnSpc>
                <a:spcPct val="100000"/>
              </a:lnSpc>
              <a:spcBef>
                <a:spcPts val="0"/>
              </a:spcBef>
              <a:spcAft>
                <a:spcPts val="0"/>
              </a:spcAft>
              <a:buClr>
                <a:srgbClr val="EA7600"/>
              </a:buClr>
              <a:buSzTx/>
              <a:buFontTx/>
              <a:buNone/>
              <a:tabLst/>
              <a:defRPr/>
            </a:pPr>
            <a:endParaRPr kumimoji="0" lang="es-CL" sz="1400" b="0" i="0" u="none" strike="noStrike" kern="1200" cap="none" spc="0" normalizeH="0" baseline="0" noProof="0">
              <a:ln>
                <a:noFill/>
              </a:ln>
              <a:solidFill>
                <a:srgbClr val="696158"/>
              </a:solidFill>
              <a:effectLst/>
              <a:uLnTx/>
              <a:uFillTx/>
              <a:latin typeface="Calibri"/>
              <a:ea typeface="+mn-ea"/>
              <a:cs typeface="+mn-cs"/>
            </a:endParaRPr>
          </a:p>
        </p:txBody>
      </p:sp>
      <p:sp>
        <p:nvSpPr>
          <p:cNvPr id="3" name="Rectangle: Rounded Corners 2">
            <a:extLst>
              <a:ext uri="{FF2B5EF4-FFF2-40B4-BE49-F238E27FC236}">
                <a16:creationId xmlns:a16="http://schemas.microsoft.com/office/drawing/2014/main" id="{533E8648-5A35-1091-72CB-D92EF65AA7D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CuadroTexto 6">
            <a:extLst>
              <a:ext uri="{FF2B5EF4-FFF2-40B4-BE49-F238E27FC236}">
                <a16:creationId xmlns:a16="http://schemas.microsoft.com/office/drawing/2014/main" id="{12B5CE1C-D43F-219B-BC44-17C1BC11F49B}"/>
              </a:ext>
            </a:extLst>
          </p:cNvPr>
          <p:cNvSpPr txBox="1"/>
          <p:nvPr/>
        </p:nvSpPr>
        <p:spPr>
          <a:xfrm>
            <a:off x="1711598" y="1319168"/>
            <a:ext cx="9841192"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2" name="CuadroTexto 11">
            <a:extLst>
              <a:ext uri="{FF2B5EF4-FFF2-40B4-BE49-F238E27FC236}">
                <a16:creationId xmlns:a16="http://schemas.microsoft.com/office/drawing/2014/main" id="{A27DC814-B470-D96E-D52F-0E4FFEAD6CD9}"/>
              </a:ext>
            </a:extLst>
          </p:cNvPr>
          <p:cNvSpPr txBox="1"/>
          <p:nvPr/>
        </p:nvSpPr>
        <p:spPr>
          <a:xfrm>
            <a:off x="1701038" y="1691547"/>
            <a:ext cx="10241579"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p:txBody>
      </p:sp>
    </p:spTree>
    <p:extLst>
      <p:ext uri="{BB962C8B-B14F-4D97-AF65-F5344CB8AC3E}">
        <p14:creationId xmlns:p14="http://schemas.microsoft.com/office/powerpoint/2010/main" val="15994363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7F67F93-565D-3E84-D34B-0182E71AB52D}"/>
              </a:ext>
            </a:extLst>
          </p:cNvPr>
          <p:cNvGraphicFramePr>
            <a:graphicFrameLocks/>
          </p:cNvGraphicFramePr>
          <p:nvPr>
            <p:custDataLst>
              <p:tags r:id="rId1"/>
            </p:custDataLst>
            <p:extLst>
              <p:ext uri="{D42A27DB-BD31-4B8C-83A1-F6EECF244321}">
                <p14:modId xmlns:p14="http://schemas.microsoft.com/office/powerpoint/2010/main" val="1975197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2" imgW="404" imgH="405" progId="TCLayout.ActiveDocument.1">
                  <p:embed/>
                </p:oleObj>
              </mc:Choice>
              <mc:Fallback>
                <p:oleObj name="Diapositiva de think-cell" r:id="rId12" imgW="404" imgH="405" progId="TCLayout.ActiveDocument.1">
                  <p:embed/>
                  <p:pic>
                    <p:nvPicPr>
                      <p:cNvPr id="5" name="think-cell data - do not delete" hidden="1">
                        <a:extLst>
                          <a:ext uri="{FF2B5EF4-FFF2-40B4-BE49-F238E27FC236}">
                            <a16:creationId xmlns:a16="http://schemas.microsoft.com/office/drawing/2014/main" id="{B7F67F93-565D-3E84-D34B-0182E71AB52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cxnSp>
        <p:nvCxnSpPr>
          <p:cNvPr id="12" name="Straight Arrow Connector 11">
            <a:extLst>
              <a:ext uri="{FF2B5EF4-FFF2-40B4-BE49-F238E27FC236}">
                <a16:creationId xmlns:a16="http://schemas.microsoft.com/office/drawing/2014/main" id="{84BB84E4-66AB-9623-FF3D-14E735354036}"/>
              </a:ext>
            </a:extLst>
          </p:cNvPr>
          <p:cNvCxnSpPr>
            <a:cxnSpLocks/>
            <a:stCxn id="37" idx="2"/>
            <a:endCxn id="38" idx="0"/>
          </p:cNvCxnSpPr>
          <p:nvPr/>
        </p:nvCxnSpPr>
        <p:spPr>
          <a:xfrm>
            <a:off x="6199054" y="2516801"/>
            <a:ext cx="0" cy="2099202"/>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ee4pHeader2">
            <a:extLst>
              <a:ext uri="{FF2B5EF4-FFF2-40B4-BE49-F238E27FC236}">
                <a16:creationId xmlns:a16="http://schemas.microsoft.com/office/drawing/2014/main" id="{8099AB7A-5FE1-C617-F881-DC077F4CE572}"/>
              </a:ext>
            </a:extLst>
          </p:cNvPr>
          <p:cNvSpPr>
            <a:spLocks noChangeArrowheads="1"/>
          </p:cNvSpPr>
          <p:nvPr>
            <p:custDataLst>
              <p:tags r:id="rId2"/>
            </p:custDataLst>
          </p:nvPr>
        </p:nvSpPr>
        <p:spPr bwMode="gray">
          <a:xfrm>
            <a:off x="7813629" y="1560600"/>
            <a:ext cx="3987846" cy="3930549"/>
          </a:xfrm>
          <a:prstGeom prst="chevron">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4" name="ee4pHeader1">
            <a:extLst>
              <a:ext uri="{FF2B5EF4-FFF2-40B4-BE49-F238E27FC236}">
                <a16:creationId xmlns:a16="http://schemas.microsoft.com/office/drawing/2014/main" id="{3F100C6F-E1C0-81EC-F44D-7E9F4DB54B70}"/>
              </a:ext>
            </a:extLst>
          </p:cNvPr>
          <p:cNvSpPr>
            <a:spLocks noChangeArrowheads="1"/>
          </p:cNvSpPr>
          <p:nvPr>
            <p:custDataLst>
              <p:tags r:id="rId3"/>
            </p:custDataLst>
          </p:nvPr>
        </p:nvSpPr>
        <p:spPr bwMode="gray">
          <a:xfrm>
            <a:off x="489098" y="1571486"/>
            <a:ext cx="4095382" cy="3930549"/>
          </a:xfrm>
          <a:prstGeom prst="homePlate">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B16810ED-D7FA-8075-DF59-DFB928DE3032}"/>
              </a:ext>
            </a:extLst>
          </p:cNvPr>
          <p:cNvSpPr>
            <a:spLocks noGrp="1"/>
          </p:cNvSpPr>
          <p:nvPr>
            <p:ph type="title"/>
          </p:nvPr>
        </p:nvSpPr>
        <p:spPr>
          <a:xfrm>
            <a:off x="630000" y="622800"/>
            <a:ext cx="10933350" cy="387798"/>
          </a:xfrm>
        </p:spPr>
        <p:txBody>
          <a:bodyPr vert="horz"/>
          <a:lstStyle/>
          <a:p>
            <a:r>
              <a:rPr lang="es-CL" sz="2800">
                <a:solidFill>
                  <a:schemeClr val="tx1"/>
                </a:solidFill>
              </a:rPr>
              <a:t>1.3 SIPOC del macroproceso| Gestión de Personas</a:t>
            </a:r>
            <a:r>
              <a:rPr lang="es-CL" sz="2800"/>
              <a:t/>
            </a:r>
          </a:p>
        </p:txBody>
      </p:sp>
      <p:graphicFrame>
        <p:nvGraphicFramePr>
          <p:cNvPr id="29" name="Table 28">
            <a:extLst>
              <a:ext uri="{FF2B5EF4-FFF2-40B4-BE49-F238E27FC236}">
                <a16:creationId xmlns:a16="http://schemas.microsoft.com/office/drawing/2014/main" id="{BDCDDF1F-F8DC-6954-60AD-5526F4E616D1}"/>
              </a:ext>
            </a:extLst>
          </p:cNvPr>
          <p:cNvGraphicFramePr>
            <a:graphicFrameLocks noGrp="1"/>
          </p:cNvGraphicFramePr>
          <p:nvPr>
            <p:extLst>
              <p:ext uri="{D42A27DB-BD31-4B8C-83A1-F6EECF244321}">
                <p14:modId xmlns:p14="http://schemas.microsoft.com/office/powerpoint/2010/main" val="628456518"/>
              </p:ext>
            </p:extLst>
          </p:nvPr>
        </p:nvGraphicFramePr>
        <p:xfrm>
          <a:off x="628650" y="1400381"/>
          <a:ext cx="3559627" cy="3944275"/>
        </p:xfrm>
        <a:graphic>
          <a:graphicData uri="http://schemas.openxmlformats.org/drawingml/2006/table">
            <a:tbl>
              <a:tblPr>
                <a:tableStyleId>{2D5ABB26-0587-4C30-8999-92F81FD0307C}</a:tableStyleId>
              </a:tblPr>
              <a:tblGrid>
                <a:gridCol w="1186543">
                  <a:extLst>
                    <a:ext uri="{9D8B030D-6E8A-4147-A177-3AD203B41FA5}">
                      <a16:colId xmlns:a16="http://schemas.microsoft.com/office/drawing/2014/main" val="216396786"/>
                    </a:ext>
                  </a:extLst>
                </a:gridCol>
                <a:gridCol w="205252">
                  <a:extLst>
                    <a:ext uri="{9D8B030D-6E8A-4147-A177-3AD203B41FA5}">
                      <a16:colId xmlns:a16="http://schemas.microsoft.com/office/drawing/2014/main" val="382253565"/>
                    </a:ext>
                  </a:extLst>
                </a:gridCol>
                <a:gridCol w="2167832">
                  <a:extLst>
                    <a:ext uri="{9D8B030D-6E8A-4147-A177-3AD203B41FA5}">
                      <a16:colId xmlns:a16="http://schemas.microsoft.com/office/drawing/2014/main"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Entradas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440874">
                <a:tc rowSpan="2">
                  <a:txBody>
                    <a:bodyPr/>
                    <a:lstStyle/>
                    <a:p>
                      <a:r>
                        <a:rPr lang="es-CL" sz="1200"/>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359448">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35944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r>
                        <a:rPr lang="es-CL" sz="1200" b="0" i="0" u="none" strike="noStrike" kern="1200">
                          <a:solidFill>
                            <a:srgbClr val="696158"/>
                          </a:solidFill>
                          <a:effectLst/>
                          <a:latin typeface="+mn-lt"/>
                          <a:ea typeface="+mn-ea"/>
                          <a:cs typeface="+mn-cs"/>
                        </a:rPr>
                        <a:t>[Por completar]</a:t>
                      </a:r>
                      <a:r>
                        <a:rPr kumimoji="0" lang="es-CL" sz="1200" b="0" i="0" strike="noStrike" kern="1200" cap="none" spc="0" normalizeH="0" baseline="0" noProof="0">
                          <a:ln>
                            <a:noFill/>
                          </a:ln>
                          <a:solidFill>
                            <a:srgbClr val="696158"/>
                          </a:solidFill>
                          <a:effectLst/>
                          <a:uLnTx/>
                          <a:uFillTx/>
                          <a:latin typeface="+mn-lt"/>
                          <a:ea typeface="Calibri"/>
                          <a:cs typeface="Calibri"/>
                          <a:sym typeface="Rosario"/>
                        </a:rPr>
                        <a:t/>
                      </a:r>
                      <a:r>
                        <a:rPr lang="es-CL" sz="1200">
                          <a:solidFill>
                            <a:srgbClr val="696158"/>
                          </a:solidFill>
                          <a:latin typeface="+mn-lt"/>
                          <a:ea typeface="Calibri"/>
                          <a:cs typeface="Calibri"/>
                          <a:sym typeface="Rosario"/>
                        </a:rPr>
                        <a:t/>
                      </a:r>
                      <a:r>
                        <a:rPr lang="es-CL" sz="1200" err="1">
                          <a:solidFill>
                            <a:srgbClr val="696158"/>
                          </a:solidFill>
                          <a:latin typeface="+mn-lt"/>
                          <a:ea typeface="Calibri"/>
                          <a:cs typeface="Calibri"/>
                          <a:sym typeface="Rosario"/>
                        </a:rPr>
                        <a:t/>
                      </a:r>
                      <a:r>
                        <a:rPr lang="es-CL" sz="1200">
                          <a:solidFill>
                            <a:srgbClr val="696158"/>
                          </a:solidFill>
                          <a:latin typeface="+mn-lt"/>
                          <a:ea typeface="Calibri"/>
                          <a:cs typeface="Calibri"/>
                          <a:sym typeface="Rosario"/>
                        </a:rPr>
                        <a:t/>
                      </a:r>
                      <a:endParaRPr kumimoji="0" lang="es-CL" sz="1200" b="0" i="0" strike="noStrike" kern="1200" cap="none" spc="0" normalizeH="0" baseline="0" noProof="0">
                        <a:ln>
                          <a:noFill/>
                        </a:ln>
                        <a:solidFill>
                          <a:srgbClr val="696158"/>
                        </a:solidFill>
                        <a:effectLst/>
                        <a:uLnTx/>
                        <a:uFillTx/>
                        <a:latin typeface="+mn-lt"/>
                        <a:ea typeface="Calibri"/>
                        <a:cs typeface="Calibri"/>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269641060"/>
                  </a:ext>
                </a:extLst>
              </a:tr>
              <a:tr h="392125">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86298325"/>
                  </a:ext>
                </a:extLst>
              </a:tr>
              <a:tr h="383213">
                <a:tc rowSpan="3">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55069477"/>
                  </a:ext>
                </a:extLst>
              </a:tr>
              <a:tr h="383213">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24157068"/>
                  </a:ext>
                </a:extLst>
              </a:tr>
              <a:tr h="383213">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834841243"/>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r>
                        <a:rPr lang="es-CL" sz="12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014500399"/>
                  </a:ext>
                </a:extLst>
              </a:tr>
            </a:tbl>
          </a:graphicData>
        </a:graphic>
      </p:graphicFrame>
      <p:graphicFrame>
        <p:nvGraphicFramePr>
          <p:cNvPr id="31" name="Table 30">
            <a:extLst>
              <a:ext uri="{FF2B5EF4-FFF2-40B4-BE49-F238E27FC236}">
                <a16:creationId xmlns:a16="http://schemas.microsoft.com/office/drawing/2014/main" id="{CC0650CD-9A46-C12D-B83F-A3866B991881}"/>
              </a:ext>
            </a:extLst>
          </p:cNvPr>
          <p:cNvGraphicFramePr>
            <a:graphicFrameLocks noGrp="1"/>
          </p:cNvGraphicFramePr>
          <p:nvPr/>
        </p:nvGraphicFramePr>
        <p:xfrm>
          <a:off x="4771121" y="1500078"/>
          <a:ext cx="2855868" cy="561839"/>
        </p:xfrm>
        <a:graphic>
          <a:graphicData uri="http://schemas.openxmlformats.org/drawingml/2006/table">
            <a:tbl>
              <a:tblPr>
                <a:tableStyleId>{2D5ABB26-0587-4C30-8999-92F81FD0307C}</a:tableStyleId>
              </a:tblPr>
              <a:tblGrid>
                <a:gridCol w="2855868">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0" i="0" u="none" strike="noStrike">
                          <a:solidFill>
                            <a:schemeClr val="tx1"/>
                          </a:solidFill>
                          <a:effectLst/>
                          <a:latin typeface="Calibri" panose="020F0502020204030204" pitchFamily="34" charset="0"/>
                        </a:rPr>
                        <a:t>[Por completar]</a:t>
                      </a:r>
                      <a:r>
                        <a:rPr lang="en-US" sz="1800" b="0" i="0" u="none" strike="noStrike">
                          <a:solidFill>
                            <a:schemeClr val="tx1"/>
                          </a:solidFill>
                          <a:effectLst/>
                          <a:latin typeface="Calibri" panose="020F0502020204030204" pitchFamily="34" charset="0"/>
                        </a:rPr>
                        <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64" name="Rectangle 63">
            <a:extLst>
              <a:ext uri="{FF2B5EF4-FFF2-40B4-BE49-F238E27FC236}">
                <a16:creationId xmlns:a16="http://schemas.microsoft.com/office/drawing/2014/main" id="{F87AEE70-A0FC-C246-BEE3-F0C4D90E6EAF}"/>
              </a:ext>
            </a:extLst>
          </p:cNvPr>
          <p:cNvSpPr/>
          <p:nvPr/>
        </p:nvSpPr>
        <p:spPr>
          <a:xfrm>
            <a:off x="517672" y="5656120"/>
            <a:ext cx="11227982" cy="953575"/>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graphicFrame>
        <p:nvGraphicFramePr>
          <p:cNvPr id="65" name="Table 64">
            <a:extLst>
              <a:ext uri="{FF2B5EF4-FFF2-40B4-BE49-F238E27FC236}">
                <a16:creationId xmlns:a16="http://schemas.microsoft.com/office/drawing/2014/main" id="{4A8C5C6B-F862-5077-2504-D16E643F8AC7}"/>
              </a:ext>
            </a:extLst>
          </p:cNvPr>
          <p:cNvGraphicFramePr>
            <a:graphicFrameLocks noGrp="1"/>
          </p:cNvGraphicFramePr>
          <p:nvPr/>
        </p:nvGraphicFramePr>
        <p:xfrm>
          <a:off x="754800" y="5926041"/>
          <a:ext cx="6022346" cy="333049"/>
        </p:xfrm>
        <a:graphic>
          <a:graphicData uri="http://schemas.openxmlformats.org/drawingml/2006/table">
            <a:tbl>
              <a:tblPr>
                <a:tableStyleId>{2D5ABB26-0587-4C30-8999-92F81FD0307C}</a:tableStyleId>
              </a:tblPr>
              <a:tblGrid>
                <a:gridCol w="1372013">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gridCol w="1371082">
                  <a:extLst>
                    <a:ext uri="{9D8B030D-6E8A-4147-A177-3AD203B41FA5}">
                      <a16:colId xmlns:a16="http://schemas.microsoft.com/office/drawing/2014/main" val="741832067"/>
                    </a:ext>
                  </a:extLst>
                </a:gridCol>
                <a:gridCol w="179029">
                  <a:extLst>
                    <a:ext uri="{9D8B030D-6E8A-4147-A177-3AD203B41FA5}">
                      <a16:colId xmlns:a16="http://schemas.microsoft.com/office/drawing/2014/main" val="3849508336"/>
                    </a:ext>
                  </a:extLst>
                </a:gridCol>
                <a:gridCol w="1371082">
                  <a:extLst>
                    <a:ext uri="{9D8B030D-6E8A-4147-A177-3AD203B41FA5}">
                      <a16:colId xmlns:a16="http://schemas.microsoft.com/office/drawing/2014/main" val="3168315623"/>
                    </a:ext>
                  </a:extLst>
                </a:gridCol>
                <a:gridCol w="179029">
                  <a:extLst>
                    <a:ext uri="{9D8B030D-6E8A-4147-A177-3AD203B41FA5}">
                      <a16:colId xmlns:a16="http://schemas.microsoft.com/office/drawing/2014/main" val="2520013535"/>
                    </a:ext>
                  </a:extLst>
                </a:gridCol>
                <a:gridCol w="1371082">
                  <a:extLst>
                    <a:ext uri="{9D8B030D-6E8A-4147-A177-3AD203B41FA5}">
                      <a16:colId xmlns:a16="http://schemas.microsoft.com/office/drawing/2014/main" val="3119768199"/>
                    </a:ext>
                  </a:extLst>
                </a:gridCol>
              </a:tblGrid>
              <a:tr h="33304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15" name="ee4pHeader2">
            <a:extLst>
              <a:ext uri="{FF2B5EF4-FFF2-40B4-BE49-F238E27FC236}">
                <a16:creationId xmlns:a16="http://schemas.microsoft.com/office/drawing/2014/main" id="{084A0456-E991-C8FC-93C6-A0F767AA35EF}"/>
              </a:ext>
            </a:extLst>
          </p:cNvPr>
          <p:cNvSpPr>
            <a:spLocks noChangeArrowheads="1"/>
          </p:cNvSpPr>
          <p:nvPr>
            <p:custDataLst>
              <p:tags r:id="rId4"/>
            </p:custDataLst>
          </p:nvPr>
        </p:nvSpPr>
        <p:spPr bwMode="gray">
          <a:xfrm>
            <a:off x="9228656" y="6609696"/>
            <a:ext cx="216620" cy="138499"/>
          </a:xfrm>
          <a:prstGeom prst="rect">
            <a:avLst/>
          </a:prstGeom>
          <a:noFill/>
          <a:ln w="635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6" name="ee4pContent5">
            <a:extLst>
              <a:ext uri="{FF2B5EF4-FFF2-40B4-BE49-F238E27FC236}">
                <a16:creationId xmlns:a16="http://schemas.microsoft.com/office/drawing/2014/main" id="{F652BD34-B722-FE25-FEC7-FA78240D0752}"/>
              </a:ext>
            </a:extLst>
          </p:cNvPr>
          <p:cNvSpPr txBox="1"/>
          <p:nvPr/>
        </p:nvSpPr>
        <p:spPr>
          <a:xfrm>
            <a:off x="9516560" y="6574367"/>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34" name="ee4pHeader2">
            <a:extLst>
              <a:ext uri="{FF2B5EF4-FFF2-40B4-BE49-F238E27FC236}">
                <a16:creationId xmlns:a16="http://schemas.microsoft.com/office/drawing/2014/main" id="{55E6382D-DF61-A5C5-14A7-A70A7D367408}"/>
              </a:ext>
            </a:extLst>
          </p:cNvPr>
          <p:cNvSpPr>
            <a:spLocks noChangeArrowheads="1"/>
          </p:cNvSpPr>
          <p:nvPr>
            <p:custDataLst>
              <p:tags r:id="rId5"/>
            </p:custDataLst>
          </p:nvPr>
        </p:nvSpPr>
        <p:spPr bwMode="gray">
          <a:xfrm>
            <a:off x="10352320" y="6609696"/>
            <a:ext cx="216620" cy="138499"/>
          </a:xfrm>
          <a:prstGeom prst="rect">
            <a:avLst/>
          </a:prstGeom>
          <a:noFill/>
          <a:ln w="635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36" name="ee4pContent5">
            <a:extLst>
              <a:ext uri="{FF2B5EF4-FFF2-40B4-BE49-F238E27FC236}">
                <a16:creationId xmlns:a16="http://schemas.microsoft.com/office/drawing/2014/main" id="{13846DB0-9457-4DAC-7423-BBD90B3BB786}"/>
              </a:ext>
            </a:extLst>
          </p:cNvPr>
          <p:cNvSpPr txBox="1"/>
          <p:nvPr/>
        </p:nvSpPr>
        <p:spPr>
          <a:xfrm>
            <a:off x="10640224" y="6574367"/>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Rectangle: Rounded Corners 8">
            <a:extLst>
              <a:ext uri="{FF2B5EF4-FFF2-40B4-BE49-F238E27FC236}">
                <a16:creationId xmlns:a16="http://schemas.microsoft.com/office/drawing/2014/main" id="{6AC84F53-AA7F-D72A-9106-7D2215FF3E81}"/>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37" name="ee4pHeader1">
            <a:extLst>
              <a:ext uri="{FF2B5EF4-FFF2-40B4-BE49-F238E27FC236}">
                <a16:creationId xmlns:a16="http://schemas.microsoft.com/office/drawing/2014/main" id="{BC6754A9-4A6B-45C0-BC75-7A81ECB0B0A8}"/>
              </a:ext>
            </a:extLst>
          </p:cNvPr>
          <p:cNvSpPr>
            <a:spLocks noChangeArrowheads="1"/>
          </p:cNvSpPr>
          <p:nvPr>
            <p:custDataLst>
              <p:tags r:id="rId6"/>
            </p:custDataLst>
          </p:nvPr>
        </p:nvSpPr>
        <p:spPr bwMode="gray">
          <a:xfrm>
            <a:off x="4771120" y="2181116"/>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A</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0" name="Rectangle: Rounded Corners 9">
            <a:extLst>
              <a:ext uri="{FF2B5EF4-FFF2-40B4-BE49-F238E27FC236}">
                <a16:creationId xmlns:a16="http://schemas.microsoft.com/office/drawing/2014/main" id="{5D731D2C-9256-59BD-44E9-8B54DB28DFF4}"/>
              </a:ext>
            </a:extLst>
          </p:cNvPr>
          <p:cNvSpPr/>
          <p:nvPr/>
        </p:nvSpPr>
        <p:spPr>
          <a:xfrm>
            <a:off x="628650" y="1142329"/>
            <a:ext cx="720000"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1" name="Rectangle 10">
            <a:extLst>
              <a:ext uri="{FF2B5EF4-FFF2-40B4-BE49-F238E27FC236}">
                <a16:creationId xmlns:a16="http://schemas.microsoft.com/office/drawing/2014/main" id="{4C09BF55-3B62-4F9A-A242-2222D153DCE8}"/>
              </a:ext>
            </a:extLst>
          </p:cNvPr>
          <p:cNvSpPr/>
          <p:nvPr/>
        </p:nvSpPr>
        <p:spPr>
          <a:xfrm>
            <a:off x="1350201" y="1142329"/>
            <a:ext cx="10224000" cy="332399"/>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1" name="ee4pHeader1">
            <a:extLst>
              <a:ext uri="{FF2B5EF4-FFF2-40B4-BE49-F238E27FC236}">
                <a16:creationId xmlns:a16="http://schemas.microsoft.com/office/drawing/2014/main" id="{2A49F157-DEFE-413E-AD6F-AAA84F241BFF}"/>
              </a:ext>
            </a:extLst>
          </p:cNvPr>
          <p:cNvSpPr>
            <a:spLocks noChangeArrowheads="1"/>
          </p:cNvSpPr>
          <p:nvPr>
            <p:custDataLst>
              <p:tags r:id="rId7"/>
            </p:custDataLst>
          </p:nvPr>
        </p:nvSpPr>
        <p:spPr bwMode="gray">
          <a:xfrm>
            <a:off x="4771120" y="2789838"/>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B</a:t>
            </a:r>
          </a:p>
        </p:txBody>
      </p:sp>
      <p:sp>
        <p:nvSpPr>
          <p:cNvPr id="33" name="ee4pHeader1">
            <a:extLst>
              <a:ext uri="{FF2B5EF4-FFF2-40B4-BE49-F238E27FC236}">
                <a16:creationId xmlns:a16="http://schemas.microsoft.com/office/drawing/2014/main" id="{7966911C-B26E-4C46-9854-AA87656A7117}"/>
              </a:ext>
            </a:extLst>
          </p:cNvPr>
          <p:cNvSpPr>
            <a:spLocks noChangeArrowheads="1"/>
          </p:cNvSpPr>
          <p:nvPr>
            <p:custDataLst>
              <p:tags r:id="rId8"/>
            </p:custDataLst>
          </p:nvPr>
        </p:nvSpPr>
        <p:spPr bwMode="gray">
          <a:xfrm>
            <a:off x="4771120" y="3398560"/>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C</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42" name="ee4pHeader1">
            <a:extLst>
              <a:ext uri="{FF2B5EF4-FFF2-40B4-BE49-F238E27FC236}">
                <a16:creationId xmlns:a16="http://schemas.microsoft.com/office/drawing/2014/main" id="{D4BB6C34-C9CA-45D9-B9A1-88AB0C4BE0BF}"/>
              </a:ext>
            </a:extLst>
          </p:cNvPr>
          <p:cNvSpPr>
            <a:spLocks noChangeArrowheads="1"/>
          </p:cNvSpPr>
          <p:nvPr>
            <p:custDataLst>
              <p:tags r:id="rId9"/>
            </p:custDataLst>
          </p:nvPr>
        </p:nvSpPr>
        <p:spPr bwMode="gray">
          <a:xfrm>
            <a:off x="4771120" y="4007282"/>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D</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38" name="ee4pHeader1">
            <a:extLst>
              <a:ext uri="{FF2B5EF4-FFF2-40B4-BE49-F238E27FC236}">
                <a16:creationId xmlns:a16="http://schemas.microsoft.com/office/drawing/2014/main" id="{DC989045-DDA5-4F09-A525-AF5CE4D74D04}"/>
              </a:ext>
            </a:extLst>
          </p:cNvPr>
          <p:cNvSpPr>
            <a:spLocks noChangeArrowheads="1"/>
          </p:cNvSpPr>
          <p:nvPr>
            <p:custDataLst>
              <p:tags r:id="rId10"/>
            </p:custDataLst>
          </p:nvPr>
        </p:nvSpPr>
        <p:spPr bwMode="gray">
          <a:xfrm>
            <a:off x="4771120" y="4616003"/>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E</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43" name="Oval 20">
            <a:extLst>
              <a:ext uri="{FF2B5EF4-FFF2-40B4-BE49-F238E27FC236}">
                <a16:creationId xmlns:a16="http://schemas.microsoft.com/office/drawing/2014/main" id="{9E244000-CD27-8DFE-F1E5-B14D04597C7B}"/>
              </a:ext>
            </a:extLst>
          </p:cNvPr>
          <p:cNvSpPr>
            <a:spLocks noChangeAspect="1" noChangeArrowheads="1"/>
          </p:cNvSpPr>
          <p:nvPr/>
        </p:nvSpPr>
        <p:spPr bwMode="auto">
          <a:xfrm>
            <a:off x="4587839" y="2195504"/>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61" name="Oval 20">
            <a:extLst>
              <a:ext uri="{FF2B5EF4-FFF2-40B4-BE49-F238E27FC236}">
                <a16:creationId xmlns:a16="http://schemas.microsoft.com/office/drawing/2014/main" id="{B8FD9B9C-6434-4E66-84A6-E14B97245480}"/>
              </a:ext>
            </a:extLst>
          </p:cNvPr>
          <p:cNvSpPr>
            <a:spLocks noChangeAspect="1" noChangeArrowheads="1"/>
          </p:cNvSpPr>
          <p:nvPr/>
        </p:nvSpPr>
        <p:spPr bwMode="auto">
          <a:xfrm>
            <a:off x="4587839" y="2804226"/>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62" name="Oval 20">
            <a:extLst>
              <a:ext uri="{FF2B5EF4-FFF2-40B4-BE49-F238E27FC236}">
                <a16:creationId xmlns:a16="http://schemas.microsoft.com/office/drawing/2014/main" id="{300C2A17-35A8-46D6-B26C-662DCA00CD4A}"/>
              </a:ext>
            </a:extLst>
          </p:cNvPr>
          <p:cNvSpPr>
            <a:spLocks noChangeAspect="1" noChangeArrowheads="1"/>
          </p:cNvSpPr>
          <p:nvPr/>
        </p:nvSpPr>
        <p:spPr bwMode="auto">
          <a:xfrm>
            <a:off x="4587839" y="3412947"/>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63" name="Oval 20">
            <a:extLst>
              <a:ext uri="{FF2B5EF4-FFF2-40B4-BE49-F238E27FC236}">
                <a16:creationId xmlns:a16="http://schemas.microsoft.com/office/drawing/2014/main" id="{0D10BC89-0519-42B6-91AF-664AAAC3AAC4}"/>
              </a:ext>
            </a:extLst>
          </p:cNvPr>
          <p:cNvSpPr>
            <a:spLocks noChangeAspect="1" noChangeArrowheads="1"/>
          </p:cNvSpPr>
          <p:nvPr/>
        </p:nvSpPr>
        <p:spPr bwMode="auto">
          <a:xfrm>
            <a:off x="4587839" y="4021669"/>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66" name="Oval 20">
            <a:extLst>
              <a:ext uri="{FF2B5EF4-FFF2-40B4-BE49-F238E27FC236}">
                <a16:creationId xmlns:a16="http://schemas.microsoft.com/office/drawing/2014/main" id="{72C3850F-F487-4548-93F7-D4458DAC5B3F}"/>
              </a:ext>
            </a:extLst>
          </p:cNvPr>
          <p:cNvSpPr>
            <a:spLocks noChangeAspect="1" noChangeArrowheads="1"/>
          </p:cNvSpPr>
          <p:nvPr/>
        </p:nvSpPr>
        <p:spPr bwMode="auto">
          <a:xfrm>
            <a:off x="4587839" y="4630391"/>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3" name="Table 28">
            <a:extLst>
              <a:ext uri="{FF2B5EF4-FFF2-40B4-BE49-F238E27FC236}">
                <a16:creationId xmlns:a16="http://schemas.microsoft.com/office/drawing/2014/main" id="{6D3D2089-5302-B5F8-CBBE-4C79BFE90C87}"/>
              </a:ext>
            </a:extLst>
          </p:cNvPr>
          <p:cNvGraphicFramePr>
            <a:graphicFrameLocks noGrp="1"/>
          </p:cNvGraphicFramePr>
          <p:nvPr/>
        </p:nvGraphicFramePr>
        <p:xfrm>
          <a:off x="8123898" y="1390542"/>
          <a:ext cx="3236047" cy="3888189"/>
        </p:xfrm>
        <a:graphic>
          <a:graphicData uri="http://schemas.openxmlformats.org/drawingml/2006/table">
            <a:tbl>
              <a:tblPr>
                <a:tableStyleId>{2D5ABB26-0587-4C30-8999-92F81FD0307C}</a:tableStyleId>
              </a:tblPr>
              <a:tblGrid>
                <a:gridCol w="1332160">
                  <a:extLst>
                    <a:ext uri="{9D8B030D-6E8A-4147-A177-3AD203B41FA5}">
                      <a16:colId xmlns:a16="http://schemas.microsoft.com/office/drawing/2014/main" val="216396786"/>
                    </a:ext>
                  </a:extLst>
                </a:gridCol>
                <a:gridCol w="202423">
                  <a:extLst>
                    <a:ext uri="{9D8B030D-6E8A-4147-A177-3AD203B41FA5}">
                      <a16:colId xmlns:a16="http://schemas.microsoft.com/office/drawing/2014/main" val="382253565"/>
                    </a:ext>
                  </a:extLst>
                </a:gridCol>
                <a:gridCol w="1701464">
                  <a:extLst>
                    <a:ext uri="{9D8B030D-6E8A-4147-A177-3AD203B41FA5}">
                      <a16:colId xmlns:a16="http://schemas.microsoft.com/office/drawing/2014/main"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440874">
                <a:tc>
                  <a:txBody>
                    <a:bodyPr/>
                    <a:lstStyle/>
                    <a:p>
                      <a:r>
                        <a:rPr lang="es-CL" sz="1200"/>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200"/>
                        <a:t>[Por completar]</a:t>
                      </a:r>
                    </a:p>
                    <a:p>
                      <a:r>
                        <a:rPr lang="es-CL" sz="1200"/>
                        <a:t>[Por completar]</a:t>
                      </a:r>
                      <a:endParaRPr sz="1200"/>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35944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392125">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86298325"/>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55069477"/>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200"/>
                        <a:t>[Por completar]</a:t>
                      </a:r>
                    </a:p>
                    <a:p>
                      <a:r>
                        <a:rPr lang="es-CL" sz="1200"/>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24157068"/>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kern="1200">
                          <a:solidFill>
                            <a:srgbClr val="696158"/>
                          </a:solidFill>
                          <a:effectLst/>
                          <a:latin typeface="+mn-lt"/>
                          <a:ea typeface="+mn-ea"/>
                          <a:cs typeface="+mn-cs"/>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834841243"/>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kern="1200">
                          <a:solidFill>
                            <a:srgbClr val="696158"/>
                          </a:solidFill>
                          <a:effectLst/>
                          <a:latin typeface="+mn-lt"/>
                          <a:ea typeface="+mn-ea"/>
                          <a:cs typeface="+mn-cs"/>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13350877"/>
                  </a:ext>
                </a:extLst>
              </a:tr>
            </a:tbl>
          </a:graphicData>
        </a:graphic>
      </p:graphicFrame>
      <p:graphicFrame>
        <p:nvGraphicFramePr>
          <p:cNvPr id="7" name="Table 64">
            <a:extLst>
              <a:ext uri="{FF2B5EF4-FFF2-40B4-BE49-F238E27FC236}">
                <a16:creationId xmlns:a16="http://schemas.microsoft.com/office/drawing/2014/main" id="{D63F1668-ADD9-9B5F-21B4-9F593F46A706}"/>
              </a:ext>
            </a:extLst>
          </p:cNvPr>
          <p:cNvGraphicFramePr>
            <a:graphicFrameLocks noGrp="1"/>
          </p:cNvGraphicFramePr>
          <p:nvPr/>
        </p:nvGraphicFramePr>
        <p:xfrm>
          <a:off x="6934835" y="5923810"/>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cxnSp>
        <p:nvCxnSpPr>
          <p:cNvPr id="4" name="Straight Connector 18">
            <a:extLst>
              <a:ext uri="{FF2B5EF4-FFF2-40B4-BE49-F238E27FC236}">
                <a16:creationId xmlns:a16="http://schemas.microsoft.com/office/drawing/2014/main" id="{8547C134-751E-8CD5-8268-76794487B7ED}"/>
              </a:ext>
            </a:extLst>
          </p:cNvPr>
          <p:cNvCxnSpPr>
            <a:cxnSpLocks/>
          </p:cNvCxnSpPr>
          <p:nvPr/>
        </p:nvCxnSpPr>
        <p:spPr>
          <a:xfrm>
            <a:off x="4283849" y="2150409"/>
            <a:ext cx="11282" cy="1241722"/>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1">
            <a:extLst>
              <a:ext uri="{FF2B5EF4-FFF2-40B4-BE49-F238E27FC236}">
                <a16:creationId xmlns:a16="http://schemas.microsoft.com/office/drawing/2014/main" id="{B741A288-C780-DE35-A7D6-5AE919481711}"/>
              </a:ext>
            </a:extLst>
          </p:cNvPr>
          <p:cNvCxnSpPr>
            <a:cxnSpLocks/>
            <a:endCxn id="43" idx="2"/>
          </p:cNvCxnSpPr>
          <p:nvPr/>
        </p:nvCxnSpPr>
        <p:spPr>
          <a:xfrm flipV="1">
            <a:off x="4332559" y="2348959"/>
            <a:ext cx="255280" cy="1911"/>
          </a:xfrm>
          <a:prstGeom prst="straightConnector1">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8">
            <a:extLst>
              <a:ext uri="{FF2B5EF4-FFF2-40B4-BE49-F238E27FC236}">
                <a16:creationId xmlns:a16="http://schemas.microsoft.com/office/drawing/2014/main" id="{382EC01F-74B3-6CC5-6320-6A4D56590DF3}"/>
              </a:ext>
            </a:extLst>
          </p:cNvPr>
          <p:cNvCxnSpPr>
            <a:cxnSpLocks/>
          </p:cNvCxnSpPr>
          <p:nvPr/>
        </p:nvCxnSpPr>
        <p:spPr>
          <a:xfrm flipH="1">
            <a:off x="4283849" y="3512175"/>
            <a:ext cx="11282" cy="1766556"/>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angular 22">
            <a:extLst>
              <a:ext uri="{FF2B5EF4-FFF2-40B4-BE49-F238E27FC236}">
                <a16:creationId xmlns:a16="http://schemas.microsoft.com/office/drawing/2014/main" id="{5A38A040-C241-F468-4788-55D4E97977ED}"/>
              </a:ext>
            </a:extLst>
          </p:cNvPr>
          <p:cNvCxnSpPr>
            <a:cxnSpLocks/>
            <a:endCxn id="61" idx="2"/>
          </p:cNvCxnSpPr>
          <p:nvPr/>
        </p:nvCxnSpPr>
        <p:spPr>
          <a:xfrm flipV="1">
            <a:off x="4342575" y="2957681"/>
            <a:ext cx="245264" cy="1353961"/>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Conector: angular 7">
            <a:extLst>
              <a:ext uri="{FF2B5EF4-FFF2-40B4-BE49-F238E27FC236}">
                <a16:creationId xmlns:a16="http://schemas.microsoft.com/office/drawing/2014/main" id="{2B5CD6CD-5D52-FB50-C84A-C4E4043AE0B0}"/>
              </a:ext>
            </a:extLst>
          </p:cNvPr>
          <p:cNvCxnSpPr>
            <a:cxnSpLocks/>
            <a:stCxn id="41" idx="3"/>
          </p:cNvCxnSpPr>
          <p:nvPr/>
        </p:nvCxnSpPr>
        <p:spPr>
          <a:xfrm flipV="1">
            <a:off x="7626988" y="2528096"/>
            <a:ext cx="496909" cy="429585"/>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5175557-7008-EAD2-13CF-0CA023705E70}"/>
              </a:ext>
            </a:extLst>
          </p:cNvPr>
          <p:cNvCxnSpPr>
            <a:cxnSpLocks/>
          </p:cNvCxnSpPr>
          <p:nvPr/>
        </p:nvCxnSpPr>
        <p:spPr>
          <a:xfrm>
            <a:off x="8135179" y="2179160"/>
            <a:ext cx="0" cy="778520"/>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Conector: angular 21">
            <a:extLst>
              <a:ext uri="{FF2B5EF4-FFF2-40B4-BE49-F238E27FC236}">
                <a16:creationId xmlns:a16="http://schemas.microsoft.com/office/drawing/2014/main" id="{6646BFFF-F6B6-3450-627B-3067CD385B17}"/>
              </a:ext>
            </a:extLst>
          </p:cNvPr>
          <p:cNvCxnSpPr>
            <a:cxnSpLocks/>
            <a:stCxn id="33" idx="3"/>
          </p:cNvCxnSpPr>
          <p:nvPr/>
        </p:nvCxnSpPr>
        <p:spPr>
          <a:xfrm flipV="1">
            <a:off x="7626988" y="2766349"/>
            <a:ext cx="248454" cy="800054"/>
          </a:xfrm>
          <a:prstGeom prst="bentConnector2">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Connector 18">
            <a:extLst>
              <a:ext uri="{FF2B5EF4-FFF2-40B4-BE49-F238E27FC236}">
                <a16:creationId xmlns:a16="http://schemas.microsoft.com/office/drawing/2014/main" id="{6AE88566-6DD8-46C4-C403-06334F71370A}"/>
              </a:ext>
            </a:extLst>
          </p:cNvPr>
          <p:cNvCxnSpPr>
            <a:cxnSpLocks/>
          </p:cNvCxnSpPr>
          <p:nvPr/>
        </p:nvCxnSpPr>
        <p:spPr>
          <a:xfrm>
            <a:off x="8135179" y="3073482"/>
            <a:ext cx="0" cy="1710363"/>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Conector: angular 38">
            <a:extLst>
              <a:ext uri="{FF2B5EF4-FFF2-40B4-BE49-F238E27FC236}">
                <a16:creationId xmlns:a16="http://schemas.microsoft.com/office/drawing/2014/main" id="{47192856-E18C-2B77-AA8D-2529459E01B7}"/>
              </a:ext>
            </a:extLst>
          </p:cNvPr>
          <p:cNvCxnSpPr>
            <a:cxnSpLocks/>
            <a:stCxn id="42" idx="3"/>
          </p:cNvCxnSpPr>
          <p:nvPr/>
        </p:nvCxnSpPr>
        <p:spPr>
          <a:xfrm flipV="1">
            <a:off x="7626988" y="3910773"/>
            <a:ext cx="517247" cy="264352"/>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18">
            <a:extLst>
              <a:ext uri="{FF2B5EF4-FFF2-40B4-BE49-F238E27FC236}">
                <a16:creationId xmlns:a16="http://schemas.microsoft.com/office/drawing/2014/main" id="{3965C994-5A36-61E9-29EB-82E8B69C984F}"/>
              </a:ext>
            </a:extLst>
          </p:cNvPr>
          <p:cNvCxnSpPr>
            <a:cxnSpLocks/>
          </p:cNvCxnSpPr>
          <p:nvPr/>
        </p:nvCxnSpPr>
        <p:spPr>
          <a:xfrm>
            <a:off x="8135179" y="4882216"/>
            <a:ext cx="0" cy="396515"/>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ector: angular 46">
            <a:extLst>
              <a:ext uri="{FF2B5EF4-FFF2-40B4-BE49-F238E27FC236}">
                <a16:creationId xmlns:a16="http://schemas.microsoft.com/office/drawing/2014/main" id="{6937F6F7-D800-5D61-185C-03A2283CAA39}"/>
              </a:ext>
            </a:extLst>
          </p:cNvPr>
          <p:cNvCxnSpPr>
            <a:cxnSpLocks/>
            <a:stCxn id="38" idx="3"/>
          </p:cNvCxnSpPr>
          <p:nvPr/>
        </p:nvCxnSpPr>
        <p:spPr>
          <a:xfrm flipV="1">
            <a:off x="7626988" y="4342967"/>
            <a:ext cx="470039" cy="440879"/>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Conector: angular 51">
            <a:extLst>
              <a:ext uri="{FF2B5EF4-FFF2-40B4-BE49-F238E27FC236}">
                <a16:creationId xmlns:a16="http://schemas.microsoft.com/office/drawing/2014/main" id="{067A49AB-7B63-67B7-3559-303C7877DCEC}"/>
              </a:ext>
            </a:extLst>
          </p:cNvPr>
          <p:cNvCxnSpPr>
            <a:cxnSpLocks/>
            <a:stCxn id="41" idx="3"/>
            <a:endCxn id="55" idx="2"/>
          </p:cNvCxnSpPr>
          <p:nvPr/>
        </p:nvCxnSpPr>
        <p:spPr>
          <a:xfrm>
            <a:off x="7626988" y="2957681"/>
            <a:ext cx="470039" cy="2149143"/>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Oval 20">
            <a:extLst>
              <a:ext uri="{FF2B5EF4-FFF2-40B4-BE49-F238E27FC236}">
                <a16:creationId xmlns:a16="http://schemas.microsoft.com/office/drawing/2014/main" id="{5F9AA247-4B43-A151-F922-8E7EABB48E56}"/>
              </a:ext>
            </a:extLst>
          </p:cNvPr>
          <p:cNvSpPr>
            <a:spLocks noChangeAspect="1" noChangeArrowheads="1"/>
          </p:cNvSpPr>
          <p:nvPr/>
        </p:nvSpPr>
        <p:spPr bwMode="auto">
          <a:xfrm>
            <a:off x="8097027" y="5032058"/>
            <a:ext cx="149531" cy="149531"/>
          </a:xfrm>
          <a:prstGeom prst="ellipse">
            <a:avLst/>
          </a:prstGeom>
          <a:no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endParaRPr>
          </a:p>
        </p:txBody>
      </p:sp>
    </p:spTree>
    <p:extLst>
      <p:ext uri="{BB962C8B-B14F-4D97-AF65-F5344CB8AC3E}">
        <p14:creationId xmlns:p14="http://schemas.microsoft.com/office/powerpoint/2010/main" val="40504878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18697127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a:solidFill>
                  <a:schemeClr val="tx1"/>
                </a:solidFill>
              </a:rPr>
              <a:t>A. Ficha resumen| Fase A</a:t>
            </a:r>
            <a:r>
              <a:rPr lang="es-CL" sz="2400">
                <a:solidFill>
                  <a:schemeClr val="tx1"/>
                </a:solidFill>
              </a:rPr>
              <a:t/>
            </a:r>
            <a:r>
              <a:rPr lang="es-CL"/>
              <a:t/>
            </a:r>
          </a:p>
        </p:txBody>
      </p:sp>
      <p:sp>
        <p:nvSpPr>
          <p:cNvPr id="37" name="Rectangle: Rounded Corners 36">
            <a:extLst>
              <a:ext uri="{FF2B5EF4-FFF2-40B4-BE49-F238E27FC236}">
                <a16:creationId xmlns:a16="http://schemas.microsoft.com/office/drawing/2014/main" id="{C7343B2B-EADC-63F3-8E8D-6CEBFF52A5F8}"/>
              </a:ext>
            </a:extLst>
          </p:cNvPr>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Fase A</a:t>
            </a:r>
            <a:endParaRPr lang="es-CL" sz="1100" b="1">
              <a:solidFill>
                <a:srgbClr val="EA7600"/>
              </a:solidFill>
              <a:ea typeface="Calibri"/>
              <a:cs typeface="Calibri"/>
            </a:endParaRPr>
          </a:p>
        </p:txBody>
      </p:sp>
      <p:sp>
        <p:nvSpPr>
          <p:cNvPr id="13" name="Rectangle: Rounded Corners 12">
            <a:extLst>
              <a:ext uri="{FF2B5EF4-FFF2-40B4-BE49-F238E27FC236}">
                <a16:creationId xmlns:a16="http://schemas.microsoft.com/office/drawing/2014/main" id="{DE9B9480-A9A2-9942-A477-870473C934B0}"/>
              </a:ext>
            </a:extLst>
          </p:cNvPr>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15" name="Rectangle: Rounded Corners 14">
            <a:extLst>
              <a:ext uri="{FF2B5EF4-FFF2-40B4-BE49-F238E27FC236}">
                <a16:creationId xmlns:a16="http://schemas.microsoft.com/office/drawing/2014/main" id="{AEA412CF-F8FC-78CF-20B5-757976C25198}"/>
              </a:ext>
            </a:extLst>
          </p:cNvPr>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16" name="Rectangle: Rounded Corners 15">
            <a:extLst>
              <a:ext uri="{FF2B5EF4-FFF2-40B4-BE49-F238E27FC236}">
                <a16:creationId xmlns:a16="http://schemas.microsoft.com/office/drawing/2014/main" id="{A197E44B-A326-4EDA-2ADD-4DD9AD017A53}"/>
              </a:ext>
            </a:extLst>
          </p:cNvPr>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20" name="Rectangle 19">
            <a:extLst>
              <a:ext uri="{FF2B5EF4-FFF2-40B4-BE49-F238E27FC236}">
                <a16:creationId xmlns:a16="http://schemas.microsoft.com/office/drawing/2014/main" id="{F7445E2D-DB62-F1B6-E54D-2B44E5DDBCD3}"/>
              </a:ext>
            </a:extLst>
          </p:cNvPr>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[Por completar]</a:t>
            </a:r>
            <a:endParaRPr lang="es-ES" sz="1400"/>
          </a:p>
        </p:txBody>
      </p:sp>
      <p:sp>
        <p:nvSpPr>
          <p:cNvPr id="21" name="Rectangle 20">
            <a:extLst>
              <a:ext uri="{FF2B5EF4-FFF2-40B4-BE49-F238E27FC236}">
                <a16:creationId xmlns:a16="http://schemas.microsoft.com/office/drawing/2014/main" id="{B3A1595F-694A-5E39-0AA8-417EB43DFBF4}"/>
              </a:ext>
            </a:extLst>
          </p:cNvPr>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[Por completar]</a:t>
            </a:r>
            <a:r>
              <a:rPr lang="es-CL" sz="1400" err="1">
                <a:solidFill>
                  <a:srgbClr val="696158"/>
                </a:solidFill>
                <a:ea typeface="Calibri"/>
                <a:cs typeface="Calibri"/>
              </a:rPr>
              <a:t/>
            </a:r>
            <a:r>
              <a:rPr lang="es-CL" sz="1400">
                <a:solidFill>
                  <a:srgbClr val="696158"/>
                </a:solidFill>
                <a:ea typeface="Calibri"/>
                <a:cs typeface="Calibri"/>
              </a:rPr>
              <a:t/>
            </a:r>
          </a:p>
        </p:txBody>
      </p:sp>
      <p:sp>
        <p:nvSpPr>
          <p:cNvPr id="22" name="Rectangle 21">
            <a:extLst>
              <a:ext uri="{FF2B5EF4-FFF2-40B4-BE49-F238E27FC236}">
                <a16:creationId xmlns:a16="http://schemas.microsoft.com/office/drawing/2014/main" id="{2177C376-7E30-0CA1-FADA-FA61E831651C}"/>
              </a:ext>
            </a:extLst>
          </p:cNvPr>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ES" sz="1400">
                <a:solidFill>
                  <a:srgbClr val="696158"/>
                </a:solidFill>
              </a:rPr>
              <a:t>[Por completar]</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n-US" sz="1400">
                <a:solidFill>
                  <a:srgbClr val="696158"/>
                </a:solidFill>
                <a:ea typeface="Calibri"/>
                <a:cs typeface="Calibri"/>
              </a:rPr>
              <a:t>[Por completar]</a:t>
            </a:r>
            <a:r>
              <a:rPr lang="en-US" sz="1400" err="1">
                <a:solidFill>
                  <a:srgbClr val="696158"/>
                </a:solidFill>
                <a:ea typeface="Calibri"/>
                <a:cs typeface="Calibri"/>
              </a:rPr>
              <a:t/>
            </a:r>
            <a:r>
              <a:rPr lang="en-US" sz="1400">
                <a:solidFill>
                  <a:srgbClr val="696158"/>
                </a:solidFill>
                <a:ea typeface="Calibri"/>
                <a:cs typeface="Calibri"/>
              </a:rPr>
              <a:t/>
            </a:r>
          </a:p>
          <a:p>
            <a:pPr marL="377825" lvl="1" indent="-251460">
              <a:spcAft>
                <a:spcPts val="200"/>
              </a:spcAft>
              <a:buClr>
                <a:srgbClr val="EA7600"/>
              </a:buClr>
              <a:buFont typeface="Trebuchet MS" panose="020B0603020202020204" pitchFamily="34" charset="0"/>
              <a:buChar char="•"/>
            </a:pPr>
            <a:r>
              <a:rPr lang="en-US" sz="1400">
                <a:solidFill>
                  <a:srgbClr val="696158"/>
                </a:solidFill>
                <a:ea typeface="Calibri"/>
                <a:cs typeface="Calibri"/>
              </a:rPr>
              <a:t>[Por completar]</a:t>
            </a:r>
            <a:r>
              <a:rPr lang="en-US" sz="1400" err="1">
                <a:solidFill>
                  <a:srgbClr val="696158"/>
                </a:solidFill>
                <a:ea typeface="Calibri"/>
                <a:cs typeface="Calibri"/>
              </a:rPr>
              <a:t/>
            </a:r>
            <a:endParaRPr lang="en-US" sz="1400">
              <a:solidFill>
                <a:srgbClr val="696158"/>
              </a:solidFill>
              <a:ea typeface="Calibri"/>
              <a:cs typeface="Calibri"/>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ES" sz="1400">
                <a:solidFill>
                  <a:srgbClr val="696158"/>
                </a:solidFill>
                <a:cs typeface="Calibri"/>
              </a:rPr>
              <a:t>[Por completar]</a:t>
            </a:r>
          </a:p>
          <a:p>
            <a:pPr marL="377825" lvl="1" indent="-251460">
              <a:spcAft>
                <a:spcPts val="200"/>
              </a:spcAft>
              <a:buClr>
                <a:srgbClr val="EA7600"/>
              </a:buClr>
              <a:buFont typeface="Trebuchet MS" panose="020B0603020202020204" pitchFamily="34" charset="0"/>
              <a:buChar char="•"/>
            </a:pPr>
            <a:r>
              <a:rPr lang="es-CL" sz="1400">
                <a:solidFill>
                  <a:srgbClr val="696158"/>
                </a:solidFill>
              </a:rPr>
              <a:t>[Por completar]</a:t>
            </a:r>
            <a:endParaRPr lang="es-ES" sz="1400">
              <a:solidFill>
                <a:srgbClr val="696158"/>
              </a:solidFill>
              <a:cs typeface="Calibri"/>
            </a:endParaRPr>
          </a:p>
          <a:p>
            <a:pPr marL="126365" lvl="1">
              <a:spcAft>
                <a:spcPts val="200"/>
              </a:spcAft>
              <a:buClr>
                <a:srgbClr val="EA7600"/>
              </a:buClr>
            </a:pP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200">
              <a:solidFill>
                <a:srgbClr val="696158"/>
              </a:solidFill>
              <a:highlight>
                <a:srgbClr val="FFFF00"/>
              </a:highlight>
              <a:ea typeface="Calibri"/>
              <a:cs typeface="Calibri"/>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n-US" sz="1400">
                <a:solidFill>
                  <a:schemeClr val="tx1"/>
                </a:solidFill>
                <a:ea typeface="Calibri"/>
                <a:cs typeface="Calibri"/>
              </a:rPr>
              <a:t>[Por completar]</a:t>
            </a:r>
            <a:endParaRPr lang="es-ES" sz="1400">
              <a:solidFill>
                <a:schemeClr val="tx1"/>
              </a:solidFill>
              <a:ea typeface="Calibri"/>
              <a:cs typeface="Calibri"/>
            </a:endParaRPr>
          </a:p>
          <a:p>
            <a:pPr marL="377825" lvl="1" indent="-251460">
              <a:buFont typeface="Trebuchet MS,Sans-Serif"/>
              <a:buChar char="•"/>
            </a:pPr>
            <a:r>
              <a:rPr lang="en-US" sz="1400">
                <a:solidFill>
                  <a:schemeClr val="tx1"/>
                </a:solidFill>
                <a:ea typeface="Calibri"/>
                <a:cs typeface="Calibri"/>
              </a:rPr>
              <a:t>[Por completar]</a:t>
            </a:r>
          </a:p>
          <a:p>
            <a:pPr marL="377825" lvl="1" indent="-251460">
              <a:buFont typeface="Trebuchet MS,Sans-Serif"/>
              <a:buChar char="•"/>
            </a:pPr>
            <a:r>
              <a:rPr lang="en-US" sz="1400">
                <a:solidFill>
                  <a:schemeClr val="tx1"/>
                </a:solidFill>
                <a:ea typeface="Calibri"/>
                <a:cs typeface="Calibri"/>
              </a:rPr>
              <a:t>[Por completar]</a:t>
            </a:r>
          </a:p>
          <a:p>
            <a:pPr marL="377825" lvl="1" indent="-251460">
              <a:buFont typeface="Trebuchet MS,Sans-Serif"/>
              <a:buChar char="•"/>
            </a:pPr>
            <a:r>
              <a:rPr lang="en-US" sz="1400" err="1">
                <a:solidFill>
                  <a:schemeClr val="tx1"/>
                </a:solidFill>
                <a:ea typeface="Calibri"/>
                <a:cs typeface="Calibri"/>
              </a:rPr>
              <a:t>[Por completar]</a:t>
            </a:r>
            <a:r>
              <a:rPr lang="en-US" sz="1400">
                <a:solidFill>
                  <a:schemeClr val="tx1"/>
                </a:solidFill>
                <a:ea typeface="Calibri"/>
                <a:cs typeface="Calibri"/>
              </a:rPr>
              <a:t/>
            </a:r>
            <a:r>
              <a:rPr lang="en-US" sz="1400" err="1">
                <a:solidFill>
                  <a:schemeClr val="tx1"/>
                </a:solidFill>
                <a:ea typeface="Calibri"/>
                <a:cs typeface="Calibri"/>
              </a:rPr>
              <a:t/>
            </a:r>
            <a:endParaRPr lang="en-US" sz="1400">
              <a:solidFill>
                <a:schemeClr val="tx1"/>
              </a:solidFill>
              <a:ea typeface="Calibri"/>
              <a:cs typeface="Calibri"/>
            </a:endParaRPr>
          </a:p>
          <a:p>
            <a:pPr marL="377825" lvl="1" indent="-251460">
              <a:buFont typeface="Trebuchet MS,Sans-Serif"/>
              <a:buChar char="•"/>
            </a:pPr>
            <a:r>
              <a:rPr lang="en-US" sz="1400">
                <a:solidFill>
                  <a:schemeClr val="tx1"/>
                </a:solidFill>
                <a:ea typeface="Calibri"/>
                <a:cs typeface="Calibri"/>
              </a:rPr>
              <a:t>[Por completar]</a:t>
            </a:r>
          </a:p>
          <a:p>
            <a:pPr marL="377825" lvl="1" indent="-251460">
              <a:buFont typeface="Trebuchet MS,Sans-Serif"/>
              <a:buChar char="•"/>
            </a:pPr>
            <a:endParaRPr lang="en-US" sz="1200">
              <a:solidFill>
                <a:schemeClr val="tx1"/>
              </a:solidFill>
              <a:ea typeface="Calibri"/>
              <a:cs typeface="Calibri"/>
            </a:endParaRPr>
          </a:p>
        </p:txBody>
      </p:sp>
      <p:sp>
        <p:nvSpPr>
          <p:cNvPr id="25" name="Rectangle 24">
            <a:extLst>
              <a:ext uri="{FF2B5EF4-FFF2-40B4-BE49-F238E27FC236}">
                <a16:creationId xmlns:a16="http://schemas.microsoft.com/office/drawing/2014/main" id="{B2F41C3D-95D7-418F-54E2-31AE7CF2F187}"/>
              </a:ext>
            </a:extLst>
          </p:cNvPr>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n-US" sz="1400" err="1">
                <a:solidFill>
                  <a:schemeClr val="tx1"/>
                </a:solidFill>
                <a:ea typeface="Calibri"/>
                <a:cs typeface="Calibri"/>
              </a:rPr>
              <a:t>[Por completar]</a:t>
            </a:r>
            <a:r>
              <a:rPr lang="en-US" sz="1400">
                <a:solidFill>
                  <a:schemeClr val="tx1"/>
                </a:solidFill>
                <a:ea typeface="Calibri"/>
                <a:cs typeface="Calibri"/>
              </a:rPr>
              <a:t/>
            </a:r>
            <a:r>
              <a:rPr lang="en-US" sz="1400" err="1">
                <a:solidFill>
                  <a:schemeClr val="tx1"/>
                </a:solidFill>
                <a:ea typeface="Calibri"/>
                <a:cs typeface="Calibri"/>
              </a:rPr>
              <a:t/>
            </a:r>
            <a:r>
              <a:rPr lang="en-US" sz="1400">
                <a:solidFill>
                  <a:schemeClr val="tx1"/>
                </a:solidFill>
                <a:ea typeface="Calibri"/>
                <a:cs typeface="Calibri"/>
              </a:rPr>
              <a:t/>
            </a:r>
            <a:r>
              <a:rPr lang="en-US" sz="1400" err="1">
                <a:solidFill>
                  <a:schemeClr val="tx1"/>
                </a:solidFill>
                <a:ea typeface="Calibri"/>
                <a:cs typeface="Calibri"/>
              </a:rPr>
              <a:t/>
            </a:r>
            <a:r>
              <a:rPr lang="en-US" sz="1400">
                <a:solidFill>
                  <a:schemeClr val="tx1"/>
                </a:solidFill>
                <a:ea typeface="Calibri"/>
                <a:cs typeface="Calibri"/>
              </a:rPr>
              <a:t/>
            </a:r>
            <a:r>
              <a:rPr lang="en-US" sz="1400" err="1">
                <a:solidFill>
                  <a:schemeClr val="tx1"/>
                </a:solidFill>
                <a:ea typeface="Calibri"/>
                <a:cs typeface="Calibri"/>
              </a:rPr>
              <a:t/>
            </a:r>
            <a:r>
              <a:rPr lang="en-US" sz="1400">
                <a:solidFill>
                  <a:schemeClr val="tx1"/>
                </a:solidFill>
                <a:ea typeface="Calibri"/>
                <a:cs typeface="Calibri"/>
              </a:rPr>
              <a:t/>
            </a:r>
          </a:p>
          <a:p>
            <a:pPr marL="377825" lvl="1" indent="-251460">
              <a:buClr>
                <a:srgbClr val="EA7600"/>
              </a:buClr>
              <a:buFont typeface="Trebuchet MS" panose="020B0603020202020204" pitchFamily="34" charset="0"/>
              <a:buChar char="•"/>
            </a:pPr>
            <a:r>
              <a:rPr lang="en-US" sz="1400" err="1">
                <a:solidFill>
                  <a:schemeClr val="tx1"/>
                </a:solidFill>
                <a:ea typeface="Calibri"/>
                <a:cs typeface="Calibri"/>
              </a:rPr>
              <a:t>[Por completar]</a:t>
            </a:r>
            <a:r>
              <a:rPr lang="en-US" sz="1400">
                <a:solidFill>
                  <a:schemeClr val="tx1"/>
                </a:solidFill>
                <a:ea typeface="Calibri"/>
                <a:cs typeface="Calibri"/>
              </a:rPr>
              <a:t/>
            </a:r>
            <a:r>
              <a:rPr lang="en-US" sz="1400" err="1">
                <a:solidFill>
                  <a:schemeClr val="tx1"/>
                </a:solidFill>
                <a:ea typeface="Calibri"/>
                <a:cs typeface="Calibri"/>
              </a:rPr>
              <a:t/>
            </a:r>
            <a:r>
              <a:rPr lang="en-US" sz="1400">
                <a:solidFill>
                  <a:schemeClr val="tx1"/>
                </a:solidFill>
                <a:ea typeface="Calibri"/>
                <a:cs typeface="Calibri"/>
              </a:rPr>
              <a:t/>
            </a:r>
            <a:r>
              <a:rPr lang="en-US" sz="1400" err="1">
                <a:solidFill>
                  <a:schemeClr val="tx1"/>
                </a:solidFill>
                <a:ea typeface="Calibri"/>
                <a:cs typeface="Calibri"/>
              </a:rPr>
              <a:t/>
            </a:r>
            <a:r>
              <a:rPr lang="en-US" sz="1400">
                <a:solidFill>
                  <a:schemeClr val="tx1"/>
                </a:solidFill>
                <a:ea typeface="Calibri"/>
                <a:cs typeface="Calibri"/>
              </a:rPr>
              <a:t/>
            </a:r>
            <a:r>
              <a:rPr lang="en-US" sz="1400" err="1">
                <a:solidFill>
                  <a:schemeClr val="tx1"/>
                </a:solidFill>
                <a:ea typeface="Calibri"/>
                <a:cs typeface="Calibri"/>
              </a:rPr>
              <a:t/>
            </a:r>
            <a:r>
              <a:rPr lang="en-US" sz="1400">
                <a:solidFill>
                  <a:schemeClr val="tx1"/>
                </a:solidFill>
                <a:ea typeface="Calibri"/>
                <a:cs typeface="Calibri"/>
              </a:rPr>
              <a:t/>
            </a:r>
            <a:r>
              <a:rPr lang="en-US" sz="1400" err="1">
                <a:solidFill>
                  <a:schemeClr val="tx1"/>
                </a:solidFill>
                <a:ea typeface="Calibri"/>
                <a:cs typeface="Calibri"/>
              </a:rPr>
              <a:t/>
            </a:r>
            <a:r>
              <a:rPr lang="en-US" sz="1400">
                <a:solidFill>
                  <a:schemeClr val="tx1"/>
                </a:solidFill>
                <a:ea typeface="Calibri"/>
                <a:cs typeface="Calibri"/>
              </a:rPr>
              <a:t/>
            </a:r>
            <a:endParaRPr lang="en-US" sz="1200">
              <a:solidFill>
                <a:schemeClr val="tx1"/>
              </a:solidFill>
              <a:ea typeface="Calibri"/>
              <a:cs typeface="Calibri"/>
            </a:endParaRPr>
          </a:p>
          <a:p>
            <a:pPr marL="126365" lvl="1">
              <a:buClr>
                <a:srgbClr val="EA7600"/>
              </a:buClr>
            </a:pPr>
            <a:endParaRPr lang="en-US"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n-US" sz="1200">
              <a:solidFill>
                <a:srgbClr val="C00000"/>
              </a:solidFill>
              <a:ea typeface="Calibri"/>
              <a:cs typeface="Calibri"/>
            </a:endParaRPr>
          </a:p>
        </p:txBody>
      </p:sp>
      <p:sp>
        <p:nvSpPr>
          <p:cNvPr id="6" name="Rectangle: Rounded Corners 13">
            <a:extLst>
              <a:ext uri="{FF2B5EF4-FFF2-40B4-BE49-F238E27FC236}">
                <a16:creationId xmlns:a16="http://schemas.microsoft.com/office/drawing/2014/main" id="{3DAC98F7-C31D-76CC-DAC1-A73C46AE7D7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Tree>
    <p:extLst>
      <p:ext uri="{BB962C8B-B14F-4D97-AF65-F5344CB8AC3E}">
        <p14:creationId xmlns:p14="http://schemas.microsoft.com/office/powerpoint/2010/main" val="3942383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30512-C323-7C0A-B9F1-60E9D49E270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9E5DB26-DEBA-DF23-7A60-B5A17EFD1D58}"/>
              </a:ext>
            </a:extLst>
          </p:cNvPr>
          <p:cNvGraphicFramePr>
            <a:graphicFrameLocks/>
          </p:cNvGraphicFramePr>
          <p:nvPr>
            <p:custDataLst>
              <p:tags r:id="rId1"/>
            </p:custDataLst>
            <p:extLst>
              <p:ext uri="{D42A27DB-BD31-4B8C-83A1-F6EECF244321}">
                <p14:modId xmlns:p14="http://schemas.microsoft.com/office/powerpoint/2010/main" val="21078895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0" imgW="404" imgH="405" progId="TCLayout.ActiveDocument.1">
                  <p:embed/>
                </p:oleObj>
              </mc:Choice>
              <mc:Fallback>
                <p:oleObj name="Diapositiva de think-cell" r:id="rId10" imgW="404" imgH="405" progId="TCLayout.ActiveDocument.1">
                  <p:embed/>
                  <p:pic>
                    <p:nvPicPr>
                      <p:cNvPr id="8" name="think-cell data - do not delete" hidden="1">
                        <a:extLst>
                          <a:ext uri="{FF2B5EF4-FFF2-40B4-BE49-F238E27FC236}">
                            <a16:creationId xmlns:a16="http://schemas.microsoft.com/office/drawing/2014/main" id="{19E5DB26-DEBA-DF23-7A60-B5A17EFD1D5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DF1D053B-7E2F-DF4F-7F86-352450503BD7}"/>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4528196F-95A1-B6A6-BEB1-5230109A4739}"/>
              </a:ext>
            </a:extLst>
          </p:cNvPr>
          <p:cNvSpPr>
            <a:spLocks noChangeArrowheads="1"/>
          </p:cNvSpPr>
          <p:nvPr>
            <p:custDataLst>
              <p:tags r:id="rId3"/>
            </p:custDataLst>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2F1754AC-3420-D3A4-AFD5-A369156A1F65}"/>
              </a:ext>
            </a:extLst>
          </p:cNvPr>
          <p:cNvSpPr>
            <a:spLocks noGrp="1"/>
          </p:cNvSpPr>
          <p:nvPr>
            <p:ph type="title"/>
          </p:nvPr>
        </p:nvSpPr>
        <p:spPr/>
        <p:txBody>
          <a:bodyPr vert="horz"/>
          <a:lstStyle/>
          <a:p>
            <a:r>
              <a:rPr lang="es-CL">
                <a:solidFill>
                  <a:schemeClr val="tx1"/>
                </a:solidFill>
              </a:rPr>
              <a:t>A. SIPOC| Fase A</a:t>
            </a:r>
            <a:r>
              <a:rPr lang="es-CL" sz="2400">
                <a:solidFill>
                  <a:schemeClr val="tx1"/>
                </a:solidFill>
              </a:rPr>
              <a:t/>
            </a:r>
            <a:r>
              <a:rPr lang="es-CL" sz="2400"/>
              <a:t/>
            </a:r>
            <a:endParaRPr lang="es-CL"/>
          </a:p>
        </p:txBody>
      </p:sp>
      <p:graphicFrame>
        <p:nvGraphicFramePr>
          <p:cNvPr id="27" name="Table 26">
            <a:extLst>
              <a:ext uri="{FF2B5EF4-FFF2-40B4-BE49-F238E27FC236}">
                <a16:creationId xmlns:a16="http://schemas.microsoft.com/office/drawing/2014/main" id="{6FD1110A-DA8D-72EC-5ACF-4E958606AB56}"/>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32" name="ee4pHeader1">
            <a:extLst>
              <a:ext uri="{FF2B5EF4-FFF2-40B4-BE49-F238E27FC236}">
                <a16:creationId xmlns:a16="http://schemas.microsoft.com/office/drawing/2014/main" id="{4C88642D-7D26-7C02-4F7B-C27647075643}"/>
              </a:ext>
            </a:extLst>
          </p:cNvPr>
          <p:cNvSpPr>
            <a:spLocks noChangeArrowheads="1"/>
          </p:cNvSpPr>
          <p:nvPr>
            <p:custDataLst>
              <p:tags r:id="rId4"/>
            </p:custDataLst>
          </p:nvPr>
        </p:nvSpPr>
        <p:spPr bwMode="gray">
          <a:xfrm>
            <a:off x="5022045" y="2073147"/>
            <a:ext cx="2147909" cy="391007"/>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srgbClr val="696158"/>
                </a:solidFill>
                <a:latin typeface="Calibri"/>
              </a:rPr>
              <a:t>[Por completar]</a:t>
            </a:r>
          </a:p>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srgbClr val="696158"/>
                </a:solidFill>
                <a:latin typeface="Calibri"/>
              </a:rPr>
              <a:t>[Por completar]</a:t>
            </a:r>
            <a:endParaRPr kumimoji="0" lang="es-ES" sz="1100" b="0" i="0" u="none" strike="noStrike" kern="1200" cap="none" spc="0" normalizeH="0" baseline="0" noProof="0">
              <a:ln>
                <a:noFill/>
              </a:ln>
              <a:solidFill>
                <a:srgbClr val="696158"/>
              </a:solidFill>
              <a:effectLst/>
              <a:uLnTx/>
              <a:uFillTx/>
              <a:latin typeface="Calibri"/>
              <a:ea typeface="+mn-ea"/>
              <a:cs typeface="+mn-cs"/>
            </a:endParaRPr>
          </a:p>
        </p:txBody>
      </p:sp>
      <p:sp>
        <p:nvSpPr>
          <p:cNvPr id="34" name="Oval 20">
            <a:extLst>
              <a:ext uri="{FF2B5EF4-FFF2-40B4-BE49-F238E27FC236}">
                <a16:creationId xmlns:a16="http://schemas.microsoft.com/office/drawing/2014/main" id="{2C67780D-3592-C0EE-7305-F49DA82025FD}"/>
              </a:ext>
            </a:extLst>
          </p:cNvPr>
          <p:cNvSpPr>
            <a:spLocks noChangeAspect="1" noChangeArrowheads="1"/>
          </p:cNvSpPr>
          <p:nvPr/>
        </p:nvSpPr>
        <p:spPr bwMode="auto">
          <a:xfrm>
            <a:off x="4745968"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[Código]</a:t>
            </a: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
            </a:r>
          </a:p>
        </p:txBody>
      </p:sp>
      <p:sp>
        <p:nvSpPr>
          <p:cNvPr id="69" name="Rectangle 68">
            <a:extLst>
              <a:ext uri="{FF2B5EF4-FFF2-40B4-BE49-F238E27FC236}">
                <a16:creationId xmlns:a16="http://schemas.microsoft.com/office/drawing/2014/main" id="{22C642DD-FD24-E92F-37EE-A38ACF1CED8D}"/>
              </a:ext>
            </a:extLst>
          </p:cNvPr>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cxnSp>
        <p:nvCxnSpPr>
          <p:cNvPr id="11" name="Straight Connector 10">
            <a:extLst>
              <a:ext uri="{FF2B5EF4-FFF2-40B4-BE49-F238E27FC236}">
                <a16:creationId xmlns:a16="http://schemas.microsoft.com/office/drawing/2014/main" id="{AB1F8849-0DDD-B724-F86E-146E5B795008}"/>
              </a:ext>
            </a:extLst>
          </p:cNvPr>
          <p:cNvCxnSpPr>
            <a:cxnSpLocks/>
          </p:cNvCxnSpPr>
          <p:nvPr/>
        </p:nvCxnSpPr>
        <p:spPr>
          <a:xfrm>
            <a:off x="4328604" y="2041458"/>
            <a:ext cx="0" cy="166186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A451B5C-405F-ED09-FF08-3F0DFD037F97}"/>
              </a:ext>
            </a:extLst>
          </p:cNvPr>
          <p:cNvCxnSpPr>
            <a:cxnSpLocks/>
          </p:cNvCxnSpPr>
          <p:nvPr/>
        </p:nvCxnSpPr>
        <p:spPr>
          <a:xfrm>
            <a:off x="4332559" y="2127350"/>
            <a:ext cx="309019"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ee4pHeader2">
            <a:extLst>
              <a:ext uri="{FF2B5EF4-FFF2-40B4-BE49-F238E27FC236}">
                <a16:creationId xmlns:a16="http://schemas.microsoft.com/office/drawing/2014/main" id="{83516983-5D2A-307D-DF3B-A532DC216199}"/>
              </a:ext>
            </a:extLst>
          </p:cNvPr>
          <p:cNvSpPr>
            <a:spLocks noChangeArrowheads="1"/>
          </p:cNvSpPr>
          <p:nvPr>
            <p:custDataLst>
              <p:tags r:id="rId5"/>
            </p:custDataLst>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5" name="ee4pContent5">
            <a:extLst>
              <a:ext uri="{FF2B5EF4-FFF2-40B4-BE49-F238E27FC236}">
                <a16:creationId xmlns:a16="http://schemas.microsoft.com/office/drawing/2014/main" id="{BA224791-A4B9-33CB-EA61-A9843A8B3786}"/>
              </a:ext>
            </a:extLst>
          </p:cNvPr>
          <p:cNvSpPr txBox="1"/>
          <p:nvPr/>
        </p:nvSpPr>
        <p:spPr>
          <a:xfrm>
            <a:off x="9516560" y="659759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ee4pHeader2">
            <a:extLst>
              <a:ext uri="{FF2B5EF4-FFF2-40B4-BE49-F238E27FC236}">
                <a16:creationId xmlns:a16="http://schemas.microsoft.com/office/drawing/2014/main" id="{1450A7E0-4749-C3D8-7066-7319122E5076}"/>
              </a:ext>
            </a:extLst>
          </p:cNvPr>
          <p:cNvSpPr>
            <a:spLocks noChangeArrowheads="1"/>
          </p:cNvSpPr>
          <p:nvPr>
            <p:custDataLst>
              <p:tags r:id="rId6"/>
            </p:custDataLst>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7" name="ee4pContent5">
            <a:extLst>
              <a:ext uri="{FF2B5EF4-FFF2-40B4-BE49-F238E27FC236}">
                <a16:creationId xmlns:a16="http://schemas.microsoft.com/office/drawing/2014/main" id="{22F625F3-CD3B-AFCD-3BF9-4281093EB95D}"/>
              </a:ext>
            </a:extLst>
          </p:cNvPr>
          <p:cNvSpPr txBox="1"/>
          <p:nvPr/>
        </p:nvSpPr>
        <p:spPr>
          <a:xfrm>
            <a:off x="10640224" y="659759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8" name="Table 17">
            <a:extLst>
              <a:ext uri="{FF2B5EF4-FFF2-40B4-BE49-F238E27FC236}">
                <a16:creationId xmlns:a16="http://schemas.microsoft.com/office/drawing/2014/main" id="{06561448-569B-1E21-6BD0-8E5BCF9BC5A1}"/>
              </a:ext>
            </a:extLst>
          </p:cNvPr>
          <p:cNvGraphicFramePr>
            <a:graphicFrameLocks noGrp="1"/>
          </p:cNvGraphicFramePr>
          <p:nvPr>
            <p:extLst>
              <p:ext uri="{D42A27DB-BD31-4B8C-83A1-F6EECF244321}">
                <p14:modId xmlns:p14="http://schemas.microsoft.com/office/powerpoint/2010/main" val="3654499896"/>
              </p:ext>
            </p:extLst>
          </p:nvPr>
        </p:nvGraphicFramePr>
        <p:xfrm>
          <a:off x="7825078" y="1499078"/>
          <a:ext cx="3754390" cy="2116865"/>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5">
                  <a:extLst>
                    <a:ext uri="{9D8B030D-6E8A-4147-A177-3AD203B41FA5}">
                      <a16:colId xmlns:a16="http://schemas.microsoft.com/office/drawing/2014/main" val="382253565"/>
                    </a:ext>
                  </a:extLst>
                </a:gridCol>
                <a:gridCol w="1251776">
                  <a:extLst>
                    <a:ext uri="{9D8B030D-6E8A-4147-A177-3AD203B41FA5}">
                      <a16:colId xmlns:a16="http://schemas.microsoft.com/office/drawing/2014/main"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775772">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kern="1200" noProof="0">
                          <a:solidFill>
                            <a:srgbClr val="696158"/>
                          </a:solidFill>
                          <a:effectLst/>
                          <a:latin typeface="+mn-lt"/>
                        </a:rPr>
                        <a:t>[Por completar]</a:t>
                      </a:r>
                      <a:endParaRPr lang="es-CL" sz="14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4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0184875"/>
                  </a:ext>
                </a:extLst>
              </a:tr>
              <a:tr h="775772">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4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27379209"/>
                  </a:ext>
                </a:extLst>
              </a:tr>
            </a:tbl>
          </a:graphicData>
        </a:graphic>
      </p:graphicFrame>
      <p:cxnSp>
        <p:nvCxnSpPr>
          <p:cNvPr id="19" name="Straight Connector 18">
            <a:extLst>
              <a:ext uri="{FF2B5EF4-FFF2-40B4-BE49-F238E27FC236}">
                <a16:creationId xmlns:a16="http://schemas.microsoft.com/office/drawing/2014/main" id="{1AF4230C-0797-9724-6F35-152ED2182A79}"/>
              </a:ext>
            </a:extLst>
          </p:cNvPr>
          <p:cNvCxnSpPr>
            <a:cxnSpLocks/>
          </p:cNvCxnSpPr>
          <p:nvPr/>
        </p:nvCxnSpPr>
        <p:spPr>
          <a:xfrm>
            <a:off x="7813629" y="2081213"/>
            <a:ext cx="0" cy="1548000"/>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2F380DA-E749-311F-3DC0-2120BEFEB11B}"/>
              </a:ext>
            </a:extLst>
          </p:cNvPr>
          <p:cNvCxnSpPr>
            <a:cxnSpLocks/>
          </p:cNvCxnSpPr>
          <p:nvPr/>
        </p:nvCxnSpPr>
        <p:spPr>
          <a:xfrm>
            <a:off x="7314202" y="2886215"/>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F70CE763-C4E5-B8B0-3CEA-3EC75534E042}"/>
              </a:ext>
            </a:extLst>
          </p:cNvPr>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7D4C80F1-7305-D9E4-ABE1-488E04051AA5}"/>
              </a:ext>
            </a:extLst>
          </p:cNvPr>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[Por completar]</a:t>
            </a:r>
            <a:endParaRPr lang="es-ES" sz="1200"/>
          </a:p>
        </p:txBody>
      </p:sp>
      <p:graphicFrame>
        <p:nvGraphicFramePr>
          <p:cNvPr id="30" name="Table 29">
            <a:extLst>
              <a:ext uri="{FF2B5EF4-FFF2-40B4-BE49-F238E27FC236}">
                <a16:creationId xmlns:a16="http://schemas.microsoft.com/office/drawing/2014/main" id="{FCB25FE9-FBE2-3390-F003-14E562BA524B}"/>
              </a:ext>
            </a:extLst>
          </p:cNvPr>
          <p:cNvGraphicFramePr>
            <a:graphicFrameLocks noGrp="1"/>
          </p:cNvGraphicFramePr>
          <p:nvPr/>
        </p:nvGraphicFramePr>
        <p:xfrm>
          <a:off x="771524" y="6169449"/>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rgbClr val="696158"/>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sp>
        <p:nvSpPr>
          <p:cNvPr id="13" name="Rectangle: Rounded Corners 3">
            <a:extLst>
              <a:ext uri="{FF2B5EF4-FFF2-40B4-BE49-F238E27FC236}">
                <a16:creationId xmlns:a16="http://schemas.microsoft.com/office/drawing/2014/main" id="{23AF6334-A450-3190-EBDE-A8B7810CE3B4}"/>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20" name="ee4pHeader1">
            <a:extLst>
              <a:ext uri="{FF2B5EF4-FFF2-40B4-BE49-F238E27FC236}">
                <a16:creationId xmlns:a16="http://schemas.microsoft.com/office/drawing/2014/main" id="{8BAA4923-6B12-EE54-712F-7A95D50025B5}"/>
              </a:ext>
            </a:extLst>
          </p:cNvPr>
          <p:cNvSpPr>
            <a:spLocks noChangeArrowheads="1"/>
          </p:cNvSpPr>
          <p:nvPr>
            <p:custDataLst>
              <p:tags r:id="rId7"/>
            </p:custDataLst>
          </p:nvPr>
        </p:nvSpPr>
        <p:spPr bwMode="gray">
          <a:xfrm>
            <a:off x="5022045" y="2702622"/>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3" name="Oval 20">
            <a:extLst>
              <a:ext uri="{FF2B5EF4-FFF2-40B4-BE49-F238E27FC236}">
                <a16:creationId xmlns:a16="http://schemas.microsoft.com/office/drawing/2014/main" id="{C2501C64-337D-7129-86A2-9171B58DBB3D}"/>
              </a:ext>
            </a:extLst>
          </p:cNvPr>
          <p:cNvSpPr>
            <a:spLocks noChangeAspect="1" noChangeArrowheads="1"/>
          </p:cNvSpPr>
          <p:nvPr/>
        </p:nvSpPr>
        <p:spPr bwMode="auto">
          <a:xfrm>
            <a:off x="4745968" y="2593028"/>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[Código]</a:t>
            </a: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
            </a:r>
          </a:p>
        </p:txBody>
      </p:sp>
      <p:sp>
        <p:nvSpPr>
          <p:cNvPr id="3" name="Rectangle: Rounded Corners 36">
            <a:extLst>
              <a:ext uri="{FF2B5EF4-FFF2-40B4-BE49-F238E27FC236}">
                <a16:creationId xmlns:a16="http://schemas.microsoft.com/office/drawing/2014/main" id="{4B477E0D-F942-63C5-33BF-FAEA5A57D0F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38" name="Table 17">
            <a:extLst>
              <a:ext uri="{FF2B5EF4-FFF2-40B4-BE49-F238E27FC236}">
                <a16:creationId xmlns:a16="http://schemas.microsoft.com/office/drawing/2014/main" id="{46BE1279-476C-E798-B654-59468A62EE7A}"/>
              </a:ext>
            </a:extLst>
          </p:cNvPr>
          <p:cNvGraphicFramePr>
            <a:graphicFrameLocks noGrp="1"/>
          </p:cNvGraphicFramePr>
          <p:nvPr>
            <p:extLst>
              <p:ext uri="{D42A27DB-BD31-4B8C-83A1-F6EECF244321}">
                <p14:modId xmlns:p14="http://schemas.microsoft.com/office/powerpoint/2010/main" val="2430699878"/>
              </p:ext>
            </p:extLst>
          </p:nvPr>
        </p:nvGraphicFramePr>
        <p:xfrm>
          <a:off x="514451" y="1621502"/>
          <a:ext cx="3737953" cy="3278811"/>
        </p:xfrm>
        <a:graphic>
          <a:graphicData uri="http://schemas.openxmlformats.org/drawingml/2006/table">
            <a:tbl>
              <a:tblPr>
                <a:tableStyleId>{2D5ABB26-0587-4C30-8999-92F81FD0307C}</a:tableStyleId>
              </a:tblPr>
              <a:tblGrid>
                <a:gridCol w="1462189">
                  <a:extLst>
                    <a:ext uri="{9D8B030D-6E8A-4147-A177-3AD203B41FA5}">
                      <a16:colId xmlns:a16="http://schemas.microsoft.com/office/drawing/2014/main" val="216396786"/>
                    </a:ext>
                  </a:extLst>
                </a:gridCol>
                <a:gridCol w="262709">
                  <a:extLst>
                    <a:ext uri="{9D8B030D-6E8A-4147-A177-3AD203B41FA5}">
                      <a16:colId xmlns:a16="http://schemas.microsoft.com/office/drawing/2014/main" val="3009966832"/>
                    </a:ext>
                  </a:extLst>
                </a:gridCol>
                <a:gridCol w="2013055">
                  <a:extLst>
                    <a:ext uri="{9D8B030D-6E8A-4147-A177-3AD203B41FA5}">
                      <a16:colId xmlns:a16="http://schemas.microsoft.com/office/drawing/2014/main"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562998">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400" b="0" i="0" u="none" strike="noStrike" kern="1200">
                          <a:solidFill>
                            <a:srgbClr val="696158"/>
                          </a:solidFill>
                          <a:effectLst/>
                          <a:latin typeface="+mn-lt"/>
                          <a:ea typeface="+mn-ea"/>
                          <a:cs typeface="+mn-cs"/>
                        </a:rPr>
                        <a:t>[Por completar]</a:t>
                      </a:r>
                    </a:p>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400" b="0" i="0" u="none" strike="noStrike" kern="1200">
                          <a:solidFill>
                            <a:srgbClr val="696158"/>
                          </a:solidFill>
                          <a:effectLst/>
                          <a:latin typeface="+mn-lt"/>
                          <a:ea typeface="+mn-ea"/>
                          <a:cs typeface="+mn-cs"/>
                        </a:rPr>
                        <a:t>[Por completar]</a:t>
                      </a:r>
                    </a:p>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4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s-CL" sz="14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ES" sz="14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4225172"/>
                  </a:ext>
                </a:extLst>
              </a:tr>
              <a:tr h="562998">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s-CL" sz="14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83499478"/>
                  </a:ext>
                </a:extLst>
              </a:tr>
              <a:tr h="562998">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400" b="0" i="0" u="none" strike="noStrike" kern="1200">
                          <a:solidFill>
                            <a:srgbClr val="696158"/>
                          </a:solidFill>
                          <a:effectLst/>
                          <a:latin typeface="+mn-lt"/>
                          <a:ea typeface="+mn-ea"/>
                          <a:cs typeface="+mn-cs"/>
                        </a:rPr>
                        <a:t>[Por completar]</a:t>
                      </a: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4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s-CL" sz="14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034251108"/>
                  </a:ext>
                </a:extLst>
              </a:tr>
            </a:tbl>
          </a:graphicData>
        </a:graphic>
      </p:graphicFrame>
      <p:graphicFrame>
        <p:nvGraphicFramePr>
          <p:cNvPr id="5" name="Table 29">
            <a:extLst>
              <a:ext uri="{FF2B5EF4-FFF2-40B4-BE49-F238E27FC236}">
                <a16:creationId xmlns:a16="http://schemas.microsoft.com/office/drawing/2014/main" id="{294F28A2-25C4-6FF9-4F5E-1248AC12889B}"/>
              </a:ext>
            </a:extLst>
          </p:cNvPr>
          <p:cNvGraphicFramePr>
            <a:graphicFrameLocks noGrp="1"/>
          </p:cNvGraphicFramePr>
          <p:nvPr>
            <p:extLst>
              <p:ext uri="{D42A27DB-BD31-4B8C-83A1-F6EECF244321}">
                <p14:modId xmlns:p14="http://schemas.microsoft.com/office/powerpoint/2010/main" val="2945935808"/>
              </p:ext>
            </p:extLst>
          </p:nvPr>
        </p:nvGraphicFramePr>
        <p:xfrm>
          <a:off x="2319337" y="6169448"/>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335280">
                <a:tc>
                  <a:txBody>
                    <a:bodyPr/>
                    <a:lstStyle/>
                    <a:p>
                      <a:pPr marL="0" marR="0" lvl="0" indent="0" algn="ctr" rtl="0" eaLnBrk="1" fontAlgn="auto" latinLnBrk="0" hangingPunct="1">
                        <a:lnSpc>
                          <a:spcPct val="100000"/>
                        </a:lnSpc>
                        <a:spcBef>
                          <a:spcPts val="0"/>
                        </a:spcBef>
                        <a:spcAft>
                          <a:spcPts val="0"/>
                        </a:spcAft>
                        <a:buClrTx/>
                        <a:buSzTx/>
                        <a:buNone/>
                      </a:pPr>
                      <a:r>
                        <a:rPr lang="es-CL" sz="1100">
                          <a:solidFill>
                            <a:schemeClr val="tx1"/>
                          </a:solidFill>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9" name="Table 29">
            <a:extLst>
              <a:ext uri="{FF2B5EF4-FFF2-40B4-BE49-F238E27FC236}">
                <a16:creationId xmlns:a16="http://schemas.microsoft.com/office/drawing/2014/main" id="{09AA523A-79C8-4A04-632A-81F4588A97C7}"/>
              </a:ext>
            </a:extLst>
          </p:cNvPr>
          <p:cNvGraphicFramePr>
            <a:graphicFrameLocks noGrp="1"/>
          </p:cNvGraphicFramePr>
          <p:nvPr>
            <p:extLst>
              <p:ext uri="{D42A27DB-BD31-4B8C-83A1-F6EECF244321}">
                <p14:modId xmlns:p14="http://schemas.microsoft.com/office/powerpoint/2010/main" val="197223328"/>
              </p:ext>
            </p:extLst>
          </p:nvPr>
        </p:nvGraphicFramePr>
        <p:xfrm>
          <a:off x="3867149" y="6169448"/>
          <a:ext cx="1551043" cy="339951"/>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339951">
                <a:tc>
                  <a:txBody>
                    <a:bodyPr/>
                    <a:lstStyle/>
                    <a:p>
                      <a:pPr marL="0" marR="0" lvl="0" indent="0" algn="ctr" rtl="0" eaLnBrk="1" fontAlgn="auto" latinLnBrk="0" hangingPunct="1">
                        <a:lnSpc>
                          <a:spcPct val="100000"/>
                        </a:lnSpc>
                        <a:spcBef>
                          <a:spcPts val="0"/>
                        </a:spcBef>
                        <a:spcAft>
                          <a:spcPts val="0"/>
                        </a:spcAft>
                        <a:buClrTx/>
                        <a:buSzTx/>
                        <a:buNone/>
                      </a:pPr>
                      <a:r>
                        <a:rPr lang="es-CL" sz="1100">
                          <a:solidFill>
                            <a:schemeClr val="tx1"/>
                          </a:solidFill>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21" name="Table 29">
            <a:extLst>
              <a:ext uri="{FF2B5EF4-FFF2-40B4-BE49-F238E27FC236}">
                <a16:creationId xmlns:a16="http://schemas.microsoft.com/office/drawing/2014/main" id="{A1590404-9D6B-3AFD-8273-5CC291B94577}"/>
              </a:ext>
            </a:extLst>
          </p:cNvPr>
          <p:cNvGraphicFramePr>
            <a:graphicFrameLocks noGrp="1"/>
          </p:cNvGraphicFramePr>
          <p:nvPr>
            <p:extLst>
              <p:ext uri="{D42A27DB-BD31-4B8C-83A1-F6EECF244321}">
                <p14:modId xmlns:p14="http://schemas.microsoft.com/office/powerpoint/2010/main" val="228457219"/>
              </p:ext>
            </p:extLst>
          </p:nvPr>
        </p:nvGraphicFramePr>
        <p:xfrm>
          <a:off x="5414962" y="6157541"/>
          <a:ext cx="1551043" cy="339951"/>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339951">
                <a:tc>
                  <a:txBody>
                    <a:bodyPr/>
                    <a:lstStyle/>
                    <a:p>
                      <a:pPr marL="0" marR="0" lvl="0" indent="0" algn="ctr" rtl="0" eaLnBrk="1" fontAlgn="auto" latinLnBrk="0" hangingPunct="1">
                        <a:lnSpc>
                          <a:spcPct val="100000"/>
                        </a:lnSpc>
                        <a:spcBef>
                          <a:spcPts val="0"/>
                        </a:spcBef>
                        <a:spcAft>
                          <a:spcPts val="0"/>
                        </a:spcAft>
                        <a:buClrTx/>
                        <a:buSzTx/>
                        <a:buNone/>
                      </a:pPr>
                      <a:r>
                        <a:rPr lang="es-CL" sz="1100">
                          <a:solidFill>
                            <a:schemeClr val="tx1"/>
                          </a:solidFill>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cxnSp>
        <p:nvCxnSpPr>
          <p:cNvPr id="29" name="Straight Arrow Connector 5">
            <a:extLst>
              <a:ext uri="{FF2B5EF4-FFF2-40B4-BE49-F238E27FC236}">
                <a16:creationId xmlns:a16="http://schemas.microsoft.com/office/drawing/2014/main" id="{386415FD-653E-0B85-7A83-6D3FFB31F0C8}"/>
              </a:ext>
            </a:extLst>
          </p:cNvPr>
          <p:cNvCxnSpPr>
            <a:cxnSpLocks/>
            <a:endCxn id="20" idx="0"/>
          </p:cNvCxnSpPr>
          <p:nvPr/>
        </p:nvCxnSpPr>
        <p:spPr>
          <a:xfrm>
            <a:off x="6096000" y="2480836"/>
            <a:ext cx="0" cy="221786"/>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18">
            <a:extLst>
              <a:ext uri="{FF2B5EF4-FFF2-40B4-BE49-F238E27FC236}">
                <a16:creationId xmlns:a16="http://schemas.microsoft.com/office/drawing/2014/main" id="{4CDD1F37-14DE-69B1-3F77-59B6623F05AE}"/>
              </a:ext>
            </a:extLst>
          </p:cNvPr>
          <p:cNvCxnSpPr>
            <a:cxnSpLocks/>
          </p:cNvCxnSpPr>
          <p:nvPr/>
        </p:nvCxnSpPr>
        <p:spPr>
          <a:xfrm>
            <a:off x="4328604" y="3840219"/>
            <a:ext cx="0" cy="1080000"/>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Conector: angular 21">
            <a:extLst>
              <a:ext uri="{FF2B5EF4-FFF2-40B4-BE49-F238E27FC236}">
                <a16:creationId xmlns:a16="http://schemas.microsoft.com/office/drawing/2014/main" id="{6F26FE43-C345-5413-C985-BC60E4D61A79}"/>
              </a:ext>
            </a:extLst>
          </p:cNvPr>
          <p:cNvCxnSpPr>
            <a:cxnSpLocks/>
          </p:cNvCxnSpPr>
          <p:nvPr/>
        </p:nvCxnSpPr>
        <p:spPr>
          <a:xfrm flipV="1">
            <a:off x="4337517" y="2952924"/>
            <a:ext cx="674668" cy="1538380"/>
          </a:xfrm>
          <a:prstGeom prst="bentConnector3">
            <a:avLst>
              <a:gd name="adj1" fmla="val 50000"/>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6090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75966-2484-EE4E-E842-815E01D8434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EE37BC1-BCDE-BE8C-5D19-69A79D91F92F}"/>
              </a:ext>
            </a:extLst>
          </p:cNvPr>
          <p:cNvGraphicFramePr>
            <a:graphicFrameLocks/>
          </p:cNvGraphicFramePr>
          <p:nvPr>
            <p:custDataLst>
              <p:tags r:id="rId1"/>
            </p:custDataLst>
            <p:extLst>
              <p:ext uri="{D42A27DB-BD31-4B8C-83A1-F6EECF244321}">
                <p14:modId xmlns:p14="http://schemas.microsoft.com/office/powerpoint/2010/main" val="920748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5EE37BC1-BCDE-BE8C-5D19-69A79D91F9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7" name="Rectangle 52">
            <a:extLst>
              <a:ext uri="{FF2B5EF4-FFF2-40B4-BE49-F238E27FC236}">
                <a16:creationId xmlns:a16="http://schemas.microsoft.com/office/drawing/2014/main" id="{9455523F-91C7-0FA9-EF90-447A128F8B04}"/>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91" name="Text Placeholder 3">
            <a:extLst>
              <a:ext uri="{FF2B5EF4-FFF2-40B4-BE49-F238E27FC236}">
                <a16:creationId xmlns:a16="http://schemas.microsoft.com/office/drawing/2014/main" id="{0EF1F934-20D6-363E-7D00-EACC0E6060A3}"/>
              </a:ext>
            </a:extLst>
          </p:cNvPr>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35B5EA11-434B-DA39-D196-4202B9E3F16B}"/>
              </a:ext>
            </a:extLst>
          </p:cNvPr>
          <p:cNvSpPr>
            <a:spLocks noGrp="1"/>
          </p:cNvSpPr>
          <p:nvPr>
            <p:ph type="title"/>
          </p:nvPr>
        </p:nvSpPr>
        <p:spPr/>
        <p:txBody>
          <a:bodyPr vert="horz"/>
          <a:lstStyle/>
          <a:p>
            <a:r>
              <a:rPr lang="es-CL" sz="2400">
                <a:solidFill>
                  <a:schemeClr val="tx1"/>
                </a:solidFill>
              </a:rPr>
              <a:t>[Código] Flujograma subproceso| [Nombre del subproceso]</a:t>
            </a:r>
            <a:r>
              <a:rPr lang="es-CL">
                <a:solidFill>
                  <a:srgbClr val="BFB800"/>
                </a:solidFill>
              </a:rPr>
              <a:t/>
            </a:r>
            <a:endParaRPr lang="es-CL"/>
          </a:p>
        </p:txBody>
      </p:sp>
      <p:sp>
        <p:nvSpPr>
          <p:cNvPr id="5" name="Text Placeholder 3">
            <a:extLst>
              <a:ext uri="{FF2B5EF4-FFF2-40B4-BE49-F238E27FC236}">
                <a16:creationId xmlns:a16="http://schemas.microsoft.com/office/drawing/2014/main" id="{8785896B-E29B-453C-5A7E-31D689088313}"/>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[Por completar]</a:t>
            </a:r>
          </a:p>
        </p:txBody>
      </p:sp>
      <p:sp>
        <p:nvSpPr>
          <p:cNvPr id="35" name="Rectangle: Rounded Corners 34">
            <a:extLst>
              <a:ext uri="{FF2B5EF4-FFF2-40B4-BE49-F238E27FC236}">
                <a16:creationId xmlns:a16="http://schemas.microsoft.com/office/drawing/2014/main" id="{2089D4A7-B490-DAC8-0F3A-D53D1F6B5618}"/>
              </a:ext>
            </a:extLst>
          </p:cNvPr>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24AA0665-0203-D7AA-074E-0607CC1A296D}"/>
              </a:ext>
            </a:extLst>
          </p:cNvPr>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[Objetivo del subproceso]</a:t>
            </a:r>
            <a:endParaRPr lang="es-CL" sz="1200">
              <a:solidFill>
                <a:srgbClr val="000000"/>
              </a:solidFill>
              <a:ea typeface="Calibri"/>
              <a:cs typeface="Calibri"/>
            </a:endParaRPr>
          </a:p>
        </p:txBody>
      </p:sp>
      <p:grpSp>
        <p:nvGrpSpPr>
          <p:cNvPr id="25" name="Group 24">
            <a:extLst>
              <a:ext uri="{FF2B5EF4-FFF2-40B4-BE49-F238E27FC236}">
                <a16:creationId xmlns:a16="http://schemas.microsoft.com/office/drawing/2014/main" id="{B197E9C5-D0FF-9381-348B-CB7F7F81DBA4}"/>
              </a:ext>
            </a:extLst>
          </p:cNvPr>
          <p:cNvGrpSpPr/>
          <p:nvPr/>
        </p:nvGrpSpPr>
        <p:grpSpPr>
          <a:xfrm>
            <a:off x="9548037" y="1292505"/>
            <a:ext cx="2371061" cy="1420373"/>
            <a:chOff x="9548037" y="1292505"/>
            <a:chExt cx="2371061" cy="1420373"/>
          </a:xfrm>
        </p:grpSpPr>
        <p:sp>
          <p:nvSpPr>
            <p:cNvPr id="54" name="Rectangle: Rounded Corners 53">
              <a:extLst>
                <a:ext uri="{FF2B5EF4-FFF2-40B4-BE49-F238E27FC236}">
                  <a16:creationId xmlns:a16="http://schemas.microsoft.com/office/drawing/2014/main" id="{A7CC409B-2D21-DB5A-DF7A-7FDFCF743213}"/>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1E050FD3-D12E-7FD1-1C4C-433C256E9563}"/>
                </a:ext>
              </a:extLst>
            </p:cNvPr>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p:txBody>
        </p:sp>
      </p:grpSp>
      <p:grpSp>
        <p:nvGrpSpPr>
          <p:cNvPr id="24" name="Group 23">
            <a:extLst>
              <a:ext uri="{FF2B5EF4-FFF2-40B4-BE49-F238E27FC236}">
                <a16:creationId xmlns:a16="http://schemas.microsoft.com/office/drawing/2014/main" id="{6F0FBCD7-5EB4-1B06-4CF1-1EF12841C7D8}"/>
              </a:ext>
            </a:extLst>
          </p:cNvPr>
          <p:cNvGrpSpPr/>
          <p:nvPr/>
        </p:nvGrpSpPr>
        <p:grpSpPr>
          <a:xfrm>
            <a:off x="9548037" y="2750438"/>
            <a:ext cx="2371061" cy="1356808"/>
            <a:chOff x="9548037" y="3000808"/>
            <a:chExt cx="2371061" cy="1356808"/>
          </a:xfrm>
        </p:grpSpPr>
        <p:sp>
          <p:nvSpPr>
            <p:cNvPr id="58" name="Rectangle: Rounded Corners 57">
              <a:extLst>
                <a:ext uri="{FF2B5EF4-FFF2-40B4-BE49-F238E27FC236}">
                  <a16:creationId xmlns:a16="http://schemas.microsoft.com/office/drawing/2014/main" id="{D58BC192-0BF1-58B3-C8A5-8CA80ADAF22B}"/>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514C9631-D6EC-0F4E-C918-EB226507FF0C}"/>
                </a:ext>
              </a:extLst>
            </p:cNvPr>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n-US" sz="1200" err="1">
                  <a:solidFill>
                    <a:schemeClr val="tx1"/>
                  </a:solidFill>
                  <a:latin typeface="+mn-lt"/>
                  <a:ea typeface="Calibri"/>
                  <a:cs typeface="Calibri"/>
                </a:rPr>
                <a:t>[Por completar]</a:t>
              </a:r>
              <a:endParaRPr lang="en-US" sz="1200">
                <a:solidFill>
                  <a:schemeClr val="tx1"/>
                </a:solidFill>
                <a:latin typeface="+mn-lt"/>
                <a:ea typeface="Calibri"/>
                <a:cs typeface="Calibri"/>
              </a:endParaRPr>
            </a:p>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p>
            <a:p>
              <a:pPr marL="377825" lvl="1" indent="-251460">
                <a:buFont typeface="Trebuchet MS,Sans-Serif" panose="020B0603020202020204" pitchFamily="34" charset="0"/>
              </a:pPr>
              <a:r>
                <a:rPr lang="en-US" sz="1200" err="1">
                  <a:solidFill>
                    <a:schemeClr val="tx1"/>
                  </a:solidFill>
                  <a:latin typeface="+mn-lt"/>
                  <a:ea typeface="Calibri"/>
                  <a:cs typeface="Calibri"/>
                </a:rPr>
                <a:t>[Por completar]</a:t>
              </a:r>
              <a:r>
                <a:rPr lang="en-US" sz="1200">
                  <a:solidFill>
                    <a:schemeClr val="tx1"/>
                  </a:solidFill>
                  <a:latin typeface="+mn-lt"/>
                  <a:ea typeface="Calibri"/>
                  <a:cs typeface="Calibri"/>
                </a:rPr>
                <a:t/>
              </a:r>
              <a:r>
                <a:rPr lang="en-US" sz="1200" err="1">
                  <a:solidFill>
                    <a:schemeClr val="tx1"/>
                  </a:solidFill>
                  <a:latin typeface="+mn-lt"/>
                  <a:ea typeface="Calibri"/>
                  <a:cs typeface="Calibri"/>
                </a:rPr>
                <a:t/>
              </a:r>
              <a:endParaRPr lang="en-US" sz="1200">
                <a:solidFill>
                  <a:schemeClr val="tx1"/>
                </a:solidFill>
                <a:latin typeface="+mn-lt"/>
                <a:ea typeface="Calibri"/>
                <a:cs typeface="Calibri"/>
              </a:endParaRPr>
            </a:p>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4AB1A419-DC36-B3C3-E5FA-5F9F3F521157}"/>
              </a:ext>
            </a:extLst>
          </p:cNvPr>
          <p:cNvGrpSpPr/>
          <p:nvPr/>
        </p:nvGrpSpPr>
        <p:grpSpPr>
          <a:xfrm>
            <a:off x="9548037" y="4219257"/>
            <a:ext cx="2371061" cy="647000"/>
            <a:chOff x="9548037" y="4099511"/>
            <a:chExt cx="2371061" cy="647000"/>
          </a:xfrm>
        </p:grpSpPr>
        <p:sp>
          <p:nvSpPr>
            <p:cNvPr id="60" name="Rectangle: Rounded Corners 59">
              <a:extLst>
                <a:ext uri="{FF2B5EF4-FFF2-40B4-BE49-F238E27FC236}">
                  <a16:creationId xmlns:a16="http://schemas.microsoft.com/office/drawing/2014/main" id="{807F1D55-1745-C71A-062A-5EFB522D0B64}"/>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5E12D9B4-353D-8FAE-8AB3-2B7B28BCD69F}"/>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n-US" sz="1200">
                  <a:solidFill>
                    <a:schemeClr val="tx1"/>
                  </a:solidFill>
                  <a:ea typeface="Calibri"/>
                  <a:cs typeface="Calibri"/>
                </a:rPr>
                <a:t>[Por completar]</a:t>
              </a:r>
            </a:p>
            <a:p>
              <a:pPr marL="377825" lvl="1" indent="-251460"/>
              <a:r>
                <a:rPr lang="en-US" sz="1200">
                  <a:solidFill>
                    <a:schemeClr val="tx1"/>
                  </a:solidFill>
                  <a:ea typeface="Calibri"/>
                  <a:cs typeface="Calibri"/>
                </a:rPr>
                <a:t>[Por completar]</a:t>
              </a:r>
              <a:endParaRPr lang="en-U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4EDCB9A3-1FA1-3319-36AB-A58AFE86C563}"/>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E60FD6AD-5934-2046-F397-B11D02D3D775}"/>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F0AE30BA-919B-8B8F-69D7-30EC058A99A6}"/>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[Por completar]</a:t>
              </a:r>
              <a:r>
                <a:rPr lang="es-CL" sz="1200" err="1">
                  <a:solidFill>
                    <a:schemeClr val="tx1"/>
                  </a:solidFill>
                  <a:latin typeface="+mn-lt"/>
                  <a:cs typeface="Calibri"/>
                  <a:sym typeface="+mn-lt"/>
                </a:rPr>
                <a:t/>
              </a:r>
              <a:r>
                <a:rPr lang="es-CL" sz="1200">
                  <a:solidFill>
                    <a:schemeClr val="tx1"/>
                  </a:solidFill>
                  <a:latin typeface="+mn-lt"/>
                  <a:cs typeface="Calibri"/>
                  <a:sym typeface="+mn-lt"/>
                </a:rPr>
                <a:t/>
              </a:r>
            </a:p>
          </p:txBody>
        </p:sp>
      </p:grpSp>
      <p:sp>
        <p:nvSpPr>
          <p:cNvPr id="4" name="Rectangle: Rounded Corners 3">
            <a:extLst>
              <a:ext uri="{FF2B5EF4-FFF2-40B4-BE49-F238E27FC236}">
                <a16:creationId xmlns:a16="http://schemas.microsoft.com/office/drawing/2014/main" id="{2B68E4D9-DFDE-E2E6-A9DF-9CDB3A88673E}"/>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9" name="Rectangle: Rounded Corners 36">
            <a:extLst>
              <a:ext uri="{FF2B5EF4-FFF2-40B4-BE49-F238E27FC236}">
                <a16:creationId xmlns:a16="http://schemas.microsoft.com/office/drawing/2014/main" id="{EB6FAEDD-431F-8F4E-F42D-FB59107ADCBC}"/>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6" name="Rectangle: Rounded Corners 27">
            <a:extLst>
              <a:ext uri="{FF2B5EF4-FFF2-40B4-BE49-F238E27FC236}">
                <a16:creationId xmlns:a16="http://schemas.microsoft.com/office/drawing/2014/main" id="{F61E449E-7A27-C3D6-DC8E-57AF29D2BE4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r>
              <a:rPr lang="es-CL" sz="1100" b="1">
                <a:solidFill>
                  <a:srgbClr val="9A9300"/>
                </a:solidFill>
                <a:latin typeface="Calibri"/>
              </a:rPr>
              <a:t/>
            </a:r>
          </a:p>
        </p:txBody>
      </p:sp>
      <p:sp>
        <p:nvSpPr>
          <p:cNvPr id="7" name="Oval 34">
            <a:extLst>
              <a:ext uri="{FF2B5EF4-FFF2-40B4-BE49-F238E27FC236}">
                <a16:creationId xmlns:a16="http://schemas.microsoft.com/office/drawing/2014/main" id="{54EEB62C-101E-CC41-970A-03E1E64EC659}"/>
              </a:ext>
            </a:extLst>
          </p:cNvPr>
          <p:cNvSpPr/>
          <p:nvPr/>
        </p:nvSpPr>
        <p:spPr>
          <a:xfrm>
            <a:off x="1164562" y="4182088"/>
            <a:ext cx="1136364"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[Por completar]</a:t>
            </a:r>
          </a:p>
        </p:txBody>
      </p:sp>
      <p:grpSp>
        <p:nvGrpSpPr>
          <p:cNvPr id="12" name="Group 10">
            <a:extLst>
              <a:ext uri="{FF2B5EF4-FFF2-40B4-BE49-F238E27FC236}">
                <a16:creationId xmlns:a16="http://schemas.microsoft.com/office/drawing/2014/main" id="{37C37A23-84B8-0A9B-DD09-36623D6E2EC3}"/>
              </a:ext>
            </a:extLst>
          </p:cNvPr>
          <p:cNvGrpSpPr/>
          <p:nvPr/>
        </p:nvGrpSpPr>
        <p:grpSpPr>
          <a:xfrm>
            <a:off x="2825239" y="2551993"/>
            <a:ext cx="4081219" cy="2272211"/>
            <a:chOff x="1850477" y="3987891"/>
            <a:chExt cx="4081219" cy="2272211"/>
          </a:xfrm>
        </p:grpSpPr>
        <p:sp>
          <p:nvSpPr>
            <p:cNvPr id="15" name="Rectangle: Rounded Corners 37">
              <a:extLst>
                <a:ext uri="{FF2B5EF4-FFF2-40B4-BE49-F238E27FC236}">
                  <a16:creationId xmlns:a16="http://schemas.microsoft.com/office/drawing/2014/main" id="{F515954A-EB8C-07FF-084A-9235BB3290D2}"/>
                </a:ext>
              </a:extLst>
            </p:cNvPr>
            <p:cNvSpPr/>
            <p:nvPr/>
          </p:nvSpPr>
          <p:spPr>
            <a:xfrm>
              <a:off x="1850477" y="5620022"/>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a:p>
              <a:pPr algn="ctr">
                <a:defRPr/>
              </a:pPr>
              <a:r>
                <a:rPr lang="es-CL" sz="800">
                  <a:solidFill>
                    <a:srgbClr val="696158"/>
                  </a:solidFill>
                  <a:latin typeface="Calibri"/>
                </a:rPr>
                <a:t>[Por completar]</a:t>
              </a:r>
            </a:p>
          </p:txBody>
        </p:sp>
        <p:sp>
          <p:nvSpPr>
            <p:cNvPr id="17" name="Rectangle: Rounded Corners 38">
              <a:extLst>
                <a:ext uri="{FF2B5EF4-FFF2-40B4-BE49-F238E27FC236}">
                  <a16:creationId xmlns:a16="http://schemas.microsoft.com/office/drawing/2014/main" id="{2819C5F0-472E-1B03-5629-B9FE2CA1A147}"/>
                </a:ext>
              </a:extLst>
            </p:cNvPr>
            <p:cNvSpPr/>
            <p:nvPr/>
          </p:nvSpPr>
          <p:spPr>
            <a:xfrm>
              <a:off x="2126799" y="5518396"/>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[Código]</a:t>
              </a:r>
              <a:endParaRPr kumimoji="0" lang="es-CL" sz="880" b="1"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Rounded Corners 39">
              <a:extLst>
                <a:ext uri="{FF2B5EF4-FFF2-40B4-BE49-F238E27FC236}">
                  <a16:creationId xmlns:a16="http://schemas.microsoft.com/office/drawing/2014/main" id="{6BF3083D-707E-16BC-D700-7FB04FD7D6AC}"/>
                </a:ext>
              </a:extLst>
            </p:cNvPr>
            <p:cNvSpPr/>
            <p:nvPr/>
          </p:nvSpPr>
          <p:spPr>
            <a:xfrm>
              <a:off x="4989086" y="4084730"/>
              <a:ext cx="9426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9" name="Rectangle: Rounded Corners 40">
              <a:extLst>
                <a:ext uri="{FF2B5EF4-FFF2-40B4-BE49-F238E27FC236}">
                  <a16:creationId xmlns:a16="http://schemas.microsoft.com/office/drawing/2014/main" id="{848F6CC0-D899-042E-6FC4-6D0548967ECC}"/>
                </a:ext>
              </a:extLst>
            </p:cNvPr>
            <p:cNvSpPr/>
            <p:nvPr/>
          </p:nvSpPr>
          <p:spPr>
            <a:xfrm>
              <a:off x="5265408" y="3987891"/>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[Código]</a:t>
              </a:r>
              <a:r>
                <a:rPr kumimoji="0" lang="es-CL" sz="880" b="1" i="0" u="none" strike="noStrike" kern="1200" cap="none" spc="0" normalizeH="0" baseline="0" noProof="0">
                  <a:ln>
                    <a:noFill/>
                  </a:ln>
                  <a:solidFill>
                    <a:prstClr val="white"/>
                  </a:solidFill>
                  <a:effectLst/>
                  <a:uLnTx/>
                  <a:uFillTx/>
                  <a:latin typeface="Calibri"/>
                  <a:ea typeface="+mn-ea"/>
                  <a:cs typeface="+mn-cs"/>
                </a:rPr>
                <a:t/>
              </a:r>
            </a:p>
          </p:txBody>
        </p:sp>
      </p:grpSp>
      <p:cxnSp>
        <p:nvCxnSpPr>
          <p:cNvPr id="38" name="Conector: angular 37">
            <a:extLst>
              <a:ext uri="{FF2B5EF4-FFF2-40B4-BE49-F238E27FC236}">
                <a16:creationId xmlns:a16="http://schemas.microsoft.com/office/drawing/2014/main" id="{3FB22365-2B11-9489-A55C-9B7607993F6F}"/>
              </a:ext>
            </a:extLst>
          </p:cNvPr>
          <p:cNvCxnSpPr>
            <a:cxnSpLocks/>
            <a:endCxn id="44" idx="1"/>
          </p:cNvCxnSpPr>
          <p:nvPr/>
        </p:nvCxnSpPr>
        <p:spPr>
          <a:xfrm flipV="1">
            <a:off x="3767849" y="2965784"/>
            <a:ext cx="674668" cy="153838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4" name="Rombo 43">
            <a:extLst>
              <a:ext uri="{FF2B5EF4-FFF2-40B4-BE49-F238E27FC236}">
                <a16:creationId xmlns:a16="http://schemas.microsoft.com/office/drawing/2014/main" id="{BF0A545C-E26C-082A-2542-251F9F6A1A55}"/>
              </a:ext>
            </a:extLst>
          </p:cNvPr>
          <p:cNvSpPr/>
          <p:nvPr/>
        </p:nvSpPr>
        <p:spPr>
          <a:xfrm>
            <a:off x="4442517" y="2530174"/>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cxnSp>
        <p:nvCxnSpPr>
          <p:cNvPr id="48" name="Conector recto de flecha 47">
            <a:extLst>
              <a:ext uri="{FF2B5EF4-FFF2-40B4-BE49-F238E27FC236}">
                <a16:creationId xmlns:a16="http://schemas.microsoft.com/office/drawing/2014/main" id="{73328BE1-292B-4E95-1545-E31590BE9A39}"/>
              </a:ext>
            </a:extLst>
          </p:cNvPr>
          <p:cNvCxnSpPr>
            <a:cxnSpLocks/>
            <a:stCxn id="7" idx="6"/>
          </p:cNvCxnSpPr>
          <p:nvPr/>
        </p:nvCxnSpPr>
        <p:spPr>
          <a:xfrm>
            <a:off x="2300926" y="4502128"/>
            <a:ext cx="524313" cy="203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1" name="Conector: angular 50">
            <a:extLst>
              <a:ext uri="{FF2B5EF4-FFF2-40B4-BE49-F238E27FC236}">
                <a16:creationId xmlns:a16="http://schemas.microsoft.com/office/drawing/2014/main" id="{AC729A7A-BE1C-8F27-A891-697769FCBA29}"/>
              </a:ext>
            </a:extLst>
          </p:cNvPr>
          <p:cNvCxnSpPr>
            <a:cxnSpLocks/>
            <a:stCxn id="44" idx="3"/>
          </p:cNvCxnSpPr>
          <p:nvPr/>
        </p:nvCxnSpPr>
        <p:spPr>
          <a:xfrm>
            <a:off x="5414703" y="2965784"/>
            <a:ext cx="549145" cy="548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8" name="CuadroTexto 176">
            <a:extLst>
              <a:ext uri="{FF2B5EF4-FFF2-40B4-BE49-F238E27FC236}">
                <a16:creationId xmlns:a16="http://schemas.microsoft.com/office/drawing/2014/main" id="{5610F091-23B3-CFBD-5DD3-C30917C37ADE}"/>
              </a:ext>
            </a:extLst>
          </p:cNvPr>
          <p:cNvSpPr txBox="1"/>
          <p:nvPr/>
        </p:nvSpPr>
        <p:spPr>
          <a:xfrm>
            <a:off x="5381083" y="2719173"/>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69" name="CuadroTexto 176">
            <a:extLst>
              <a:ext uri="{FF2B5EF4-FFF2-40B4-BE49-F238E27FC236}">
                <a16:creationId xmlns:a16="http://schemas.microsoft.com/office/drawing/2014/main" id="{20B68FCC-81E7-FC88-C064-D8C98F1A0690}"/>
              </a:ext>
            </a:extLst>
          </p:cNvPr>
          <p:cNvSpPr txBox="1"/>
          <p:nvPr/>
        </p:nvSpPr>
        <p:spPr>
          <a:xfrm>
            <a:off x="5113071" y="3359133"/>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72" name="Oval 15">
            <a:extLst>
              <a:ext uri="{FF2B5EF4-FFF2-40B4-BE49-F238E27FC236}">
                <a16:creationId xmlns:a16="http://schemas.microsoft.com/office/drawing/2014/main" id="{32E5EDFA-2DD0-BD05-C536-227F11CDAA31}"/>
              </a:ext>
            </a:extLst>
          </p:cNvPr>
          <p:cNvSpPr/>
          <p:nvPr/>
        </p:nvSpPr>
        <p:spPr>
          <a:xfrm>
            <a:off x="8136640" y="4652034"/>
            <a:ext cx="823274"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73" name="Conector: angular 72">
            <a:extLst>
              <a:ext uri="{FF2B5EF4-FFF2-40B4-BE49-F238E27FC236}">
                <a16:creationId xmlns:a16="http://schemas.microsoft.com/office/drawing/2014/main" id="{B2477924-3C1A-1A8A-6127-7AC89EDBF1DF}"/>
              </a:ext>
            </a:extLst>
          </p:cNvPr>
          <p:cNvCxnSpPr>
            <a:cxnSpLocks/>
            <a:stCxn id="44" idx="2"/>
            <a:endCxn id="82" idx="1"/>
          </p:cNvCxnSpPr>
          <p:nvPr/>
        </p:nvCxnSpPr>
        <p:spPr>
          <a:xfrm rot="16200000" flipH="1">
            <a:off x="5094207" y="3235795"/>
            <a:ext cx="1624618" cy="195581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8" name="Conector recto de flecha 77">
            <a:extLst>
              <a:ext uri="{FF2B5EF4-FFF2-40B4-BE49-F238E27FC236}">
                <a16:creationId xmlns:a16="http://schemas.microsoft.com/office/drawing/2014/main" id="{50E28296-7761-DFBA-FD0B-35BA06249FFC}"/>
              </a:ext>
            </a:extLst>
          </p:cNvPr>
          <p:cNvCxnSpPr>
            <a:cxnSpLocks/>
            <a:stCxn id="82" idx="3"/>
            <a:endCxn id="72" idx="2"/>
          </p:cNvCxnSpPr>
          <p:nvPr/>
        </p:nvCxnSpPr>
        <p:spPr>
          <a:xfrm>
            <a:off x="7856609" y="5026011"/>
            <a:ext cx="280031" cy="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2" name="Rombo 81">
            <a:extLst>
              <a:ext uri="{FF2B5EF4-FFF2-40B4-BE49-F238E27FC236}">
                <a16:creationId xmlns:a16="http://schemas.microsoft.com/office/drawing/2014/main" id="{F9C3E4B0-6655-8E3F-9BEC-E559C1BD53D6}"/>
              </a:ext>
            </a:extLst>
          </p:cNvPr>
          <p:cNvSpPr/>
          <p:nvPr/>
        </p:nvSpPr>
        <p:spPr>
          <a:xfrm>
            <a:off x="6884423" y="459040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85" name="CuadroTexto 176">
            <a:extLst>
              <a:ext uri="{FF2B5EF4-FFF2-40B4-BE49-F238E27FC236}">
                <a16:creationId xmlns:a16="http://schemas.microsoft.com/office/drawing/2014/main" id="{AAE06F4D-443A-78B7-C638-5D0DC691F334}"/>
              </a:ext>
            </a:extLst>
          </p:cNvPr>
          <p:cNvSpPr txBox="1"/>
          <p:nvPr/>
        </p:nvSpPr>
        <p:spPr>
          <a:xfrm>
            <a:off x="7798095" y="4751153"/>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cxnSp>
        <p:nvCxnSpPr>
          <p:cNvPr id="86" name="Conector: angular 85">
            <a:extLst>
              <a:ext uri="{FF2B5EF4-FFF2-40B4-BE49-F238E27FC236}">
                <a16:creationId xmlns:a16="http://schemas.microsoft.com/office/drawing/2014/main" id="{F69769FB-F666-F436-EA5C-EABD6483ED7C}"/>
              </a:ext>
            </a:extLst>
          </p:cNvPr>
          <p:cNvCxnSpPr>
            <a:cxnSpLocks/>
            <a:stCxn id="82" idx="2"/>
          </p:cNvCxnSpPr>
          <p:nvPr/>
        </p:nvCxnSpPr>
        <p:spPr>
          <a:xfrm rot="5400000" flipH="1">
            <a:off x="5014822" y="3105926"/>
            <a:ext cx="637416" cy="4073972"/>
          </a:xfrm>
          <a:prstGeom prst="bentConnector3">
            <a:avLst>
              <a:gd name="adj1" fmla="val -35864"/>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9" name="CuadroTexto 176">
            <a:extLst>
              <a:ext uri="{FF2B5EF4-FFF2-40B4-BE49-F238E27FC236}">
                <a16:creationId xmlns:a16="http://schemas.microsoft.com/office/drawing/2014/main" id="{88443143-3173-7414-9C31-8109772A9ACC}"/>
              </a:ext>
            </a:extLst>
          </p:cNvPr>
          <p:cNvSpPr txBox="1"/>
          <p:nvPr/>
        </p:nvSpPr>
        <p:spPr>
          <a:xfrm>
            <a:off x="7384611" y="5538150"/>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90" name="CuadroTexto 176">
            <a:extLst>
              <a:ext uri="{FF2B5EF4-FFF2-40B4-BE49-F238E27FC236}">
                <a16:creationId xmlns:a16="http://schemas.microsoft.com/office/drawing/2014/main" id="{72D12FD8-4C62-127B-FFA7-1604E24791A4}"/>
              </a:ext>
            </a:extLst>
          </p:cNvPr>
          <p:cNvSpPr txBox="1"/>
          <p:nvPr/>
        </p:nvSpPr>
        <p:spPr>
          <a:xfrm>
            <a:off x="3370485" y="5760649"/>
            <a:ext cx="1072032"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93" name="Oval 15">
            <a:extLst>
              <a:ext uri="{FF2B5EF4-FFF2-40B4-BE49-F238E27FC236}">
                <a16:creationId xmlns:a16="http://schemas.microsoft.com/office/drawing/2014/main" id="{FCD6C80F-695B-CE54-3DE6-31283D0FCA21}"/>
              </a:ext>
            </a:extLst>
          </p:cNvPr>
          <p:cNvSpPr/>
          <p:nvPr/>
        </p:nvSpPr>
        <p:spPr>
          <a:xfrm>
            <a:off x="7644737" y="2598768"/>
            <a:ext cx="1220816"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94" name="Conector recto de flecha 93">
            <a:extLst>
              <a:ext uri="{FF2B5EF4-FFF2-40B4-BE49-F238E27FC236}">
                <a16:creationId xmlns:a16="http://schemas.microsoft.com/office/drawing/2014/main" id="{4BA13C62-CF23-A459-29AD-81667F125660}"/>
              </a:ext>
            </a:extLst>
          </p:cNvPr>
          <p:cNvCxnSpPr>
            <a:cxnSpLocks/>
          </p:cNvCxnSpPr>
          <p:nvPr/>
        </p:nvCxnSpPr>
        <p:spPr>
          <a:xfrm>
            <a:off x="6906458" y="2971266"/>
            <a:ext cx="711819" cy="148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0" name="Oval 34">
            <a:extLst>
              <a:ext uri="{FF2B5EF4-FFF2-40B4-BE49-F238E27FC236}">
                <a16:creationId xmlns:a16="http://schemas.microsoft.com/office/drawing/2014/main" id="{F58740AF-E62B-38D2-C7FA-3FEDFA85F36A}"/>
              </a:ext>
            </a:extLst>
          </p:cNvPr>
          <p:cNvSpPr/>
          <p:nvPr/>
        </p:nvSpPr>
        <p:spPr>
          <a:xfrm>
            <a:off x="3439755" y="3355306"/>
            <a:ext cx="1253201"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[Por completar]</a:t>
            </a:r>
          </a:p>
        </p:txBody>
      </p:sp>
    </p:spTree>
    <p:extLst>
      <p:ext uri="{BB962C8B-B14F-4D97-AF65-F5344CB8AC3E}">
        <p14:creationId xmlns:p14="http://schemas.microsoft.com/office/powerpoint/2010/main" val="15246677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06FA1-A6EE-E634-DC01-5E6B8A6285D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4AE7343-7532-C900-BF2B-922961908E06}"/>
              </a:ext>
            </a:extLst>
          </p:cNvPr>
          <p:cNvGraphicFramePr>
            <a:graphicFrameLocks/>
          </p:cNvGraphicFramePr>
          <p:nvPr>
            <p:custDataLst>
              <p:tags r:id="rId1"/>
            </p:custDataLst>
            <p:extLst>
              <p:ext uri="{D42A27DB-BD31-4B8C-83A1-F6EECF244321}">
                <p14:modId xmlns:p14="http://schemas.microsoft.com/office/powerpoint/2010/main" val="6305534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24AE7343-7532-C900-BF2B-922961908E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20" name="Table 19">
            <a:extLst>
              <a:ext uri="{FF2B5EF4-FFF2-40B4-BE49-F238E27FC236}">
                <a16:creationId xmlns:a16="http://schemas.microsoft.com/office/drawing/2014/main" id="{F621EC9B-9405-D96B-44F3-CBE355BA4005}"/>
              </a:ext>
            </a:extLst>
          </p:cNvPr>
          <p:cNvGraphicFramePr>
            <a:graphicFrameLocks noGrp="1"/>
          </p:cNvGraphicFramePr>
          <p:nvPr>
            <p:extLst>
              <p:ext uri="{D42A27DB-BD31-4B8C-83A1-F6EECF244321}">
                <p14:modId xmlns:p14="http://schemas.microsoft.com/office/powerpoint/2010/main" val="2685580168"/>
              </p:ext>
            </p:extLst>
          </p:nvPr>
        </p:nvGraphicFramePr>
        <p:xfrm>
          <a:off x="1054336" y="788999"/>
          <a:ext cx="10623991" cy="5680816"/>
        </p:xfrm>
        <a:graphic>
          <a:graphicData uri="http://schemas.openxmlformats.org/drawingml/2006/table">
            <a:tbl>
              <a:tblPr>
                <a:tableStyleId>{2D5ABB26-0587-4C30-8999-92F81FD0307C}</a:tableStyleId>
              </a:tblPr>
              <a:tblGrid>
                <a:gridCol w="2597384">
                  <a:extLst>
                    <a:ext uri="{9D8B030D-6E8A-4147-A177-3AD203B41FA5}">
                      <a16:colId xmlns:a16="http://schemas.microsoft.com/office/drawing/2014/main" val="2775825265"/>
                    </a:ext>
                  </a:extLst>
                </a:gridCol>
                <a:gridCol w="4534728">
                  <a:extLst>
                    <a:ext uri="{9D8B030D-6E8A-4147-A177-3AD203B41FA5}">
                      <a16:colId xmlns:a16="http://schemas.microsoft.com/office/drawing/2014/main" val="2629782098"/>
                    </a:ext>
                  </a:extLst>
                </a:gridCol>
                <a:gridCol w="1687733">
                  <a:extLst>
                    <a:ext uri="{9D8B030D-6E8A-4147-A177-3AD203B41FA5}">
                      <a16:colId xmlns:a16="http://schemas.microsoft.com/office/drawing/2014/main" val="1732901862"/>
                    </a:ext>
                  </a:extLst>
                </a:gridCol>
                <a:gridCol w="1804146">
                  <a:extLst>
                    <a:ext uri="{9D8B030D-6E8A-4147-A177-3AD203B41FA5}">
                      <a16:colId xmlns:a16="http://schemas.microsoft.com/office/drawing/2014/main" val="851147456"/>
                    </a:ext>
                  </a:extLst>
                </a:gridCol>
              </a:tblGrid>
              <a:tr h="876810">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Nombre actividad</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Tareas</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Responsable</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a:lnSpc>
                          <a:spcPct val="100000"/>
                        </a:lnSpc>
                        <a:spcBef>
                          <a:spcPct val="0"/>
                        </a:spcBef>
                        <a:spcAft>
                          <a:spcPct val="0"/>
                        </a:spcAft>
                        <a:buNone/>
                      </a:pPr>
                      <a:r>
                        <a:rPr lang="es-CL" sz="1800" b="0" i="0" u="none" strike="noStrike" noProof="0">
                          <a:solidFill>
                            <a:schemeClr val="tx2"/>
                          </a:solidFill>
                          <a:effectLst/>
                          <a:latin typeface="Calibri"/>
                        </a:rPr>
                        <a:t>Ejecutor</a:t>
                      </a:r>
                      <a:endParaRPr lang="es-CL" sz="1800" b="0" i="0" u="none" strike="noStrike">
                        <a:solidFill>
                          <a:schemeClr val="tx2"/>
                        </a:solidFill>
                        <a:effectLst/>
                        <a:latin typeface="+mn-lt"/>
                      </a:endParaRPr>
                    </a:p>
                  </a:txBody>
                  <a:tcPr marL="27432" marR="27432" marT="27432" marB="27432" anchor="ctr">
                    <a:lnB w="9524">
                      <a:solidFill>
                        <a:srgbClr val="9A9A9A"/>
                      </a:solidFill>
                    </a:lnB>
                  </a:tcPr>
                </a:tc>
                <a:extLst>
                  <a:ext uri="{0D108BD9-81ED-4DB2-BD59-A6C34878D82A}">
                    <a16:rowId xmlns:a16="http://schemas.microsoft.com/office/drawing/2014/main" val="3741922542"/>
                  </a:ext>
                </a:extLst>
              </a:tr>
              <a:tr h="730675">
                <a:tc rowSpan="3">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b="0" i="0" u="none" strike="noStrike" kern="1200" noProof="0">
                          <a:solidFill>
                            <a:srgbClr val="696158"/>
                          </a:solidFill>
                          <a:effectLst/>
                          <a:latin typeface="+mn-lt"/>
                          <a:ea typeface="+mn-ea"/>
                          <a:cs typeface="+mn-cs"/>
                        </a:rPr>
                        <a:t>[Por completar]</a:t>
                      </a:r>
                    </a:p>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defRPr/>
                      </a:pPr>
                      <a:r>
                        <a:rPr lang="es-CL" sz="1100" b="0" i="0" u="none" strike="noStrike" kern="1200">
                          <a:solidFill>
                            <a:srgbClr val="696158"/>
                          </a:solidFill>
                          <a:effectLst/>
                          <a:latin typeface="+mn-lt"/>
                          <a:ea typeface="+mn-ea"/>
                          <a:cs typeface="+mn-cs"/>
                        </a:rPr>
                        <a:t>[Por completar]</a:t>
                      </a:r>
                    </a:p>
                  </a:txBody>
                  <a:tcPr marL="5002" marR="5002" marT="5002" marB="0"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552649931"/>
                  </a:ext>
                </a:extLst>
              </a:tr>
              <a:tr h="730675">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2830040055"/>
                  </a:ext>
                </a:extLst>
              </a:tr>
              <a:tr h="896470">
                <a:tc vMerge="1">
                  <a:txBody>
                    <a:bodyPr/>
                    <a:lstStyle/>
                    <a:p>
                      <a:endParaRPr lang="es-CL"/>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ES"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ES"/>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2124445205"/>
                  </a:ext>
                </a:extLst>
              </a:tr>
              <a:tr h="393597">
                <a:tc rowSpan="2">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[Por completar]</a:t>
                      </a:r>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ES"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endParaRPr lang="es-ES" sz="1100"/>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endParaRPr lang="es-CL" sz="1100"/>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endParaRPr lang="es-CL" sz="1100" b="0" i="0" u="none" strike="noStrike">
                        <a:solidFill>
                          <a:srgbClr val="696158"/>
                        </a:solidFill>
                        <a:effectLst/>
                        <a:latin typeface="+mn-lt"/>
                      </a:endParaRP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3490691845"/>
                  </a:ext>
                </a:extLst>
              </a:tr>
              <a:tr h="631371">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ES"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a:solidFill>
                            <a:srgbClr val="696158"/>
                          </a:solidFill>
                          <a:effectLst/>
                          <a:latin typeface="+mn-lt"/>
                        </a:rPr>
                        <a:t>[Por completar]</a:t>
                      </a:r>
                      <a:r>
                        <a:rPr lang="es-CL" sz="1100" b="0" i="0" u="none" strike="noStrike" err="1">
                          <a:solidFill>
                            <a:srgbClr val="696158"/>
                          </a:solidFill>
                          <a:effectLst/>
                          <a:latin typeface="+mn-lt"/>
                        </a:rPr>
                        <a:t/>
                      </a:r>
                      <a:r>
                        <a:rPr lang="es-CL" sz="1100" b="0" i="0" u="none" strike="noStrike" noProof="0" err="1">
                          <a:solidFill>
                            <a:srgbClr val="696158"/>
                          </a:solidFill>
                          <a:effectLst/>
                          <a:latin typeface="+mn-lt"/>
                        </a:rPr>
                        <a:t/>
                      </a:r>
                      <a:r>
                        <a:rPr lang="es-CL" sz="1100" b="0" i="0" u="none" strike="noStrike" noProof="0">
                          <a:solidFill>
                            <a:srgbClr val="696158"/>
                          </a:solidFill>
                          <a:effectLst/>
                          <a:latin typeface="+mn-lt"/>
                        </a:rPr>
                        <a:t/>
                      </a:r>
                      <a:endParaRPr lang="es-ES" sz="1100"/>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endParaRPr lang="es-CL" sz="1100"/>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p>
                    <a:p>
                      <a:pPr marL="0" lvl="0" indent="0" algn="l">
                        <a:lnSpc>
                          <a:spcPct val="100000"/>
                        </a:lnSpc>
                        <a:spcBef>
                          <a:spcPts val="0"/>
                        </a:spcBef>
                        <a:spcAft>
                          <a:spcPts val="0"/>
                        </a:spcAft>
                        <a:buNone/>
                      </a:pPr>
                      <a:r>
                        <a:rPr lang="es-CL" sz="1100" b="0" i="0" u="none" strike="noStrike" noProof="0">
                          <a:solidFill>
                            <a:srgbClr val="696158"/>
                          </a:solidFill>
                          <a:effectLst/>
                          <a:latin typeface="+mn-lt"/>
                        </a:rPr>
                        <a:t>[Por completar]</a:t>
                      </a:r>
                      <a:endParaRPr lang="es-CL" sz="1100" b="0" i="0" u="none" strike="noStrike">
                        <a:solidFill>
                          <a:srgbClr val="696158"/>
                        </a:solidFill>
                        <a:effectLst/>
                        <a:latin typeface="+mn-lt"/>
                      </a:endParaRPr>
                    </a:p>
                  </a:txBody>
                  <a:tcPr marL="27432" marR="27432" marT="27432" marB="27432" anchor="ctr">
                    <a:lnT w="9524" cap="flat" cmpd="sng" algn="ctr">
                      <a:solidFill>
                        <a:srgbClr val="9A9A9A"/>
                      </a:solidFill>
                      <a:prstDash val="solid"/>
                      <a:round/>
                      <a:headEnd type="none" w="med" len="med"/>
                      <a:tailEnd type="none" w="med" len="med"/>
                    </a:lnT>
                    <a:lnB w="9524"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4009182591"/>
                  </a:ext>
                </a:extLst>
              </a:tr>
            </a:tbl>
          </a:graphicData>
        </a:graphic>
      </p:graphicFrame>
      <p:sp>
        <p:nvSpPr>
          <p:cNvPr id="9" name="Rectangle: Rounded Corners 8">
            <a:extLst>
              <a:ext uri="{FF2B5EF4-FFF2-40B4-BE49-F238E27FC236}">
                <a16:creationId xmlns:a16="http://schemas.microsoft.com/office/drawing/2014/main" id="{AA8216A3-46B5-44D2-E714-0091F50EDFA8}"/>
              </a:ext>
            </a:extLst>
          </p:cNvPr>
          <p:cNvSpPr/>
          <p:nvPr/>
        </p:nvSpPr>
        <p:spPr>
          <a:xfrm>
            <a:off x="361628" y="474580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[Código]</a:t>
            </a:r>
          </a:p>
        </p:txBody>
      </p:sp>
      <p:sp>
        <p:nvSpPr>
          <p:cNvPr id="17" name="Rectangle: Rounded Corners 16">
            <a:extLst>
              <a:ext uri="{FF2B5EF4-FFF2-40B4-BE49-F238E27FC236}">
                <a16:creationId xmlns:a16="http://schemas.microsoft.com/office/drawing/2014/main" id="{3381D3AA-ACF5-A127-A15C-4ED54833FA04}"/>
              </a:ext>
            </a:extLst>
          </p:cNvPr>
          <p:cNvSpPr/>
          <p:nvPr/>
        </p:nvSpPr>
        <p:spPr>
          <a:xfrm>
            <a:off x="361628" y="289117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[Código]</a:t>
            </a:r>
          </a:p>
        </p:txBody>
      </p:sp>
      <p:sp>
        <p:nvSpPr>
          <p:cNvPr id="4" name="Title 1">
            <a:extLst>
              <a:ext uri="{FF2B5EF4-FFF2-40B4-BE49-F238E27FC236}">
                <a16:creationId xmlns:a16="http://schemas.microsoft.com/office/drawing/2014/main" id="{6EB4DDD5-CB23-5C3E-D944-3D019B3D5DFD}"/>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sz="2400">
                <a:solidFill>
                  <a:schemeClr val="tx1"/>
                </a:solidFill>
              </a:rPr>
              <a:t/>
            </a:r>
            <a:r>
              <a:rPr lang="es-ES">
                <a:solidFill>
                  <a:srgbClr val="BFB800"/>
                </a:solidFill>
              </a:rPr>
              <a:t/>
            </a:r>
            <a:endParaRPr lang="es-CL">
              <a:solidFill>
                <a:srgbClr val="000000"/>
              </a:solidFill>
            </a:endParaRPr>
          </a:p>
        </p:txBody>
      </p:sp>
      <p:sp>
        <p:nvSpPr>
          <p:cNvPr id="5" name="Rectangle: Rounded Corners 3">
            <a:extLst>
              <a:ext uri="{FF2B5EF4-FFF2-40B4-BE49-F238E27FC236}">
                <a16:creationId xmlns:a16="http://schemas.microsoft.com/office/drawing/2014/main" id="{7EF48AF3-2C48-EE1F-37C0-8EDFF1BF833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7FFF1DCA-5395-6595-6694-0BCEF1EE2BDD}"/>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0" name="Rectangle: Rounded Corners 27">
            <a:extLst>
              <a:ext uri="{FF2B5EF4-FFF2-40B4-BE49-F238E27FC236}">
                <a16:creationId xmlns:a16="http://schemas.microsoft.com/office/drawing/2014/main" id="{587AFAA6-C860-D35E-BCD2-A0B0DAD74D1E}"/>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lnSpc>
                <a:spcPct val="90000"/>
              </a:lnSpc>
              <a:spcAft>
                <a:spcPts val="1000"/>
              </a:spcAft>
              <a:defRPr/>
            </a:pPr>
            <a:r>
              <a:rPr lang="es-CL" sz="1100" b="1">
                <a:solidFill>
                  <a:srgbClr val="9A9300"/>
                </a:solidFill>
              </a:rPr>
              <a:t>[Por completar]</a:t>
            </a:r>
          </a:p>
        </p:txBody>
      </p:sp>
    </p:spTree>
    <p:extLst>
      <p:ext uri="{BB962C8B-B14F-4D97-AF65-F5344CB8AC3E}">
        <p14:creationId xmlns:p14="http://schemas.microsoft.com/office/powerpoint/2010/main" val="25549078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B2EA-945E-B97D-75FA-8E9D5642B98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E49B6F2-6E9D-80AC-B7A0-F8CC2515B690}"/>
              </a:ext>
            </a:extLst>
          </p:cNvPr>
          <p:cNvGraphicFramePr>
            <a:graphicFrameLocks/>
          </p:cNvGraphicFramePr>
          <p:nvPr>
            <p:custDataLst>
              <p:tags r:id="rId1"/>
            </p:custDataLst>
            <p:extLst>
              <p:ext uri="{D42A27DB-BD31-4B8C-83A1-F6EECF244321}">
                <p14:modId xmlns:p14="http://schemas.microsoft.com/office/powerpoint/2010/main" val="35634529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04" imgH="405" progId="TCLayout.ActiveDocument.1">
                  <p:embed/>
                </p:oleObj>
              </mc:Choice>
              <mc:Fallback>
                <p:oleObj name="Diapositiva de think-cell" r:id="rId5" imgW="404" imgH="405" progId="TCLayout.ActiveDocument.1">
                  <p:embed/>
                  <p:pic>
                    <p:nvPicPr>
                      <p:cNvPr id="8" name="think-cell data - do not delete" hidden="1">
                        <a:extLst>
                          <a:ext uri="{FF2B5EF4-FFF2-40B4-BE49-F238E27FC236}">
                            <a16:creationId xmlns:a16="http://schemas.microsoft.com/office/drawing/2014/main" id="{EE49B6F2-6E9D-80AC-B7A0-F8CC2515B69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97" name="Rectangle 52">
            <a:extLst>
              <a:ext uri="{FF2B5EF4-FFF2-40B4-BE49-F238E27FC236}">
                <a16:creationId xmlns:a16="http://schemas.microsoft.com/office/drawing/2014/main" id="{E027E3B8-F5CA-FDA0-9204-5F6AF979D0DD}"/>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91" name="Text Placeholder 3">
            <a:extLst>
              <a:ext uri="{FF2B5EF4-FFF2-40B4-BE49-F238E27FC236}">
                <a16:creationId xmlns:a16="http://schemas.microsoft.com/office/drawing/2014/main" id="{2A3432A3-EFFB-D0B5-0CCC-350D7C854D92}"/>
              </a:ext>
            </a:extLst>
          </p:cNvPr>
          <p:cNvSpPr txBox="1">
            <a:spLocks/>
          </p:cNvSpPr>
          <p:nvPr/>
        </p:nvSpPr>
        <p:spPr>
          <a:xfrm>
            <a:off x="847012"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B7331D72-DBD0-DA8A-B7CB-6F9CF9F375A2}"/>
              </a:ext>
            </a:extLst>
          </p:cNvPr>
          <p:cNvSpPr>
            <a:spLocks noGrp="1"/>
          </p:cNvSpPr>
          <p:nvPr>
            <p:ph type="title"/>
          </p:nvPr>
        </p:nvSpPr>
        <p:spPr/>
        <p:txBody>
          <a:bodyPr vert="horz"/>
          <a:lstStyle/>
          <a:p>
            <a:r>
              <a:rPr lang="es-CL" sz="2400">
                <a:solidFill>
                  <a:schemeClr val="tx1"/>
                </a:solidFill>
              </a:rPr>
              <a:t>[Código] Flujograma subproceso| [Nombre del subproceso]</a:t>
            </a:r>
            <a:r>
              <a:rPr lang="es-CL">
                <a:solidFill>
                  <a:srgbClr val="BFB800"/>
                </a:solidFill>
              </a:rPr>
              <a:t/>
            </a:r>
            <a:endParaRPr lang="es-CL"/>
          </a:p>
        </p:txBody>
      </p:sp>
      <p:sp>
        <p:nvSpPr>
          <p:cNvPr id="5" name="Text Placeholder 3">
            <a:extLst>
              <a:ext uri="{FF2B5EF4-FFF2-40B4-BE49-F238E27FC236}">
                <a16:creationId xmlns:a16="http://schemas.microsoft.com/office/drawing/2014/main" id="{5C8B885F-AB66-2F91-CB1B-D1383D71280E}"/>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[Por completar]</a:t>
            </a:r>
          </a:p>
        </p:txBody>
      </p:sp>
      <p:sp>
        <p:nvSpPr>
          <p:cNvPr id="35" name="Rectangle: Rounded Corners 34">
            <a:extLst>
              <a:ext uri="{FF2B5EF4-FFF2-40B4-BE49-F238E27FC236}">
                <a16:creationId xmlns:a16="http://schemas.microsoft.com/office/drawing/2014/main" id="{9BDDCE39-3A40-05E7-302C-273E225C5FC2}"/>
              </a:ext>
            </a:extLst>
          </p:cNvPr>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C8F8B124-B7C1-6EC1-8E6C-1C37FD88DFBA}"/>
              </a:ext>
            </a:extLst>
          </p:cNvPr>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[Objetivo del subproceso]</a:t>
            </a:r>
            <a:endParaRPr lang="es-CL" sz="1200">
              <a:solidFill>
                <a:srgbClr val="000000"/>
              </a:solidFill>
              <a:ea typeface="Calibri"/>
              <a:cs typeface="Calibri"/>
            </a:endParaRPr>
          </a:p>
        </p:txBody>
      </p:sp>
      <p:grpSp>
        <p:nvGrpSpPr>
          <p:cNvPr id="25" name="Group 24">
            <a:extLst>
              <a:ext uri="{FF2B5EF4-FFF2-40B4-BE49-F238E27FC236}">
                <a16:creationId xmlns:a16="http://schemas.microsoft.com/office/drawing/2014/main" id="{90DA819C-A37B-CF80-850B-F2CD231596FB}"/>
              </a:ext>
            </a:extLst>
          </p:cNvPr>
          <p:cNvGrpSpPr/>
          <p:nvPr/>
        </p:nvGrpSpPr>
        <p:grpSpPr>
          <a:xfrm>
            <a:off x="9548037" y="1292505"/>
            <a:ext cx="2371061" cy="1420373"/>
            <a:chOff x="9548037" y="1292505"/>
            <a:chExt cx="2371061" cy="1420373"/>
          </a:xfrm>
        </p:grpSpPr>
        <p:sp>
          <p:nvSpPr>
            <p:cNvPr id="54" name="Rectangle: Rounded Corners 53">
              <a:extLst>
                <a:ext uri="{FF2B5EF4-FFF2-40B4-BE49-F238E27FC236}">
                  <a16:creationId xmlns:a16="http://schemas.microsoft.com/office/drawing/2014/main" id="{900B993B-B1B2-F9A6-352A-F278CE0194C2}"/>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CBBC5F77-3C8A-D2F2-AEF8-32AFEF46C167}"/>
                </a:ext>
              </a:extLst>
            </p:cNvPr>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a:p>
              <a:pPr marL="323850" lvl="1" indent="-215900"/>
              <a:r>
                <a:rPr lang="es-CL" sz="1200">
                  <a:latin typeface="+mn-lt"/>
                  <a:ea typeface="Calibri"/>
                  <a:cs typeface="Calibri"/>
                </a:rPr>
                <a:t>[Por completar]</a:t>
              </a:r>
            </a:p>
          </p:txBody>
        </p:sp>
      </p:grpSp>
      <p:grpSp>
        <p:nvGrpSpPr>
          <p:cNvPr id="24" name="Group 23">
            <a:extLst>
              <a:ext uri="{FF2B5EF4-FFF2-40B4-BE49-F238E27FC236}">
                <a16:creationId xmlns:a16="http://schemas.microsoft.com/office/drawing/2014/main" id="{4A8189C7-0966-12DE-169C-147E2916E449}"/>
              </a:ext>
            </a:extLst>
          </p:cNvPr>
          <p:cNvGrpSpPr/>
          <p:nvPr/>
        </p:nvGrpSpPr>
        <p:grpSpPr>
          <a:xfrm>
            <a:off x="9548037" y="2750438"/>
            <a:ext cx="2371061" cy="1356808"/>
            <a:chOff x="9548037" y="3000808"/>
            <a:chExt cx="2371061" cy="1356808"/>
          </a:xfrm>
        </p:grpSpPr>
        <p:sp>
          <p:nvSpPr>
            <p:cNvPr id="58" name="Rectangle: Rounded Corners 57">
              <a:extLst>
                <a:ext uri="{FF2B5EF4-FFF2-40B4-BE49-F238E27FC236}">
                  <a16:creationId xmlns:a16="http://schemas.microsoft.com/office/drawing/2014/main" id="{78696D34-EFB7-70FE-BA28-37EB07B61AE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B510F7E6-83BA-79A0-0CDA-B897688BAD15}"/>
                </a:ext>
              </a:extLst>
            </p:cNvPr>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p>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p>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p>
            <a:p>
              <a:pPr marL="377825" lvl="1" indent="-251460">
                <a:buFont typeface="Trebuchet MS,Sans-Serif" panose="020B0603020202020204" pitchFamily="34" charset="0"/>
              </a:pPr>
              <a:r>
                <a:rPr lang="en-US" sz="1200">
                  <a:solidFill>
                    <a:schemeClr val="tx1"/>
                  </a:solidFill>
                  <a:latin typeface="+mn-lt"/>
                  <a:ea typeface="Calibri"/>
                  <a:cs typeface="Calibri"/>
                </a:rPr>
                <a:t>[Por completar]</a:t>
              </a: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A38769B3-886B-FD13-6C26-9EE5BF614747}"/>
              </a:ext>
            </a:extLst>
          </p:cNvPr>
          <p:cNvGrpSpPr/>
          <p:nvPr/>
        </p:nvGrpSpPr>
        <p:grpSpPr>
          <a:xfrm>
            <a:off x="9548037" y="4219257"/>
            <a:ext cx="2371061" cy="647000"/>
            <a:chOff x="9548037" y="4099511"/>
            <a:chExt cx="2371061" cy="647000"/>
          </a:xfrm>
        </p:grpSpPr>
        <p:sp>
          <p:nvSpPr>
            <p:cNvPr id="60" name="Rectangle: Rounded Corners 59">
              <a:extLst>
                <a:ext uri="{FF2B5EF4-FFF2-40B4-BE49-F238E27FC236}">
                  <a16:creationId xmlns:a16="http://schemas.microsoft.com/office/drawing/2014/main" id="{99492258-5511-D155-A746-78447A439751}"/>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6AF58AF1-C9C9-3278-4E55-F452759BEBC1}"/>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n-US" sz="1200">
                  <a:solidFill>
                    <a:schemeClr val="tx1"/>
                  </a:solidFill>
                  <a:ea typeface="Calibri"/>
                  <a:cs typeface="Calibri"/>
                </a:rPr>
                <a:t>[Por completar]</a:t>
              </a:r>
            </a:p>
            <a:p>
              <a:pPr marL="377825" lvl="1" indent="-251460"/>
              <a:r>
                <a:rPr lang="en-US" sz="1200">
                  <a:solidFill>
                    <a:schemeClr val="tx1"/>
                  </a:solidFill>
                  <a:ea typeface="Calibri"/>
                  <a:cs typeface="Calibri"/>
                </a:rPr>
                <a:t>[Por completar]</a:t>
              </a:r>
              <a:endParaRPr lang="en-U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0C1A8D7E-9EF9-114C-7D9B-3267D6DA1418}"/>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4FD1B218-A6BC-7A69-1E4C-9D9E194433BE}"/>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10EF12E9-F792-1F64-2FA7-690CAB4F4988}"/>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cs typeface="Calibri"/>
                  <a:sym typeface="+mn-lt"/>
                </a:rPr>
                <a:t>[Por completar]</a:t>
              </a:r>
              <a:r>
                <a:rPr lang="es-CL" sz="1200" err="1">
                  <a:solidFill>
                    <a:schemeClr val="tx1"/>
                  </a:solidFill>
                  <a:cs typeface="Calibri"/>
                  <a:sym typeface="+mn-lt"/>
                </a:rPr>
                <a:t/>
              </a:r>
              <a:r>
                <a:rPr lang="es-CL" sz="1200">
                  <a:solidFill>
                    <a:schemeClr val="tx1"/>
                  </a:solidFill>
                  <a:cs typeface="Calibri"/>
                  <a:sym typeface="+mn-lt"/>
                </a:rPr>
                <a:t/>
              </a:r>
            </a:p>
          </p:txBody>
        </p:sp>
      </p:grpSp>
      <p:sp>
        <p:nvSpPr>
          <p:cNvPr id="4" name="Rectangle: Rounded Corners 3">
            <a:extLst>
              <a:ext uri="{FF2B5EF4-FFF2-40B4-BE49-F238E27FC236}">
                <a16:creationId xmlns:a16="http://schemas.microsoft.com/office/drawing/2014/main" id="{E6D88DEA-43F1-9FE4-D7EB-25C9B6FD3FD4}"/>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9" name="Rectangle: Rounded Corners 36">
            <a:extLst>
              <a:ext uri="{FF2B5EF4-FFF2-40B4-BE49-F238E27FC236}">
                <a16:creationId xmlns:a16="http://schemas.microsoft.com/office/drawing/2014/main" id="{DA1450B7-6E11-1D14-C8BA-9403DC4E3F6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6" name="Rectangle: Rounded Corners 27">
            <a:extLst>
              <a:ext uri="{FF2B5EF4-FFF2-40B4-BE49-F238E27FC236}">
                <a16:creationId xmlns:a16="http://schemas.microsoft.com/office/drawing/2014/main" id="{B5EF7022-4718-E6B4-931E-830440BFC22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r>
              <a:rPr lang="es-CL" sz="1100" b="1">
                <a:solidFill>
                  <a:srgbClr val="9A9300"/>
                </a:solidFill>
                <a:latin typeface="Calibri"/>
              </a:rPr>
              <a:t/>
            </a:r>
            <a:r>
              <a:rPr kumimoji="0" lang="es-CL" sz="1100" b="1" i="0" u="none" strike="noStrike" kern="1200" cap="none" spc="0" normalizeH="0" baseline="0" noProof="0" err="1">
                <a:ln>
                  <a:noFill/>
                </a:ln>
                <a:solidFill>
                  <a:srgbClr val="9A9300"/>
                </a:solidFill>
                <a:effectLst/>
                <a:uLnTx/>
                <a:uFillTx/>
                <a:latin typeface="Calibri"/>
                <a:ea typeface="+mn-ea"/>
                <a:cs typeface="+mn-cs"/>
              </a:rPr>
              <a:t/>
            </a:r>
            <a:r>
              <a:rPr kumimoji="0" lang="es-CL" sz="1100" b="1" i="0" u="none" strike="noStrike" kern="1200" cap="none" spc="0" normalizeH="0" baseline="0" noProof="0">
                <a:ln>
                  <a:noFill/>
                </a:ln>
                <a:solidFill>
                  <a:srgbClr val="9A9300"/>
                </a:solidFill>
                <a:effectLst/>
                <a:uLnTx/>
                <a:uFillTx/>
                <a:latin typeface="Calibri"/>
                <a:ea typeface="+mn-ea"/>
                <a:cs typeface="+mn-cs"/>
              </a:rPr>
              <a:t/>
            </a:r>
            <a:r>
              <a:rPr lang="es-CL" sz="1100" b="1">
                <a:solidFill>
                  <a:srgbClr val="9A9300"/>
                </a:solidFill>
                <a:latin typeface="Calibri"/>
              </a:rPr>
              <a:t/>
            </a:r>
            <a:r>
              <a:rPr kumimoji="0" lang="es-CL" sz="1100" b="1" i="0" u="none" strike="noStrike" kern="1200" cap="none" spc="0" normalizeH="0" baseline="0" noProof="0">
                <a:ln>
                  <a:noFill/>
                </a:ln>
                <a:solidFill>
                  <a:srgbClr val="9A9300"/>
                </a:solidFill>
                <a:effectLst/>
                <a:uLnTx/>
                <a:uFillTx/>
                <a:latin typeface="Calibri"/>
                <a:ea typeface="+mn-ea"/>
                <a:cs typeface="+mn-cs"/>
              </a:rPr>
              <a:t/>
            </a:r>
            <a:endParaRPr lang="es-CL" sz="1100" b="1">
              <a:solidFill>
                <a:srgbClr val="9A9300"/>
              </a:solidFill>
              <a:latin typeface="Calibri"/>
            </a:endParaRPr>
          </a:p>
        </p:txBody>
      </p:sp>
      <p:sp>
        <p:nvSpPr>
          <p:cNvPr id="3" name="Oval 34">
            <a:extLst>
              <a:ext uri="{FF2B5EF4-FFF2-40B4-BE49-F238E27FC236}">
                <a16:creationId xmlns:a16="http://schemas.microsoft.com/office/drawing/2014/main" id="{30F76676-B6E7-C551-39F9-6B3D0D408C95}"/>
              </a:ext>
            </a:extLst>
          </p:cNvPr>
          <p:cNvSpPr/>
          <p:nvPr/>
        </p:nvSpPr>
        <p:spPr>
          <a:xfrm>
            <a:off x="1164562" y="3434837"/>
            <a:ext cx="1102969"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[Por completar]</a:t>
            </a:r>
          </a:p>
        </p:txBody>
      </p:sp>
      <p:sp>
        <p:nvSpPr>
          <p:cNvPr id="7" name="Rectangle: Rounded Corners 37">
            <a:extLst>
              <a:ext uri="{FF2B5EF4-FFF2-40B4-BE49-F238E27FC236}">
                <a16:creationId xmlns:a16="http://schemas.microsoft.com/office/drawing/2014/main" id="{AB0D1705-3813-2668-8FAF-74BF4AF343EC}"/>
              </a:ext>
            </a:extLst>
          </p:cNvPr>
          <p:cNvSpPr/>
          <p:nvPr/>
        </p:nvSpPr>
        <p:spPr>
          <a:xfrm>
            <a:off x="2785938" y="2788920"/>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Revisión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0" name="Rectangle: Rounded Corners 38">
            <a:extLst>
              <a:ext uri="{FF2B5EF4-FFF2-40B4-BE49-F238E27FC236}">
                <a16:creationId xmlns:a16="http://schemas.microsoft.com/office/drawing/2014/main" id="{B32F8CB7-23E8-3C59-8BB7-8B276D2B195B}"/>
              </a:ext>
            </a:extLst>
          </p:cNvPr>
          <p:cNvSpPr/>
          <p:nvPr/>
        </p:nvSpPr>
        <p:spPr>
          <a:xfrm>
            <a:off x="3062260" y="2687294"/>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[Código]</a:t>
            </a:r>
            <a:endParaRPr kumimoji="0" lang="es-CL" sz="880" b="1"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Rounded Corners 37">
            <a:extLst>
              <a:ext uri="{FF2B5EF4-FFF2-40B4-BE49-F238E27FC236}">
                <a16:creationId xmlns:a16="http://schemas.microsoft.com/office/drawing/2014/main" id="{73937AF3-C3AC-5C02-F645-EEBFB5627AF6}"/>
              </a:ext>
            </a:extLst>
          </p:cNvPr>
          <p:cNvSpPr/>
          <p:nvPr/>
        </p:nvSpPr>
        <p:spPr>
          <a:xfrm>
            <a:off x="2785938" y="4219257"/>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Revisión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2" name="Rectangle: Rounded Corners 38">
            <a:extLst>
              <a:ext uri="{FF2B5EF4-FFF2-40B4-BE49-F238E27FC236}">
                <a16:creationId xmlns:a16="http://schemas.microsoft.com/office/drawing/2014/main" id="{E9834627-F337-7AFB-61A2-DACE27F3CF6B}"/>
              </a:ext>
            </a:extLst>
          </p:cNvPr>
          <p:cNvSpPr/>
          <p:nvPr/>
        </p:nvSpPr>
        <p:spPr>
          <a:xfrm>
            <a:off x="3062260" y="4117631"/>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[Código]</a:t>
            </a:r>
            <a:endParaRPr kumimoji="0" lang="es-CL" sz="880" b="1" i="0" u="none" strike="noStrike" kern="1200" cap="none" spc="0" normalizeH="0" baseline="0" noProof="0">
              <a:ln>
                <a:noFill/>
              </a:ln>
              <a:solidFill>
                <a:prstClr val="white"/>
              </a:solidFill>
              <a:effectLst/>
              <a:uLnTx/>
              <a:uFillTx/>
              <a:latin typeface="Calibri"/>
              <a:ea typeface="+mn-ea"/>
              <a:cs typeface="+mn-cs"/>
            </a:endParaRPr>
          </a:p>
        </p:txBody>
      </p:sp>
      <p:cxnSp>
        <p:nvCxnSpPr>
          <p:cNvPr id="14" name="Conector: angular 13">
            <a:extLst>
              <a:ext uri="{FF2B5EF4-FFF2-40B4-BE49-F238E27FC236}">
                <a16:creationId xmlns:a16="http://schemas.microsoft.com/office/drawing/2014/main" id="{D2E8B224-1CEE-3C56-31E5-9ACB083A93B6}"/>
              </a:ext>
            </a:extLst>
          </p:cNvPr>
          <p:cNvCxnSpPr>
            <a:cxnSpLocks/>
            <a:stCxn id="3" idx="6"/>
            <a:endCxn id="7" idx="1"/>
          </p:cNvCxnSpPr>
          <p:nvPr/>
        </p:nvCxnSpPr>
        <p:spPr>
          <a:xfrm flipV="1">
            <a:off x="2267531" y="3108960"/>
            <a:ext cx="518407" cy="645917"/>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r 17">
            <a:extLst>
              <a:ext uri="{FF2B5EF4-FFF2-40B4-BE49-F238E27FC236}">
                <a16:creationId xmlns:a16="http://schemas.microsoft.com/office/drawing/2014/main" id="{74E45EF9-C5E2-1931-B186-18682D712ED7}"/>
              </a:ext>
            </a:extLst>
          </p:cNvPr>
          <p:cNvCxnSpPr>
            <a:cxnSpLocks/>
            <a:stCxn id="3" idx="6"/>
            <a:endCxn id="11" idx="1"/>
          </p:cNvCxnSpPr>
          <p:nvPr/>
        </p:nvCxnSpPr>
        <p:spPr>
          <a:xfrm>
            <a:off x="2267531" y="3754877"/>
            <a:ext cx="518407" cy="78442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1" name="Oval 15">
            <a:extLst>
              <a:ext uri="{FF2B5EF4-FFF2-40B4-BE49-F238E27FC236}">
                <a16:creationId xmlns:a16="http://schemas.microsoft.com/office/drawing/2014/main" id="{A28957D7-673B-59A7-D942-60741B360DAF}"/>
              </a:ext>
            </a:extLst>
          </p:cNvPr>
          <p:cNvSpPr/>
          <p:nvPr/>
        </p:nvSpPr>
        <p:spPr>
          <a:xfrm>
            <a:off x="6973570" y="4147087"/>
            <a:ext cx="823274"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22" name="Oval 15">
            <a:extLst>
              <a:ext uri="{FF2B5EF4-FFF2-40B4-BE49-F238E27FC236}">
                <a16:creationId xmlns:a16="http://schemas.microsoft.com/office/drawing/2014/main" id="{155F2132-4ED2-FE1A-4B09-CE6074C44017}"/>
              </a:ext>
            </a:extLst>
          </p:cNvPr>
          <p:cNvSpPr/>
          <p:nvPr/>
        </p:nvSpPr>
        <p:spPr>
          <a:xfrm>
            <a:off x="6868185" y="2774509"/>
            <a:ext cx="1244921"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defRPr/>
            </a:pPr>
            <a:r>
              <a:rPr lang="es-ES" sz="800">
                <a:solidFill>
                  <a:srgbClr val="696158"/>
                </a:solidFill>
              </a:rPr>
              <a:t>[Por completar]</a:t>
            </a:r>
          </a:p>
        </p:txBody>
      </p:sp>
      <p:sp>
        <p:nvSpPr>
          <p:cNvPr id="13" name="Rombo 12">
            <a:extLst>
              <a:ext uri="{FF2B5EF4-FFF2-40B4-BE49-F238E27FC236}">
                <a16:creationId xmlns:a16="http://schemas.microsoft.com/office/drawing/2014/main" id="{71CA81CF-8436-DB88-0D4E-2BD6DE750495}"/>
              </a:ext>
            </a:extLst>
          </p:cNvPr>
          <p:cNvSpPr/>
          <p:nvPr/>
        </p:nvSpPr>
        <p:spPr>
          <a:xfrm>
            <a:off x="4665941" y="3275868"/>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cxnSp>
        <p:nvCxnSpPr>
          <p:cNvPr id="15" name="Conector: angular 14">
            <a:extLst>
              <a:ext uri="{FF2B5EF4-FFF2-40B4-BE49-F238E27FC236}">
                <a16:creationId xmlns:a16="http://schemas.microsoft.com/office/drawing/2014/main" id="{694AAF09-F929-6831-1BDF-7AD79626E75B}"/>
              </a:ext>
            </a:extLst>
          </p:cNvPr>
          <p:cNvCxnSpPr>
            <a:cxnSpLocks/>
            <a:stCxn id="7" idx="3"/>
            <a:endCxn id="13" idx="1"/>
          </p:cNvCxnSpPr>
          <p:nvPr/>
        </p:nvCxnSpPr>
        <p:spPr>
          <a:xfrm>
            <a:off x="3728548" y="3108960"/>
            <a:ext cx="937393" cy="602518"/>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19">
            <a:extLst>
              <a:ext uri="{FF2B5EF4-FFF2-40B4-BE49-F238E27FC236}">
                <a16:creationId xmlns:a16="http://schemas.microsoft.com/office/drawing/2014/main" id="{3F5BF2A0-211C-B2D8-BD38-7B4D79F9C8E4}"/>
              </a:ext>
            </a:extLst>
          </p:cNvPr>
          <p:cNvCxnSpPr>
            <a:cxnSpLocks/>
          </p:cNvCxnSpPr>
          <p:nvPr/>
        </p:nvCxnSpPr>
        <p:spPr>
          <a:xfrm flipV="1">
            <a:off x="3745944" y="3711477"/>
            <a:ext cx="899467" cy="82782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r 27">
            <a:extLst>
              <a:ext uri="{FF2B5EF4-FFF2-40B4-BE49-F238E27FC236}">
                <a16:creationId xmlns:a16="http://schemas.microsoft.com/office/drawing/2014/main" id="{6F8BB709-850A-78AE-9844-9340E8294D19}"/>
              </a:ext>
            </a:extLst>
          </p:cNvPr>
          <p:cNvCxnSpPr>
            <a:cxnSpLocks/>
            <a:stCxn id="13" idx="3"/>
            <a:endCxn id="22" idx="2"/>
          </p:cNvCxnSpPr>
          <p:nvPr/>
        </p:nvCxnSpPr>
        <p:spPr>
          <a:xfrm flipV="1">
            <a:off x="5638127" y="3148487"/>
            <a:ext cx="1230058" cy="562991"/>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1">
            <a:extLst>
              <a:ext uri="{FF2B5EF4-FFF2-40B4-BE49-F238E27FC236}">
                <a16:creationId xmlns:a16="http://schemas.microsoft.com/office/drawing/2014/main" id="{F3E4052B-82AF-D3A5-77D8-053C752D4AB9}"/>
              </a:ext>
            </a:extLst>
          </p:cNvPr>
          <p:cNvCxnSpPr>
            <a:cxnSpLocks/>
            <a:stCxn id="13" idx="2"/>
            <a:endCxn id="21" idx="2"/>
          </p:cNvCxnSpPr>
          <p:nvPr/>
        </p:nvCxnSpPr>
        <p:spPr>
          <a:xfrm rot="16200000" flipH="1">
            <a:off x="5875813" y="3423308"/>
            <a:ext cx="373978" cy="1821536"/>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7" name="CuadroTexto 176">
            <a:extLst>
              <a:ext uri="{FF2B5EF4-FFF2-40B4-BE49-F238E27FC236}">
                <a16:creationId xmlns:a16="http://schemas.microsoft.com/office/drawing/2014/main" id="{E385DA93-A457-5BE5-5831-495F1F7119F2}"/>
              </a:ext>
            </a:extLst>
          </p:cNvPr>
          <p:cNvSpPr txBox="1"/>
          <p:nvPr/>
        </p:nvSpPr>
        <p:spPr>
          <a:xfrm>
            <a:off x="5645353" y="3505845"/>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38" name="CuadroTexto 176">
            <a:extLst>
              <a:ext uri="{FF2B5EF4-FFF2-40B4-BE49-F238E27FC236}">
                <a16:creationId xmlns:a16="http://schemas.microsoft.com/office/drawing/2014/main" id="{66C8F6D8-D551-B69C-5AD0-FC3A64C381AB}"/>
              </a:ext>
            </a:extLst>
          </p:cNvPr>
          <p:cNvSpPr txBox="1"/>
          <p:nvPr/>
        </p:nvSpPr>
        <p:spPr>
          <a:xfrm>
            <a:off x="5194911" y="4304855"/>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Tree>
    <p:extLst>
      <p:ext uri="{BB962C8B-B14F-4D97-AF65-F5344CB8AC3E}">
        <p14:creationId xmlns:p14="http://schemas.microsoft.com/office/powerpoint/2010/main" val="3540905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4"/>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8F04-2DEA-0FB8-CC85-67CAB2FFFCC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6A39CE2-D21E-D92C-22BD-0D24C0144FED}"/>
              </a:ext>
            </a:extLst>
          </p:cNvPr>
          <p:cNvGraphicFramePr>
            <a:graphicFrameLocks/>
          </p:cNvGraphicFramePr>
          <p:nvPr>
            <p:custDataLst>
              <p:tags r:id="rId1"/>
            </p:custDataLst>
            <p:extLst>
              <p:ext uri="{D42A27DB-BD31-4B8C-83A1-F6EECF244321}">
                <p14:modId xmlns:p14="http://schemas.microsoft.com/office/powerpoint/2010/main" val="16099197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96A39CE2-D21E-D92C-22BD-0D24C0144F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DD09D33-CB9D-1A0D-F3F1-7C17BBBF1E1F}"/>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sz="2400">
                <a:solidFill>
                  <a:schemeClr val="tx1"/>
                </a:solidFill>
              </a:rPr>
              <a:t/>
            </a:r>
            <a:r>
              <a:rPr lang="es-CL">
                <a:solidFill>
                  <a:srgbClr val="BFB800"/>
                </a:solidFill>
              </a:rPr>
              <a:t/>
            </a:r>
            <a:endParaRPr lang="es-CL">
              <a:solidFill>
                <a:srgbClr val="000000"/>
              </a:solidFill>
            </a:endParaRPr>
          </a:p>
        </p:txBody>
      </p:sp>
      <p:graphicFrame>
        <p:nvGraphicFramePr>
          <p:cNvPr id="20" name="Table 19">
            <a:extLst>
              <a:ext uri="{FF2B5EF4-FFF2-40B4-BE49-F238E27FC236}">
                <a16:creationId xmlns:a16="http://schemas.microsoft.com/office/drawing/2014/main" id="{5B8E6112-B96B-0608-8E11-A56C52A85F51}"/>
              </a:ext>
            </a:extLst>
          </p:cNvPr>
          <p:cNvGraphicFramePr>
            <a:graphicFrameLocks noGrp="1"/>
          </p:cNvGraphicFramePr>
          <p:nvPr>
            <p:extLst>
              <p:ext uri="{D42A27DB-BD31-4B8C-83A1-F6EECF244321}">
                <p14:modId xmlns:p14="http://schemas.microsoft.com/office/powerpoint/2010/main" val="734664331"/>
              </p:ext>
            </p:extLst>
          </p:nvPr>
        </p:nvGraphicFramePr>
        <p:xfrm>
          <a:off x="1074656" y="1054424"/>
          <a:ext cx="10623993" cy="2498751"/>
        </p:xfrm>
        <a:graphic>
          <a:graphicData uri="http://schemas.openxmlformats.org/drawingml/2006/table">
            <a:tbl>
              <a:tblPr>
                <a:tableStyleId>{2D5ABB26-0587-4C30-8999-92F81FD0307C}</a:tableStyleId>
              </a:tblPr>
              <a:tblGrid>
                <a:gridCol w="2597384">
                  <a:extLst>
                    <a:ext uri="{9D8B030D-6E8A-4147-A177-3AD203B41FA5}">
                      <a16:colId xmlns:a16="http://schemas.microsoft.com/office/drawing/2014/main" val="2775825265"/>
                    </a:ext>
                  </a:extLst>
                </a:gridCol>
                <a:gridCol w="4418315">
                  <a:extLst>
                    <a:ext uri="{9D8B030D-6E8A-4147-A177-3AD203B41FA5}">
                      <a16:colId xmlns:a16="http://schemas.microsoft.com/office/drawing/2014/main" val="2629782098"/>
                    </a:ext>
                  </a:extLst>
                </a:gridCol>
                <a:gridCol w="1804147">
                  <a:extLst>
                    <a:ext uri="{9D8B030D-6E8A-4147-A177-3AD203B41FA5}">
                      <a16:colId xmlns:a16="http://schemas.microsoft.com/office/drawing/2014/main" val="1732901862"/>
                    </a:ext>
                  </a:extLst>
                </a:gridCol>
                <a:gridCol w="1804147">
                  <a:extLst>
                    <a:ext uri="{9D8B030D-6E8A-4147-A177-3AD203B41FA5}">
                      <a16:colId xmlns:a16="http://schemas.microsoft.com/office/drawing/2014/main" val="851147456"/>
                    </a:ext>
                  </a:extLst>
                </a:gridCol>
              </a:tblGrid>
              <a:tr h="876810">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Nombre actividad</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Tareas</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Responsable</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a:lnSpc>
                          <a:spcPct val="100000"/>
                        </a:lnSpc>
                        <a:spcBef>
                          <a:spcPct val="0"/>
                        </a:spcBef>
                        <a:spcAft>
                          <a:spcPct val="0"/>
                        </a:spcAft>
                        <a:buNone/>
                      </a:pPr>
                      <a:r>
                        <a:rPr lang="es-CL" sz="1800" b="0" i="0" u="none" strike="noStrike" noProof="0">
                          <a:solidFill>
                            <a:schemeClr val="tx2"/>
                          </a:solidFill>
                          <a:effectLst/>
                          <a:latin typeface="Calibri"/>
                        </a:rPr>
                        <a:t>Ejecutor</a:t>
                      </a:r>
                      <a:endParaRPr lang="es-CL" sz="1800" b="0" i="0" u="none" strike="noStrike">
                        <a:solidFill>
                          <a:schemeClr val="tx2"/>
                        </a:solidFill>
                        <a:effectLst/>
                        <a:latin typeface="+mn-lt"/>
                      </a:endParaRPr>
                    </a:p>
                  </a:txBody>
                  <a:tcPr marL="27432" marR="27432" marT="27432" marB="27432" anchor="ctr">
                    <a:lnB w="9524"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393597">
                <a:tc>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None/>
                        <a:tabLst/>
                        <a:defRPr/>
                      </a:pPr>
                      <a:r>
                        <a:rPr lang="es-CL" sz="1100" b="0" i="0" u="none" strike="noStrike" kern="1200">
                          <a:solidFill>
                            <a:srgbClr val="696158"/>
                          </a:solidFill>
                          <a:effectLst/>
                          <a:latin typeface="+mn-lt"/>
                          <a:ea typeface="+mn-ea"/>
                          <a:cs typeface="+mn-cs"/>
                        </a:rPr>
                        <a:t>[Por completar]</a:t>
                      </a:r>
                    </a:p>
                  </a:txBody>
                  <a:tcPr marL="5002" marR="5002" marT="5002" marB="0"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a:lnSpc>
                          <a:spcPct val="100000"/>
                        </a:lnSpc>
                        <a:spcBef>
                          <a:spcPts val="0"/>
                        </a:spcBef>
                        <a:spcAft>
                          <a:spcPts val="0"/>
                        </a:spcAft>
                        <a:buNone/>
                      </a:pPr>
                      <a:r>
                        <a:rPr lang="es-ES" sz="1100" b="0" i="0" u="none" strike="noStrike" kern="1200" noProof="0">
                          <a:solidFill>
                            <a:srgbClr val="696158"/>
                          </a:solidFill>
                          <a:effectLst/>
                          <a:latin typeface="Calibri"/>
                        </a:rPr>
                        <a:t>[Por completar]</a:t>
                      </a:r>
                      <a:endParaRPr lang="es-ES" sz="1100" b="0" i="0" u="none" strike="noStrike" kern="1200">
                        <a:solidFill>
                          <a:srgbClr val="696158"/>
                        </a:solidFill>
                        <a:effectLst/>
                        <a:latin typeface="+mn-lt"/>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[Por completar]</a:t>
                      </a:r>
                      <a:endParaRPr lang="es-CL" sz="1100" b="0" i="0" u="none" strike="noStrike" noProof="0">
                        <a:solidFill>
                          <a:srgbClr val="696158"/>
                        </a:solidFill>
                        <a:effectLst/>
                        <a:latin typeface="Calibri"/>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3490691845"/>
                  </a:ext>
                </a:extLst>
              </a:tr>
              <a:tr h="486434">
                <a:tc>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[Por completar]</a:t>
                      </a:r>
                    </a:p>
                  </a:txBody>
                  <a:tcPr marL="5002" marR="5002" marT="5002" marB="0"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279400" lvl="1" indent="-171450" algn="l">
                        <a:lnSpc>
                          <a:spcPct val="100000"/>
                        </a:lnSpc>
                        <a:spcBef>
                          <a:spcPts val="0"/>
                        </a:spcBef>
                        <a:spcAft>
                          <a:spcPts val="0"/>
                        </a:spcAft>
                        <a:buFontTx/>
                        <a:buChar char="-"/>
                      </a:pPr>
                      <a:r>
                        <a:rPr lang="es-ES" sz="1100" b="0" i="0" u="none" strike="noStrike" kern="1200" noProof="0">
                          <a:solidFill>
                            <a:srgbClr val="696158"/>
                          </a:solidFill>
                          <a:effectLst/>
                          <a:latin typeface="Calibri"/>
                        </a:rPr>
                        <a:t>[Por completar]</a:t>
                      </a:r>
                    </a:p>
                    <a:p>
                      <a:pPr marL="279400" lvl="1" indent="-171450" algn="l">
                        <a:lnSpc>
                          <a:spcPct val="100000"/>
                        </a:lnSpc>
                        <a:spcBef>
                          <a:spcPts val="0"/>
                        </a:spcBef>
                        <a:spcAft>
                          <a:spcPts val="0"/>
                        </a:spcAft>
                        <a:buFontTx/>
                        <a:buChar char="-"/>
                      </a:pPr>
                      <a:r>
                        <a:rPr lang="es-ES" sz="1100" b="0" i="0" u="none" strike="noStrike" kern="1200" noProof="0">
                          <a:solidFill>
                            <a:srgbClr val="696158"/>
                          </a:solidFill>
                          <a:effectLst/>
                          <a:latin typeface="Calibri"/>
                        </a:rPr>
                        <a:t>[Por completar]</a:t>
                      </a:r>
                    </a:p>
                    <a:p>
                      <a:pPr marL="279400" lvl="1" indent="-171450" algn="l">
                        <a:lnSpc>
                          <a:spcPct val="100000"/>
                        </a:lnSpc>
                        <a:spcBef>
                          <a:spcPts val="0"/>
                        </a:spcBef>
                        <a:spcAft>
                          <a:spcPts val="0"/>
                        </a:spcAft>
                        <a:buFontTx/>
                        <a:buChar char="-"/>
                      </a:pPr>
                      <a:r>
                        <a:rPr lang="es-ES" sz="1100" b="0" i="0" u="none" strike="noStrike" kern="1200" noProof="0">
                          <a:solidFill>
                            <a:srgbClr val="696158"/>
                          </a:solidFill>
                          <a:effectLst/>
                          <a:latin typeface="Calibri"/>
                        </a:rPr>
                        <a:t>[Por completar]</a:t>
                      </a:r>
                    </a:p>
                    <a:p>
                      <a:pPr marL="279400" lvl="1" indent="-171450" algn="l">
                        <a:lnSpc>
                          <a:spcPct val="100000"/>
                        </a:lnSpc>
                        <a:spcBef>
                          <a:spcPts val="0"/>
                        </a:spcBef>
                        <a:spcAft>
                          <a:spcPts val="0"/>
                        </a:spcAft>
                        <a:buFontTx/>
                        <a:buChar char="-"/>
                      </a:pPr>
                      <a:endParaRPr lang="es-ES" sz="1100" b="0" i="0" u="none" strike="noStrike" kern="1200">
                        <a:solidFill>
                          <a:srgbClr val="696158"/>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lvl="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2905792592"/>
                  </a:ext>
                </a:extLst>
              </a:tr>
            </a:tbl>
          </a:graphicData>
        </a:graphic>
      </p:graphicFrame>
      <p:sp>
        <p:nvSpPr>
          <p:cNvPr id="17" name="Rectangle: Rounded Corners 16">
            <a:extLst>
              <a:ext uri="{FF2B5EF4-FFF2-40B4-BE49-F238E27FC236}">
                <a16:creationId xmlns:a16="http://schemas.microsoft.com/office/drawing/2014/main" id="{ADB78092-429B-78CD-7309-E2BA180D4C57}"/>
              </a:ext>
            </a:extLst>
          </p:cNvPr>
          <p:cNvSpPr/>
          <p:nvPr/>
        </p:nvSpPr>
        <p:spPr>
          <a:xfrm>
            <a:off x="361628" y="203741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[Código]</a:t>
            </a:r>
          </a:p>
        </p:txBody>
      </p:sp>
      <p:sp>
        <p:nvSpPr>
          <p:cNvPr id="4" name="Rectangle: Rounded Corners 3">
            <a:extLst>
              <a:ext uri="{FF2B5EF4-FFF2-40B4-BE49-F238E27FC236}">
                <a16:creationId xmlns:a16="http://schemas.microsoft.com/office/drawing/2014/main" id="{8F0F138A-600F-C4B0-403D-18E13D8B5CE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5" name="Rectangle: Rounded Corners 36">
            <a:extLst>
              <a:ext uri="{FF2B5EF4-FFF2-40B4-BE49-F238E27FC236}">
                <a16:creationId xmlns:a16="http://schemas.microsoft.com/office/drawing/2014/main" id="{D482AE19-CA82-3E0B-22AF-EFA678190F0C}"/>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5" name="Rectangle: Rounded Corners 27">
            <a:extLst>
              <a:ext uri="{FF2B5EF4-FFF2-40B4-BE49-F238E27FC236}">
                <a16:creationId xmlns:a16="http://schemas.microsoft.com/office/drawing/2014/main" id="{5A3DC1A3-60B8-8BF5-47E9-E56749B70FDA}"/>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s-CL" sz="1100" b="1">
                <a:solidFill>
                  <a:srgbClr val="9A9300"/>
                </a:solidFill>
              </a:rPr>
              <a:t>[Por completar]</a:t>
            </a:r>
            <a:endParaRPr lang="es-CL" sz="1100">
              <a:solidFill>
                <a:srgbClr val="000000"/>
              </a:solidFill>
            </a:endParaRPr>
          </a:p>
        </p:txBody>
      </p:sp>
      <p:sp>
        <p:nvSpPr>
          <p:cNvPr id="6" name="Rectangle: Rounded Corners 16">
            <a:extLst>
              <a:ext uri="{FF2B5EF4-FFF2-40B4-BE49-F238E27FC236}">
                <a16:creationId xmlns:a16="http://schemas.microsoft.com/office/drawing/2014/main" id="{7B4E32E2-F116-D2E1-D783-1BAA61BA0159}"/>
              </a:ext>
            </a:extLst>
          </p:cNvPr>
          <p:cNvSpPr/>
          <p:nvPr/>
        </p:nvSpPr>
        <p:spPr>
          <a:xfrm>
            <a:off x="361628" y="28698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[Código]</a:t>
            </a:r>
          </a:p>
        </p:txBody>
      </p:sp>
    </p:spTree>
    <p:extLst>
      <p:ext uri="{BB962C8B-B14F-4D97-AF65-F5344CB8AC3E}">
        <p14:creationId xmlns:p14="http://schemas.microsoft.com/office/powerpoint/2010/main" val="1328589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0CC91-8E16-58B0-121A-9AF7BB27C27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C948BB9-D2C6-2C2D-A1A6-5D26091FFB97}"/>
              </a:ext>
            </a:extLst>
          </p:cNvPr>
          <p:cNvGraphicFramePr>
            <a:graphicFrameLocks/>
          </p:cNvGraphicFramePr>
          <p:nvPr>
            <p:custDataLst>
              <p:tags r:id="rId1"/>
            </p:custDataLst>
            <p:extLst>
              <p:ext uri="{D42A27DB-BD31-4B8C-83A1-F6EECF244321}">
                <p14:modId xmlns:p14="http://schemas.microsoft.com/office/powerpoint/2010/main" val="3123278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FC948BB9-D2C6-2C2D-A1A6-5D26091FFB9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21B9351-28DD-BCCA-1F02-03DB43E80EBA}"/>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r>
              <a:rPr lang="es-ES"/>
              <a:t/>
            </a:r>
            <a:endParaRPr lang="en-US"/>
          </a:p>
        </p:txBody>
      </p:sp>
      <p:sp>
        <p:nvSpPr>
          <p:cNvPr id="14" name="Rectangle: Rounded Corners 13">
            <a:extLst>
              <a:ext uri="{FF2B5EF4-FFF2-40B4-BE49-F238E27FC236}">
                <a16:creationId xmlns:a16="http://schemas.microsoft.com/office/drawing/2014/main" id="{085728C7-4EA4-0D04-38B0-9584EECB256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D3AF300F-ACFB-C620-254F-F277631A287A}"/>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rPr>
              <a:t>Fase A</a:t>
            </a:r>
            <a:endParaRPr lang="es-ES" sz="1400">
              <a:solidFill>
                <a:srgbClr val="EA7600"/>
              </a:solidFill>
              <a:latin typeface="Calibri"/>
            </a:endParaRPr>
          </a:p>
        </p:txBody>
      </p:sp>
      <p:sp>
        <p:nvSpPr>
          <p:cNvPr id="65" name="Rectangle 64">
            <a:extLst>
              <a:ext uri="{FF2B5EF4-FFF2-40B4-BE49-F238E27FC236}">
                <a16:creationId xmlns:a16="http://schemas.microsoft.com/office/drawing/2014/main" id="{73886A2E-ED8B-BB53-2AEF-90F92AA338CA}"/>
              </a:ext>
            </a:extLst>
          </p:cNvPr>
          <p:cNvSpPr/>
          <p:nvPr/>
        </p:nvSpPr>
        <p:spPr>
          <a:xfrm>
            <a:off x="3393227"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B</a:t>
            </a:r>
          </a:p>
        </p:txBody>
      </p:sp>
      <p:sp>
        <p:nvSpPr>
          <p:cNvPr id="66" name="Rectangle 65">
            <a:extLst>
              <a:ext uri="{FF2B5EF4-FFF2-40B4-BE49-F238E27FC236}">
                <a16:creationId xmlns:a16="http://schemas.microsoft.com/office/drawing/2014/main" id="{3AD6C7BC-6365-E6CE-21A1-0A532F7F7E47}"/>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C</a:t>
            </a:r>
          </a:p>
        </p:txBody>
      </p:sp>
      <p:sp>
        <p:nvSpPr>
          <p:cNvPr id="67" name="Rectangle 66">
            <a:extLst>
              <a:ext uri="{FF2B5EF4-FFF2-40B4-BE49-F238E27FC236}">
                <a16:creationId xmlns:a16="http://schemas.microsoft.com/office/drawing/2014/main" id="{044B503F-D260-435F-775A-90270D130F58}"/>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D</a:t>
            </a:r>
          </a:p>
        </p:txBody>
      </p:sp>
      <p:sp>
        <p:nvSpPr>
          <p:cNvPr id="68" name="Rectangle 67">
            <a:extLst>
              <a:ext uri="{FF2B5EF4-FFF2-40B4-BE49-F238E27FC236}">
                <a16:creationId xmlns:a16="http://schemas.microsoft.com/office/drawing/2014/main" id="{26EB928A-0319-876E-207D-3D6FB17D5BE3}"/>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E</a:t>
            </a:r>
          </a:p>
        </p:txBody>
      </p:sp>
      <p:sp>
        <p:nvSpPr>
          <p:cNvPr id="125" name="Oval 20">
            <a:extLst>
              <a:ext uri="{FF2B5EF4-FFF2-40B4-BE49-F238E27FC236}">
                <a16:creationId xmlns:a16="http://schemas.microsoft.com/office/drawing/2014/main" id="{13077194-778C-D18E-C003-BE5DC880837C}"/>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4063E299-4A2E-822D-E030-7C18F997AF03}"/>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A6A528DE-024D-B362-EF53-88C620D4B696}"/>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0F8EA809-C59E-FE79-E2E8-E1B1B27D89D6}"/>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46E5E215-8927-649D-7CB2-BD52F1A8F0A9}"/>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1861B343-11A3-88AC-DA20-5226827E2A2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1861B343-11A3-88AC-DA20-5226827E2A2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FFA0A2CB-065F-18E1-1CDB-355F87232134}"/>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FFA0A2CB-065F-18E1-1CDB-355F87232134}"/>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FCD7DB61-0915-DC50-AB9D-AE2A678E7D1A}"/>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FCD7DB61-0915-DC50-AB9D-AE2A678E7D1A}"/>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AB9F8238-A9E6-C593-A9DB-530B992EB5BD}"/>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AB9F8238-A9E6-C593-A9DB-530B992EB5B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62" name="Rectangle 73">
            <a:extLst>
              <a:ext uri="{FF2B5EF4-FFF2-40B4-BE49-F238E27FC236}">
                <a16:creationId xmlns:a16="http://schemas.microsoft.com/office/drawing/2014/main" id="{C5B9C43A-95A2-F210-7E89-7778AEEC28EE}"/>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63" name="Rectangle 75">
            <a:extLst>
              <a:ext uri="{FF2B5EF4-FFF2-40B4-BE49-F238E27FC236}">
                <a16:creationId xmlns:a16="http://schemas.microsoft.com/office/drawing/2014/main" id="{98D2B7BE-3F9A-F08D-F20B-D35F6C922340}"/>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r>
              <a:rPr lang="es-ES" sz="1100">
                <a:solidFill>
                  <a:prstClr val="white"/>
                </a:solidFill>
              </a:rPr>
              <a:t>[Nombre del subproceso]</a:t>
            </a:r>
          </a:p>
        </p:txBody>
      </p:sp>
      <p:sp>
        <p:nvSpPr>
          <p:cNvPr id="164" name="Rectangle: Rounded Corners 146">
            <a:extLst>
              <a:ext uri="{FF2B5EF4-FFF2-40B4-BE49-F238E27FC236}">
                <a16:creationId xmlns:a16="http://schemas.microsoft.com/office/drawing/2014/main" id="{AE83E3EF-AFE9-D203-EEB2-4DD15C88631D}"/>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65" name="Rectangle: Rounded Corners 148">
            <a:extLst>
              <a:ext uri="{FF2B5EF4-FFF2-40B4-BE49-F238E27FC236}">
                <a16:creationId xmlns:a16="http://schemas.microsoft.com/office/drawing/2014/main" id="{6DB94494-2E6F-2638-3409-C3ED3DED582A}"/>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67" name="Rectangle 73">
            <a:extLst>
              <a:ext uri="{FF2B5EF4-FFF2-40B4-BE49-F238E27FC236}">
                <a16:creationId xmlns:a16="http://schemas.microsoft.com/office/drawing/2014/main" id="{C64A0169-8DE3-BF1A-8C18-BA64C4511BD6}"/>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68" name="Rectangle: Rounded Corners 148">
            <a:extLst>
              <a:ext uri="{FF2B5EF4-FFF2-40B4-BE49-F238E27FC236}">
                <a16:creationId xmlns:a16="http://schemas.microsoft.com/office/drawing/2014/main" id="{8214E162-1A8A-E94F-2050-414225323406}"/>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69" name="Rectangle 36">
            <a:extLst>
              <a:ext uri="{FF2B5EF4-FFF2-40B4-BE49-F238E27FC236}">
                <a16:creationId xmlns:a16="http://schemas.microsoft.com/office/drawing/2014/main" id="{F6965E1C-ADE0-A30C-478E-192F52C47EEE}"/>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70" name="Rectangle: Rounded Corners 37">
            <a:extLst>
              <a:ext uri="{FF2B5EF4-FFF2-40B4-BE49-F238E27FC236}">
                <a16:creationId xmlns:a16="http://schemas.microsoft.com/office/drawing/2014/main" id="{C55D7FED-07BE-F497-7702-E86586EDA0A1}"/>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71" name="Rectangle 38">
            <a:extLst>
              <a:ext uri="{FF2B5EF4-FFF2-40B4-BE49-F238E27FC236}">
                <a16:creationId xmlns:a16="http://schemas.microsoft.com/office/drawing/2014/main" id="{11FF2F44-B67A-43DA-A98C-F43139BB62AD}"/>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72" name="Rectangle: Rounded Corners 39">
            <a:extLst>
              <a:ext uri="{FF2B5EF4-FFF2-40B4-BE49-F238E27FC236}">
                <a16:creationId xmlns:a16="http://schemas.microsoft.com/office/drawing/2014/main" id="{FCF8ABA2-C308-DF04-485B-6297D20EC4E0}"/>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73" name="Rectangle 40">
            <a:extLst>
              <a:ext uri="{FF2B5EF4-FFF2-40B4-BE49-F238E27FC236}">
                <a16:creationId xmlns:a16="http://schemas.microsoft.com/office/drawing/2014/main" id="{9E5B9678-A857-0B20-3558-0ED7128B0EB3}"/>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74" name="Rectangle: Rounded Corners 41">
            <a:extLst>
              <a:ext uri="{FF2B5EF4-FFF2-40B4-BE49-F238E27FC236}">
                <a16:creationId xmlns:a16="http://schemas.microsoft.com/office/drawing/2014/main" id="{89BC5ADE-D02C-2C2B-C9D5-09CCE67F67BE}"/>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75" name="Rectangle 42">
            <a:extLst>
              <a:ext uri="{FF2B5EF4-FFF2-40B4-BE49-F238E27FC236}">
                <a16:creationId xmlns:a16="http://schemas.microsoft.com/office/drawing/2014/main" id="{3777A666-E7C3-1256-3DF4-915E20E977DD}"/>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76" name="Rectangle: Rounded Corners 43">
            <a:extLst>
              <a:ext uri="{FF2B5EF4-FFF2-40B4-BE49-F238E27FC236}">
                <a16:creationId xmlns:a16="http://schemas.microsoft.com/office/drawing/2014/main" id="{2C4EE96A-B8ED-E830-74F2-19FA574703B7}"/>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77" name="Rectangle 44">
            <a:extLst>
              <a:ext uri="{FF2B5EF4-FFF2-40B4-BE49-F238E27FC236}">
                <a16:creationId xmlns:a16="http://schemas.microsoft.com/office/drawing/2014/main" id="{A1214F49-BD07-CEFB-E7A2-805106296225}"/>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78" name="Rectangle: Rounded Corners 45">
            <a:extLst>
              <a:ext uri="{FF2B5EF4-FFF2-40B4-BE49-F238E27FC236}">
                <a16:creationId xmlns:a16="http://schemas.microsoft.com/office/drawing/2014/main" id="{F89249B7-C82B-942D-4FBD-25FE09A6CB12}"/>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79" name="Rectangle 46">
            <a:extLst>
              <a:ext uri="{FF2B5EF4-FFF2-40B4-BE49-F238E27FC236}">
                <a16:creationId xmlns:a16="http://schemas.microsoft.com/office/drawing/2014/main" id="{DA4E0464-BE0B-A65A-B3CC-F275FA3777B5}"/>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80" name="Rectangle: Rounded Corners 47">
            <a:extLst>
              <a:ext uri="{FF2B5EF4-FFF2-40B4-BE49-F238E27FC236}">
                <a16:creationId xmlns:a16="http://schemas.microsoft.com/office/drawing/2014/main" id="{76D2E2C8-F866-3829-E18A-B55AD4107C6D}"/>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1" name="Rectangle 48">
            <a:extLst>
              <a:ext uri="{FF2B5EF4-FFF2-40B4-BE49-F238E27FC236}">
                <a16:creationId xmlns:a16="http://schemas.microsoft.com/office/drawing/2014/main" id="{5E919893-20BB-EF20-779A-94ED94033FE5}"/>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82" name="Rectangle: Rounded Corners 49">
            <a:extLst>
              <a:ext uri="{FF2B5EF4-FFF2-40B4-BE49-F238E27FC236}">
                <a16:creationId xmlns:a16="http://schemas.microsoft.com/office/drawing/2014/main" id="{EF5B7939-3FCD-4079-221A-85E876E1D367}"/>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3" name="Rectangle 59">
            <a:extLst>
              <a:ext uri="{FF2B5EF4-FFF2-40B4-BE49-F238E27FC236}">
                <a16:creationId xmlns:a16="http://schemas.microsoft.com/office/drawing/2014/main" id="{068C3820-B887-4F50-8606-A808D2961BA8}"/>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84" name="Rectangle: Rounded Corners 60">
            <a:extLst>
              <a:ext uri="{FF2B5EF4-FFF2-40B4-BE49-F238E27FC236}">
                <a16:creationId xmlns:a16="http://schemas.microsoft.com/office/drawing/2014/main" id="{F5BCF6CE-96AC-1890-6BFA-BC321D8DFFE8}"/>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7" name="Rectangle 38">
            <a:extLst>
              <a:ext uri="{FF2B5EF4-FFF2-40B4-BE49-F238E27FC236}">
                <a16:creationId xmlns:a16="http://schemas.microsoft.com/office/drawing/2014/main" id="{A5A5DF57-EE18-E119-F618-CDAD635B76E5}"/>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188" name="Rectangle: Rounded Corners 39">
            <a:extLst>
              <a:ext uri="{FF2B5EF4-FFF2-40B4-BE49-F238E27FC236}">
                <a16:creationId xmlns:a16="http://schemas.microsoft.com/office/drawing/2014/main" id="{A85C599A-6DE1-606B-7EE8-5B3CAEE24847}"/>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195" name="Rectangle 18">
            <a:extLst>
              <a:ext uri="{FF2B5EF4-FFF2-40B4-BE49-F238E27FC236}">
                <a16:creationId xmlns:a16="http://schemas.microsoft.com/office/drawing/2014/main" id="{1B3681D2-4CA3-4998-6166-64AE8C182A15}"/>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6" name="Rectangle: Rounded Corners 19">
            <a:extLst>
              <a:ext uri="{FF2B5EF4-FFF2-40B4-BE49-F238E27FC236}">
                <a16:creationId xmlns:a16="http://schemas.microsoft.com/office/drawing/2014/main" id="{8E894DA5-9530-8E3B-27DA-1DA4FB788BF5}"/>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97" name="Rectangle 27">
            <a:extLst>
              <a:ext uri="{FF2B5EF4-FFF2-40B4-BE49-F238E27FC236}">
                <a16:creationId xmlns:a16="http://schemas.microsoft.com/office/drawing/2014/main" id="{EF8F44BF-E913-327B-33E6-D1A8A2C326E2}"/>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8" name="Rectangle: Rounded Corners 29">
            <a:extLst>
              <a:ext uri="{FF2B5EF4-FFF2-40B4-BE49-F238E27FC236}">
                <a16:creationId xmlns:a16="http://schemas.microsoft.com/office/drawing/2014/main" id="{8321D0F7-9DB7-8B3B-3503-3623DF0AA754}"/>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99" name="Rectangle 30">
            <a:extLst>
              <a:ext uri="{FF2B5EF4-FFF2-40B4-BE49-F238E27FC236}">
                <a16:creationId xmlns:a16="http://schemas.microsoft.com/office/drawing/2014/main" id="{C3C6388C-2B4B-C869-FA94-A2E4FCC82FC6}"/>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00" name="Rectangle: Rounded Corners 31">
            <a:extLst>
              <a:ext uri="{FF2B5EF4-FFF2-40B4-BE49-F238E27FC236}">
                <a16:creationId xmlns:a16="http://schemas.microsoft.com/office/drawing/2014/main" id="{FF882D1B-27B7-34EE-C07C-261996F0E48C}"/>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01" name="Rectangle 32">
            <a:extLst>
              <a:ext uri="{FF2B5EF4-FFF2-40B4-BE49-F238E27FC236}">
                <a16:creationId xmlns:a16="http://schemas.microsoft.com/office/drawing/2014/main" id="{740FD32A-0D14-9536-6520-97A112DD63DE}"/>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02" name="Rectangle: Rounded Corners 33">
            <a:extLst>
              <a:ext uri="{FF2B5EF4-FFF2-40B4-BE49-F238E27FC236}">
                <a16:creationId xmlns:a16="http://schemas.microsoft.com/office/drawing/2014/main" id="{548F34EB-43DD-041E-5FE4-8E34F3D4DB1F}"/>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5" name="Rectangle 38">
            <a:extLst>
              <a:ext uri="{FF2B5EF4-FFF2-40B4-BE49-F238E27FC236}">
                <a16:creationId xmlns:a16="http://schemas.microsoft.com/office/drawing/2014/main" id="{C8D813FA-7808-20B4-D8AD-6513526D9CE2}"/>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a:p>
            <a:pPr algn="ctr" eaLnBrk="0" hangingPunct="0"/>
            <a:r>
              <a:rPr lang="es-ES" sz="1100">
                <a:solidFill>
                  <a:prstClr val="white"/>
                </a:solidFill>
                <a:latin typeface="Calibri"/>
              </a:rPr>
              <a:t>[Nombre del subproceso]</a:t>
            </a:r>
          </a:p>
        </p:txBody>
      </p:sp>
      <p:sp>
        <p:nvSpPr>
          <p:cNvPr id="6" name="Rectangle: Rounded Corners 39">
            <a:extLst>
              <a:ext uri="{FF2B5EF4-FFF2-40B4-BE49-F238E27FC236}">
                <a16:creationId xmlns:a16="http://schemas.microsoft.com/office/drawing/2014/main" id="{FE799FEF-6A16-A518-4A30-D5370F8F5006}"/>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7" name="Rectangle 71">
            <a:extLst>
              <a:ext uri="{FF2B5EF4-FFF2-40B4-BE49-F238E27FC236}">
                <a16:creationId xmlns:a16="http://schemas.microsoft.com/office/drawing/2014/main" id="{8E40D22F-749B-CA6B-F32A-C7B1B7366484}"/>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r>
              <a:rPr lang="es-ES" sz="1100">
                <a:solidFill>
                  <a:prstClr val="white"/>
                </a:solidFill>
                <a:latin typeface="Calibri"/>
              </a:rPr>
              <a:t/>
            </a:r>
          </a:p>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prstClr val="white"/>
                </a:solidFill>
                <a:latin typeface="Calibri"/>
              </a:rPr>
              <a:t>[Nombre del subproceso]</a:t>
            </a: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151">
            <a:extLst>
              <a:ext uri="{FF2B5EF4-FFF2-40B4-BE49-F238E27FC236}">
                <a16:creationId xmlns:a16="http://schemas.microsoft.com/office/drawing/2014/main" id="{625AC6D4-2A32-B14C-9DFF-557AFB94B3D4}"/>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0" name="Rectangle 38">
            <a:extLst>
              <a:ext uri="{FF2B5EF4-FFF2-40B4-BE49-F238E27FC236}">
                <a16:creationId xmlns:a16="http://schemas.microsoft.com/office/drawing/2014/main" id="{DAF251C1-2BDF-42BF-339E-6B4D60BB0517}"/>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11" name="Rectangle: Rounded Corners 39">
            <a:extLst>
              <a:ext uri="{FF2B5EF4-FFF2-40B4-BE49-F238E27FC236}">
                <a16:creationId xmlns:a16="http://schemas.microsoft.com/office/drawing/2014/main" id="{F7356557-3663-4BA1-098C-118C71F7AB13}"/>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Tree>
    <p:extLst>
      <p:ext uri="{BB962C8B-B14F-4D97-AF65-F5344CB8AC3E}">
        <p14:creationId xmlns:p14="http://schemas.microsoft.com/office/powerpoint/2010/main" val="18788636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3228577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a:solidFill>
                  <a:schemeClr val="tx1"/>
                </a:solidFill>
              </a:rPr>
              <a:t>B. Ficha resumen| Fase B</a:t>
            </a:r>
            <a:r>
              <a:rPr lang="es-CL" sz="2400">
                <a:solidFill>
                  <a:schemeClr val="tx1"/>
                </a:solidFill>
              </a:rPr>
              <a:t/>
            </a:r>
            <a:r>
              <a:rPr lang="es-CL" sz="2400"/>
              <a:t/>
            </a:r>
            <a:endParaRPr lang="es-CL"/>
          </a:p>
        </p:txBody>
      </p:sp>
      <p:sp>
        <p:nvSpPr>
          <p:cNvPr id="37" name="Rectangle: Rounded Corners 36">
            <a:extLst>
              <a:ext uri="{FF2B5EF4-FFF2-40B4-BE49-F238E27FC236}">
                <a16:creationId xmlns:a16="http://schemas.microsoft.com/office/drawing/2014/main" id="{C7343B2B-EADC-63F3-8E8D-6CEBFF52A5F8}"/>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4" name="Rectangle: Rounded Corners 3">
            <a:extLst>
              <a:ext uri="{FF2B5EF4-FFF2-40B4-BE49-F238E27FC236}">
                <a16:creationId xmlns:a16="http://schemas.microsoft.com/office/drawing/2014/main" id="{7CA2A402-BB20-14FC-8F2E-741841184A8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3" name="Rectangle: Rounded Corners 12">
            <a:extLst>
              <a:ext uri="{FF2B5EF4-FFF2-40B4-BE49-F238E27FC236}">
                <a16:creationId xmlns:a16="http://schemas.microsoft.com/office/drawing/2014/main" id="{DE9B9480-A9A2-9942-A477-870473C934B0}"/>
              </a:ext>
            </a:extLst>
          </p:cNvPr>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15" name="Rectangle: Rounded Corners 14">
            <a:extLst>
              <a:ext uri="{FF2B5EF4-FFF2-40B4-BE49-F238E27FC236}">
                <a16:creationId xmlns:a16="http://schemas.microsoft.com/office/drawing/2014/main" id="{AEA412CF-F8FC-78CF-20B5-757976C25198}"/>
              </a:ext>
            </a:extLst>
          </p:cNvPr>
          <p:cNvSpPr/>
          <p:nvPr/>
        </p:nvSpPr>
        <p:spPr>
          <a:xfrm>
            <a:off x="629400" y="1217719"/>
            <a:ext cx="1986960" cy="741275"/>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6" name="Rectangle: Rounded Corners 15">
            <a:extLst>
              <a:ext uri="{FF2B5EF4-FFF2-40B4-BE49-F238E27FC236}">
                <a16:creationId xmlns:a16="http://schemas.microsoft.com/office/drawing/2014/main" id="{A197E44B-A326-4EDA-2ADD-4DD9AD017A53}"/>
              </a:ext>
            </a:extLst>
          </p:cNvPr>
          <p:cNvSpPr/>
          <p:nvPr/>
        </p:nvSpPr>
        <p:spPr>
          <a:xfrm>
            <a:off x="629400" y="2062782"/>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a:t>
            </a: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29400" y="4870223"/>
            <a:ext cx="5241136" cy="397876"/>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Herramientas</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2214" y="4870223"/>
            <a:ext cx="5241136" cy="397876"/>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KPIs</a:t>
            </a:r>
          </a:p>
        </p:txBody>
      </p:sp>
      <p:sp>
        <p:nvSpPr>
          <p:cNvPr id="20" name="Rectangle 19">
            <a:extLst>
              <a:ext uri="{FF2B5EF4-FFF2-40B4-BE49-F238E27FC236}">
                <a16:creationId xmlns:a16="http://schemas.microsoft.com/office/drawing/2014/main" id="{F7445E2D-DB62-F1B6-E54D-2B44E5DDBCD3}"/>
              </a:ext>
            </a:extLst>
          </p:cNvPr>
          <p:cNvSpPr/>
          <p:nvPr/>
        </p:nvSpPr>
        <p:spPr>
          <a:xfrm>
            <a:off x="2623573" y="1228302"/>
            <a:ext cx="8939776" cy="74127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noProof="0">
                <a:ln>
                  <a:noFill/>
                </a:ln>
                <a:solidFill>
                  <a:srgbClr val="696158"/>
                </a:solidFill>
                <a:effectLst/>
                <a:uLnTx/>
                <a:uFillTx/>
                <a:latin typeface="Calibri"/>
                <a:ea typeface="+mn-ea"/>
                <a:cs typeface="+mn-cs"/>
              </a:rPr>
              <a:t>[Por completar]</a:t>
            </a:r>
            <a:r>
              <a:rPr kumimoji="0" lang="es-CL" sz="1100" b="0" i="0" u="none" strike="noStrike" kern="1200" cap="none" spc="0" normalizeH="0" baseline="0" noProof="0">
                <a:ln>
                  <a:noFill/>
                </a:ln>
                <a:solidFill>
                  <a:srgbClr val="696158"/>
                </a:solidFill>
                <a:effectLst/>
                <a:uLnTx/>
                <a:uFillTx/>
                <a:latin typeface="Calibri"/>
                <a:ea typeface="+mn-ea"/>
                <a:cs typeface="+mn-cs"/>
              </a:rPr>
              <a:t/>
            </a:r>
            <a:endParaRPr kumimoji="0" lang="es-CL" sz="1100" b="0" i="0" u="none" strike="noStrike" kern="1200" cap="none" spc="0" normalizeH="0" baseline="0" noProof="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Calibri"/>
              <a:cs typeface="Calibri"/>
            </a:endParaRPr>
          </a:p>
        </p:txBody>
      </p:sp>
      <p:sp>
        <p:nvSpPr>
          <p:cNvPr id="21" name="Rectangle 20">
            <a:extLst>
              <a:ext uri="{FF2B5EF4-FFF2-40B4-BE49-F238E27FC236}">
                <a16:creationId xmlns:a16="http://schemas.microsoft.com/office/drawing/2014/main" id="{B3A1595F-694A-5E39-0AA8-417EB43DFBF4}"/>
              </a:ext>
            </a:extLst>
          </p:cNvPr>
          <p:cNvSpPr/>
          <p:nvPr/>
        </p:nvSpPr>
        <p:spPr>
          <a:xfrm>
            <a:off x="2623573" y="2062781"/>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kumimoji="0" lang="es-CL" sz="1400" b="0" i="0" u="none" strike="noStrike" kern="1200" cap="none" spc="0" normalizeH="0" baseline="0" noProof="0">
                <a:ln>
                  <a:noFill/>
                </a:ln>
                <a:solidFill>
                  <a:srgbClr val="696158"/>
                </a:solidFill>
                <a:effectLst/>
                <a:uLnTx/>
                <a:uFillTx/>
                <a:latin typeface="Calibri"/>
                <a:ea typeface="+mn-ea"/>
                <a:cs typeface="+mn-cs"/>
              </a:rPr>
              <a:t>[Por completar]</a:t>
            </a:r>
            <a:r>
              <a:rPr lang="es-CL" sz="1400">
                <a:solidFill>
                  <a:srgbClr val="696158"/>
                </a:solidFill>
                <a:latin typeface="Calibri"/>
              </a:rPr>
              <a:t/>
            </a:r>
            <a:endParaRPr kumimoji="0" lang="es-CL" sz="1400" b="0" i="0" u="none" strike="noStrike" kern="1200" cap="none" spc="0" normalizeH="0" baseline="0" noProof="0">
              <a:ln>
                <a:noFill/>
              </a:ln>
              <a:solidFill>
                <a:srgbClr val="696158"/>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2177C376-7E30-0CA1-FADA-FA61E831651C}"/>
              </a:ext>
            </a:extLst>
          </p:cNvPr>
          <p:cNvSpPr/>
          <p:nvPr/>
        </p:nvSpPr>
        <p:spPr>
          <a:xfrm>
            <a:off x="629400" y="2916346"/>
            <a:ext cx="5241136" cy="1894357"/>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8000" marR="0" lvl="1" indent="-252000" algn="l" defTabSz="914400" rtl="0" eaLnBrk="1" fontAlgn="auto" latinLnBrk="0" hangingPunct="1">
              <a:lnSpc>
                <a:spcPct val="100000"/>
              </a:lnSpc>
              <a:spcBef>
                <a:spcPts val="0"/>
              </a:spcBef>
              <a:spcAft>
                <a:spcPts val="200"/>
              </a:spcAft>
              <a:buClr>
                <a:srgbClr val="EA7600"/>
              </a:buClr>
              <a:buSzTx/>
              <a:buFont typeface="Trebuchet MS" panose="020B0603020202020204" pitchFamily="34" charset="0"/>
              <a:buChar char="•"/>
              <a:tabLst/>
              <a:defRPr/>
            </a:pPr>
            <a:endParaRPr kumimoji="0" lang="en-US" sz="1400" b="0" i="0" u="none" strike="noStrike" kern="1200" cap="none" spc="0" normalizeH="0" baseline="0" noProof="0">
              <a:ln>
                <a:noFill/>
              </a:ln>
              <a:solidFill>
                <a:srgbClr val="696158"/>
              </a:solidFill>
              <a:effectLst/>
              <a:uLnTx/>
              <a:uFillTx/>
              <a:latin typeface="Calibri"/>
              <a:ea typeface="+mn-ea"/>
              <a:cs typeface="+mn-cs"/>
              <a:sym typeface="Rosario"/>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2213" y="2925273"/>
            <a:ext cx="5240991" cy="189586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defRPr/>
            </a:pPr>
            <a:r>
              <a:rPr lang="es-CL" sz="10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defRPr/>
            </a:pPr>
            <a:r>
              <a:rPr lang="en-US" sz="1000">
                <a:solidFill>
                  <a:srgbClr val="696158"/>
                </a:solidFill>
                <a:ea typeface="Calibri"/>
                <a:cs typeface="Calibri"/>
              </a:rPr>
              <a:t>[Por completar]</a:t>
            </a:r>
            <a:r>
              <a:rPr lang="en-US" sz="1000" err="1">
                <a:solidFill>
                  <a:srgbClr val="696158"/>
                </a:solidFill>
                <a:ea typeface="Calibri"/>
                <a:cs typeface="Calibri"/>
              </a:rPr>
              <a:t/>
            </a:r>
            <a:r>
              <a:rPr lang="en-US" sz="1000">
                <a:solidFill>
                  <a:srgbClr val="696158"/>
                </a:solidFill>
                <a:ea typeface="Calibri"/>
                <a:cs typeface="Calibri"/>
              </a:rPr>
              <a:t/>
            </a:r>
            <a:r>
              <a:rPr lang="en-US" sz="1000" err="1">
                <a:solidFill>
                  <a:srgbClr val="696158"/>
                </a:solidFill>
                <a:ea typeface="Calibri"/>
                <a:cs typeface="Calibri"/>
              </a:rPr>
              <a:t/>
            </a:r>
            <a:r>
              <a:rPr lang="en-US" sz="1000">
                <a:solidFill>
                  <a:srgbClr val="696158"/>
                </a:solidFill>
                <a:ea typeface="Calibri"/>
                <a:cs typeface="Calibri"/>
              </a:rPr>
              <a:t/>
            </a: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ea typeface="Calibri"/>
                <a:cs typeface="Calibri"/>
              </a:rPr>
              <a:t>[Por completar]</a:t>
            </a:r>
            <a:r>
              <a:rPr lang="en-US" sz="1000">
                <a:solidFill>
                  <a:srgbClr val="696158"/>
                </a:solidFill>
                <a:ea typeface="Calibri"/>
                <a:cs typeface="Calibri"/>
              </a:rPr>
              <a:t/>
            </a:r>
            <a:r>
              <a:rPr lang="en-US" sz="1000" err="1">
                <a:solidFill>
                  <a:srgbClr val="696158"/>
                </a:solidFill>
                <a:ea typeface="Calibri"/>
                <a:cs typeface="Calibri"/>
              </a:rPr>
              <a:t/>
            </a:r>
            <a:r>
              <a:rPr lang="en-US" sz="1000">
                <a:solidFill>
                  <a:srgbClr val="696158"/>
                </a:solidFill>
                <a:ea typeface="Calibri"/>
                <a:cs typeface="Calibri"/>
              </a:rPr>
              <a:t/>
            </a:r>
            <a:r>
              <a:rPr lang="en-US" sz="1000" err="1">
                <a:solidFill>
                  <a:srgbClr val="696158"/>
                </a:solidFill>
                <a:ea typeface="Calibri"/>
                <a:cs typeface="Calibri"/>
              </a:rPr>
              <a:t/>
            </a:r>
            <a:endParaRPr lang="en-US" sz="10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defRPr/>
            </a:pPr>
            <a:r>
              <a:rPr lang="en-US" sz="1000">
                <a:solidFill>
                  <a:srgbClr val="696158"/>
                </a:solidFill>
                <a:ea typeface="Calibri"/>
                <a:cs typeface="Calibri"/>
              </a:rPr>
              <a:t>[Por completar]</a:t>
            </a:r>
            <a:r>
              <a:rPr lang="en-US" sz="1000" err="1">
                <a:solidFill>
                  <a:srgbClr val="696158"/>
                </a:solidFill>
                <a:ea typeface="Calibri"/>
                <a:cs typeface="Calibri"/>
              </a:rPr>
              <a:t/>
            </a:r>
            <a:endParaRPr lang="es-CL"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s-CL" sz="1000">
                <a:solidFill>
                  <a:srgbClr val="696158"/>
                </a:solidFill>
                <a:sym typeface="Rosario"/>
              </a:rPr>
              <a:t>[Por completar]</a:t>
            </a:r>
          </a:p>
          <a:p>
            <a:pPr marL="377825" lvl="1" indent="-251460">
              <a:spcAft>
                <a:spcPts val="200"/>
              </a:spcAft>
              <a:buClr>
                <a:srgbClr val="EA7600"/>
              </a:buClr>
              <a:buFont typeface="Trebuchet MS" panose="020B0603020202020204" pitchFamily="34" charset="0"/>
              <a:buChar char="•"/>
              <a:defRPr/>
            </a:pPr>
            <a:r>
              <a:rPr lang="en-US" sz="1000">
                <a:solidFill>
                  <a:srgbClr val="696158"/>
                </a:solidFill>
                <a:sym typeface="Rosario"/>
              </a:rPr>
              <a:t>[Por completar]</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endParaRPr lang="es-CL" sz="10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a:solidFill>
                  <a:srgbClr val="696158"/>
                </a:solidFill>
                <a:ea typeface="Calibri"/>
                <a:cs typeface="Calibri"/>
              </a:rPr>
              <a:t>[Por completar]</a:t>
            </a:r>
            <a:r>
              <a:rPr lang="en-US" sz="1000" err="1">
                <a:solidFill>
                  <a:srgbClr val="696158"/>
                </a:solidFill>
                <a:ea typeface="Calibri"/>
                <a:cs typeface="Calibri"/>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a:solidFill>
                  <a:srgbClr val="696158"/>
                </a:solidFill>
                <a:ea typeface="Calibri"/>
                <a:cs typeface="Calibri"/>
              </a:rPr>
              <a:t>[Por completar]</a:t>
            </a:r>
            <a:r>
              <a:rPr lang="en-US" sz="1000" err="1">
                <a:solidFill>
                  <a:srgbClr val="696158"/>
                </a:solidFill>
                <a:ea typeface="Calibri"/>
                <a:cs typeface="Calibri"/>
              </a:rPr>
              <a:t/>
            </a:r>
            <a:r>
              <a:rPr lang="en-US" sz="1000">
                <a:solidFill>
                  <a:srgbClr val="696158"/>
                </a:solidFill>
                <a:ea typeface="Calibri"/>
                <a:cs typeface="Calibri"/>
              </a:rPr>
              <a:t/>
            </a:r>
            <a:r>
              <a:rPr lang="en-US" sz="1000" err="1">
                <a:solidFill>
                  <a:srgbClr val="696158"/>
                </a:solidFill>
                <a:ea typeface="Calibri"/>
                <a:cs typeface="Calibri"/>
              </a:rPr>
              <a:t/>
            </a:r>
            <a:r>
              <a:rPr lang="en-US" sz="1000">
                <a:solidFill>
                  <a:srgbClr val="696158"/>
                </a:solidFill>
                <a:ea typeface="Calibri"/>
                <a:cs typeface="Calibri"/>
              </a:rPr>
              <a:t/>
            </a:r>
            <a:endParaRPr kumimoji="0" lang="en-US" sz="10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200"/>
              </a:spcAft>
              <a:buClr>
                <a:srgbClr val="EA7600"/>
              </a:buClr>
              <a:buSzTx/>
              <a:buFont typeface="Trebuchet MS" panose="020B0603020202020204" pitchFamily="34" charset="0"/>
              <a:buChar char="•"/>
              <a:tabLst/>
              <a:defRPr/>
            </a:pPr>
            <a:endParaRPr kumimoji="0" lang="en-US" sz="1200" b="0" i="0" u="none" strike="noStrike" kern="1200" cap="none" spc="0" normalizeH="0" baseline="0" noProof="0">
              <a:ln>
                <a:noFill/>
              </a:ln>
              <a:solidFill>
                <a:srgbClr val="696158"/>
              </a:solidFill>
              <a:effectLst/>
              <a:highlight>
                <a:srgbClr val="FFFF00"/>
              </a:highlight>
              <a:uLnTx/>
              <a:uFillTx/>
              <a:latin typeface="Calibri"/>
              <a:ea typeface="Calibri"/>
              <a:cs typeface="Calibri"/>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28650" y="5277506"/>
            <a:ext cx="5241136" cy="12906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mn-ea"/>
                <a:cs typeface="+mn-cs"/>
                <a:sym typeface="Rosario"/>
              </a:rPr>
              <a:t>[Por completar]</a:t>
            </a:r>
            <a:endParaRPr kumimoji="0" lang="es-ES" sz="1800" b="0" i="0" u="none" strike="noStrike" kern="1200" cap="none" spc="0" normalizeH="0" baseline="0" noProof="0">
              <a:ln>
                <a:noFill/>
              </a:ln>
              <a:solidFill>
                <a:prstClr val="white"/>
              </a:solidFill>
              <a:effectLst/>
              <a:uLnTx/>
              <a:uFillTx/>
              <a:latin typeface="Calibri"/>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mn-ea"/>
                <a:cs typeface="+mn-cs"/>
                <a:sym typeface="Rosario"/>
              </a:rPr>
              <a:t>[Por completar]</a:t>
            </a:r>
            <a:endParaRPr kumimoji="0" lang="en-US" sz="12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mn-ea"/>
                <a:cs typeface="+mn-cs"/>
                <a:sym typeface="Rosario"/>
              </a:rPr>
              <a:t>[Por completar]</a:t>
            </a:r>
            <a:endParaRPr kumimoji="0" lang="en-US" sz="12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Calibri"/>
                <a:cs typeface="Calibri"/>
              </a:rPr>
              <a:t>[Por completar]</a:t>
            </a: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Calibri"/>
                <a:cs typeface="Calibri"/>
              </a:rPr>
              <a:t>[Por completar]</a:t>
            </a:r>
          </a:p>
          <a:p>
            <a:pPr marL="377825" lvl="1" indent="-251460">
              <a:buClr>
                <a:srgbClr val="EA7600"/>
              </a:buClr>
              <a:buFont typeface="Trebuchet MS" panose="020B0603020202020204" pitchFamily="34" charset="0"/>
              <a:buChar char="•"/>
              <a:defRPr/>
            </a:pPr>
            <a:r>
              <a:rPr lang="en-US" sz="1200">
                <a:solidFill>
                  <a:srgbClr val="696158"/>
                </a:solidFill>
                <a:latin typeface="Calibri"/>
                <a:ea typeface="Calibri"/>
                <a:cs typeface="Calibri"/>
              </a:rPr>
              <a:t>[Por completar]</a:t>
            </a:r>
          </a:p>
        </p:txBody>
      </p:sp>
      <p:sp>
        <p:nvSpPr>
          <p:cNvPr id="25" name="Rectangle 24">
            <a:extLst>
              <a:ext uri="{FF2B5EF4-FFF2-40B4-BE49-F238E27FC236}">
                <a16:creationId xmlns:a16="http://schemas.microsoft.com/office/drawing/2014/main" id="{B2F41C3D-95D7-418F-54E2-31AE7CF2F187}"/>
              </a:ext>
            </a:extLst>
          </p:cNvPr>
          <p:cNvSpPr/>
          <p:nvPr/>
        </p:nvSpPr>
        <p:spPr>
          <a:xfrm>
            <a:off x="6322213" y="5277506"/>
            <a:ext cx="5241136" cy="12906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endParaRPr lang="es-ES">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Rosario"/>
                <a:cs typeface="Rosario"/>
                <a:sym typeface="Rosario"/>
              </a:rPr>
              <a:t>[Por completar]</a:t>
            </a:r>
            <a:r>
              <a:rPr kumimoji="0" lang="en-US" sz="1200" b="0" i="0" u="none" strike="noStrike" kern="1200" cap="none" spc="0" normalizeH="0" baseline="0" noProof="0" err="1">
                <a:ln>
                  <a:noFill/>
                </a:ln>
                <a:solidFill>
                  <a:srgbClr val="696158"/>
                </a:solidFill>
                <a:effectLst/>
                <a:uLnTx/>
                <a:uFillTx/>
                <a:latin typeface="Calibri"/>
                <a:ea typeface="Rosario"/>
                <a:cs typeface="Rosario"/>
                <a:sym typeface="Rosario"/>
              </a:rPr>
              <a:t/>
            </a:r>
            <a:r>
              <a:rPr kumimoji="0" lang="en-US" sz="1200" b="0" i="0" u="none" strike="noStrike" kern="1200" cap="none" spc="0" normalizeH="0" baseline="0" noProof="0">
                <a:ln>
                  <a:noFill/>
                </a:ln>
                <a:solidFill>
                  <a:srgbClr val="696158"/>
                </a:solidFill>
                <a:effectLst/>
                <a:uLnTx/>
                <a:uFillTx/>
                <a:latin typeface="Calibri"/>
                <a:ea typeface="Rosario"/>
                <a:cs typeface="Rosario"/>
                <a:sym typeface="Rosario"/>
              </a:rPr>
              <a:t/>
            </a:r>
            <a:r>
              <a:rPr kumimoji="0" lang="en-US" sz="1200" b="0" i="0" u="none" strike="noStrike" kern="1200" cap="none" spc="0" normalizeH="0" baseline="0" noProof="0" err="1">
                <a:ln>
                  <a:noFill/>
                </a:ln>
                <a:solidFill>
                  <a:srgbClr val="696158"/>
                </a:solidFill>
                <a:effectLst/>
                <a:uLnTx/>
                <a:uFillTx/>
                <a:latin typeface="Calibri"/>
                <a:ea typeface="Rosario"/>
                <a:cs typeface="Rosario"/>
                <a:sym typeface="Rosario"/>
              </a:rPr>
              <a:t/>
            </a:r>
            <a:endParaRPr lang="en-US" sz="1200" b="0" i="0" u="none" strike="noStrike" kern="1200" cap="none" spc="0" normalizeH="0" baseline="0" noProof="0">
              <a:ln>
                <a:noFill/>
              </a:ln>
              <a:solidFill>
                <a:srgbClr val="696158"/>
              </a:solidFill>
              <a:effectLst/>
              <a:uLnTx/>
              <a:uFillTx/>
              <a:latin typeface="Calibri"/>
              <a:ea typeface="Rosario"/>
              <a:cs typeface="Rosario"/>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Rosario"/>
                <a:cs typeface="Rosario"/>
                <a:sym typeface="Rosario"/>
              </a:rPr>
              <a:t>[Por completar]</a:t>
            </a:r>
            <a:endParaRPr lang="en-US" sz="1200" b="0" i="0" u="none" strike="noStrike" kern="1200" cap="none" spc="0" normalizeH="0" baseline="0" noProof="0">
              <a:ln>
                <a:noFill/>
              </a:ln>
              <a:solidFill>
                <a:srgbClr val="696158"/>
              </a:solidFill>
              <a:effectLst/>
              <a:uLnTx/>
              <a:uFillTx/>
              <a:latin typeface="Calibri"/>
              <a:ea typeface="Rosario"/>
              <a:cs typeface="Rosario"/>
            </a:endParaRPr>
          </a:p>
          <a:p>
            <a:pPr marL="377825" marR="0" lvl="1" indent="-251460" algn="l" defTabSz="914400">
              <a:lnSpc>
                <a:spcPct val="100000"/>
              </a:lnSpc>
              <a:spcBef>
                <a:spcPts val="0"/>
              </a:spcBef>
              <a:spcAft>
                <a:spcPts val="0"/>
              </a:spcAft>
              <a:buClr>
                <a:srgbClr val="EA7600"/>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696158"/>
                </a:solidFill>
                <a:effectLst/>
                <a:uLnTx/>
                <a:uFillTx/>
                <a:latin typeface="Calibri"/>
                <a:ea typeface="Rosario"/>
                <a:cs typeface="Rosario"/>
                <a:sym typeface="Rosario"/>
              </a:rPr>
              <a:t>[Por completar]</a:t>
            </a:r>
            <a:r>
              <a:rPr kumimoji="0" lang="en-US" sz="1200" b="0" i="0" u="none" strike="noStrike" kern="1200" cap="none" spc="0" normalizeH="0" baseline="0" noProof="0" err="1">
                <a:ln>
                  <a:noFill/>
                </a:ln>
                <a:solidFill>
                  <a:srgbClr val="696158"/>
                </a:solidFill>
                <a:effectLst/>
                <a:uLnTx/>
                <a:uFillTx/>
                <a:latin typeface="Calibri"/>
                <a:ea typeface="Rosario"/>
                <a:cs typeface="Rosario"/>
                <a:sym typeface="Rosario"/>
              </a:rPr>
              <a:t/>
            </a:r>
            <a:r>
              <a:rPr kumimoji="0" lang="en-US" sz="1200" b="0" i="0" u="none" strike="noStrike" kern="1200" cap="none" spc="0" normalizeH="0" baseline="0" noProof="0">
                <a:ln>
                  <a:noFill/>
                </a:ln>
                <a:solidFill>
                  <a:srgbClr val="696158"/>
                </a:solidFill>
                <a:effectLst/>
                <a:uLnTx/>
                <a:uFillTx/>
                <a:latin typeface="Calibri"/>
                <a:ea typeface="Rosario"/>
                <a:cs typeface="Rosario"/>
                <a:sym typeface="Rosario"/>
              </a:rPr>
              <a:t/>
            </a:r>
            <a:r>
              <a:rPr kumimoji="0" lang="en-US" sz="1200" b="0" i="0" u="none" strike="noStrike" kern="1200" cap="none" spc="0" normalizeH="0" baseline="0" noProof="0" err="1">
                <a:ln>
                  <a:noFill/>
                </a:ln>
                <a:solidFill>
                  <a:srgbClr val="696158"/>
                </a:solidFill>
                <a:effectLst/>
                <a:uLnTx/>
                <a:uFillTx/>
                <a:latin typeface="Calibri"/>
                <a:ea typeface="Rosario"/>
                <a:cs typeface="Rosario"/>
                <a:sym typeface="Rosario"/>
              </a:rPr>
              <a:t/>
            </a:r>
            <a:endParaRPr lang="en-US" sz="1200" b="0" i="0" u="none" strike="noStrike" kern="1200" cap="none" spc="0" normalizeH="0" baseline="0" noProof="0">
              <a:ln>
                <a:noFill/>
              </a:ln>
              <a:solidFill>
                <a:srgbClr val="696158"/>
              </a:solidFill>
              <a:effectLst/>
              <a:uLnTx/>
              <a:uFillTx/>
              <a:latin typeface="Calibri"/>
              <a:ea typeface="Rosario"/>
              <a:cs typeface="Rosario"/>
            </a:endParaRPr>
          </a:p>
        </p:txBody>
      </p:sp>
      <p:sp>
        <p:nvSpPr>
          <p:cNvPr id="28" name="TextBox 27">
            <a:extLst>
              <a:ext uri="{FF2B5EF4-FFF2-40B4-BE49-F238E27FC236}">
                <a16:creationId xmlns:a16="http://schemas.microsoft.com/office/drawing/2014/main" id="{C82DB05C-1A2C-2D94-7D9A-AC4B89F5CC86}"/>
              </a:ext>
            </a:extLst>
          </p:cNvPr>
          <p:cNvSpPr txBox="1"/>
          <p:nvPr/>
        </p:nvSpPr>
        <p:spPr>
          <a:xfrm>
            <a:off x="629400" y="2993650"/>
            <a:ext cx="2542425" cy="17184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spAutoFit/>
          </a:bodyPr>
          <a:lstStyle/>
          <a:p>
            <a:pPr marL="377825" lvl="1" indent="-251460">
              <a:spcAft>
                <a:spcPts val="200"/>
              </a:spcAft>
              <a:buClr>
                <a:srgbClr val="EA7600"/>
              </a:buClr>
              <a:buFont typeface="Trebuchet MS" panose="020B0603020202020204" pitchFamily="34" charset="0"/>
              <a:buChar char="•"/>
              <a:defRPr/>
            </a:pPr>
            <a:r>
              <a:rPr lang="en-US" sz="1000">
                <a:solidFill>
                  <a:srgbClr val="696158"/>
                </a:solidFill>
                <a:sym typeface="Rosario"/>
              </a:rPr>
              <a:t>[Por completar]</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p:txBody>
      </p:sp>
      <p:sp>
        <p:nvSpPr>
          <p:cNvPr id="3" name="TextBox 27">
            <a:extLst>
              <a:ext uri="{FF2B5EF4-FFF2-40B4-BE49-F238E27FC236}">
                <a16:creationId xmlns:a16="http://schemas.microsoft.com/office/drawing/2014/main" id="{6FC89CCD-4D7C-59C3-0E25-2FE92F0BAA04}"/>
              </a:ext>
            </a:extLst>
          </p:cNvPr>
          <p:cNvSpPr txBox="1"/>
          <p:nvPr/>
        </p:nvSpPr>
        <p:spPr>
          <a:xfrm>
            <a:off x="3382125" y="2993597"/>
            <a:ext cx="2390025" cy="169277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spAutoFit/>
          </a:bodyPr>
          <a:lstStyle/>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r>
              <a:rPr lang="en-US" sz="1000" err="1">
                <a:solidFill>
                  <a:srgbClr val="696158"/>
                </a:solidFill>
                <a:sym typeface="Rosario"/>
              </a:rPr>
              <a:t/>
            </a: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r>
              <a:rPr lang="en-US" sz="1000" err="1">
                <a:solidFill>
                  <a:srgbClr val="696158"/>
                </a:solidFill>
                <a:sym typeface="Rosario"/>
              </a:rPr>
              <a:t>[Por completar]</a:t>
            </a:r>
            <a:r>
              <a:rPr lang="en-US" sz="1000">
                <a:solidFill>
                  <a:srgbClr val="696158"/>
                </a:solidFill>
                <a:sym typeface="Rosario"/>
              </a:rPr>
              <a:t/>
            </a:r>
          </a:p>
          <a:p>
            <a:pPr marL="377825" lvl="1" indent="-251460">
              <a:spcAft>
                <a:spcPts val="200"/>
              </a:spcAft>
              <a:buClr>
                <a:srgbClr val="EA7600"/>
              </a:buClr>
              <a:buFont typeface="Trebuchet MS" panose="020B0603020202020204" pitchFamily="34" charset="0"/>
              <a:buChar char="•"/>
              <a:defRPr/>
            </a:pPr>
            <a:r>
              <a:rPr lang="en-US" sz="1000">
                <a:solidFill>
                  <a:srgbClr val="696158"/>
                </a:solidFill>
                <a:sym typeface="Rosario"/>
              </a:rPr>
              <a:t>[Por completar]</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r>
              <a:rPr lang="en-US" sz="1000" err="1">
                <a:solidFill>
                  <a:srgbClr val="696158"/>
                </a:solidFill>
                <a:sym typeface="Rosario"/>
              </a:rPr>
              <a:t/>
            </a:r>
            <a:r>
              <a:rPr lang="en-US" sz="1000">
                <a:solidFill>
                  <a:srgbClr val="696158"/>
                </a:solidFill>
                <a:sym typeface="Rosario"/>
              </a:rPr>
              <a:t/>
            </a:r>
          </a:p>
        </p:txBody>
      </p:sp>
    </p:spTree>
    <p:extLst>
      <p:ext uri="{BB962C8B-B14F-4D97-AF65-F5344CB8AC3E}">
        <p14:creationId xmlns:p14="http://schemas.microsoft.com/office/powerpoint/2010/main" val="37219748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734AC-0A7E-4C8B-188A-3989F6A4FD41}"/>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0B963C2-6C19-E483-D389-831FDC0F73FB}"/>
              </a:ext>
            </a:extLst>
          </p:cNvPr>
          <p:cNvGraphicFramePr>
            <a:graphicFrameLocks/>
          </p:cNvGraphicFramePr>
          <p:nvPr>
            <p:custDataLst>
              <p:tags r:id="rId1"/>
            </p:custDataLst>
            <p:extLst>
              <p:ext uri="{D42A27DB-BD31-4B8C-83A1-F6EECF244321}">
                <p14:modId xmlns:p14="http://schemas.microsoft.com/office/powerpoint/2010/main" val="1809757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5" imgW="404" imgH="405" progId="TCLayout.ActiveDocument.1">
                  <p:embed/>
                </p:oleObj>
              </mc:Choice>
              <mc:Fallback>
                <p:oleObj name="Diapositiva de think-cell" r:id="rId15" imgW="404" imgH="405" progId="TCLayout.ActiveDocument.1">
                  <p:embed/>
                  <p:pic>
                    <p:nvPicPr>
                      <p:cNvPr id="8" name="think-cell data - do not delete" hidden="1">
                        <a:extLst>
                          <a:ext uri="{FF2B5EF4-FFF2-40B4-BE49-F238E27FC236}">
                            <a16:creationId xmlns:a16="http://schemas.microsoft.com/office/drawing/2014/main" id="{20B963C2-6C19-E483-D389-831FDC0F73F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4A09E6B3-F32D-967D-5A2B-2AB70CEA8893}"/>
              </a:ext>
            </a:extLst>
          </p:cNvPr>
          <p:cNvSpPr>
            <a:spLocks noChangeArrowheads="1"/>
          </p:cNvSpPr>
          <p:nvPr>
            <p:custDataLst>
              <p:tags r:id="rId2"/>
            </p:custDataLst>
          </p:nvPr>
        </p:nvSpPr>
        <p:spPr bwMode="gray">
          <a:xfrm>
            <a:off x="7378114"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075EA6DB-A8D4-159F-E55D-11544A36CD35}"/>
              </a:ext>
            </a:extLst>
          </p:cNvPr>
          <p:cNvSpPr>
            <a:spLocks noChangeArrowheads="1"/>
          </p:cNvSpPr>
          <p:nvPr>
            <p:custDataLst>
              <p:tags r:id="rId3"/>
            </p:custDataLst>
          </p:nvPr>
        </p:nvSpPr>
        <p:spPr bwMode="gray">
          <a:xfrm>
            <a:off x="316569" y="1614847"/>
            <a:ext cx="4166859" cy="4968983"/>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FEB33664-7B6E-A72C-7C4B-3A3D1F95BC61}"/>
              </a:ext>
            </a:extLst>
          </p:cNvPr>
          <p:cNvSpPr>
            <a:spLocks noGrp="1"/>
          </p:cNvSpPr>
          <p:nvPr>
            <p:ph type="title"/>
          </p:nvPr>
        </p:nvSpPr>
        <p:spPr/>
        <p:txBody>
          <a:bodyPr vert="horz"/>
          <a:lstStyle/>
          <a:p>
            <a:r>
              <a:rPr lang="es-CL">
                <a:solidFill>
                  <a:schemeClr val="tx1"/>
                </a:solidFill>
              </a:rPr>
              <a:t>B. SIPOC| Fase B</a:t>
            </a:r>
            <a:r>
              <a:rPr lang="es-CL" sz="2400">
                <a:solidFill>
                  <a:schemeClr val="tx1"/>
                </a:solidFill>
              </a:rPr>
              <a:t/>
            </a:r>
            <a:r>
              <a:rPr lang="es-CL" sz="2400"/>
              <a:t/>
            </a:r>
            <a:endParaRPr lang="es-CL"/>
          </a:p>
        </p:txBody>
      </p:sp>
      <p:graphicFrame>
        <p:nvGraphicFramePr>
          <p:cNvPr id="27" name="Table 26">
            <a:extLst>
              <a:ext uri="{FF2B5EF4-FFF2-40B4-BE49-F238E27FC236}">
                <a16:creationId xmlns:a16="http://schemas.microsoft.com/office/drawing/2014/main" id="{0E076753-7238-4E39-F721-DFF18AB475B0}"/>
              </a:ext>
            </a:extLst>
          </p:cNvPr>
          <p:cNvGraphicFramePr>
            <a:graphicFrameLocks noGrp="1"/>
          </p:cNvGraphicFramePr>
          <p:nvPr>
            <p:extLst>
              <p:ext uri="{D42A27DB-BD31-4B8C-83A1-F6EECF244321}">
                <p14:modId xmlns:p14="http://schemas.microsoft.com/office/powerpoint/2010/main" val="4248048862"/>
              </p:ext>
            </p:extLst>
          </p:nvPr>
        </p:nvGraphicFramePr>
        <p:xfrm>
          <a:off x="4848086" y="1479826"/>
          <a:ext cx="2498652" cy="420624"/>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38382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a:rPr>
                        <a:t>Proceso</a:t>
                      </a:r>
                      <a:endParaRPr lang="en-US" sz="1800" b="1" i="0" u="none" strike="noStrike">
                        <a:solidFill>
                          <a:schemeClr val="tx1"/>
                        </a:solidFill>
                        <a:effectLst/>
                        <a:latin typeface="Calibri"/>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32" name="ee4pHeader1">
            <a:extLst>
              <a:ext uri="{FF2B5EF4-FFF2-40B4-BE49-F238E27FC236}">
                <a16:creationId xmlns:a16="http://schemas.microsoft.com/office/drawing/2014/main" id="{C4363C36-15D3-3DD4-D000-6B328EACF154}"/>
              </a:ext>
            </a:extLst>
          </p:cNvPr>
          <p:cNvSpPr>
            <a:spLocks noChangeArrowheads="1"/>
          </p:cNvSpPr>
          <p:nvPr>
            <p:custDataLst>
              <p:tags r:id="rId4"/>
            </p:custDataLst>
          </p:nvPr>
        </p:nvSpPr>
        <p:spPr bwMode="gray">
          <a:xfrm>
            <a:off x="5022045" y="2073148"/>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4" name="Oval 20">
            <a:extLst>
              <a:ext uri="{FF2B5EF4-FFF2-40B4-BE49-F238E27FC236}">
                <a16:creationId xmlns:a16="http://schemas.microsoft.com/office/drawing/2014/main" id="{4EB26859-DC5B-0BEE-88E3-B0AB7B43DDAF}"/>
              </a:ext>
            </a:extLst>
          </p:cNvPr>
          <p:cNvSpPr>
            <a:spLocks noChangeAspect="1" noChangeArrowheads="1"/>
          </p:cNvSpPr>
          <p:nvPr/>
        </p:nvSpPr>
        <p:spPr bwMode="auto">
          <a:xfrm>
            <a:off x="4745968"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cxnSp>
        <p:nvCxnSpPr>
          <p:cNvPr id="11" name="Straight Connector 10">
            <a:extLst>
              <a:ext uri="{FF2B5EF4-FFF2-40B4-BE49-F238E27FC236}">
                <a16:creationId xmlns:a16="http://schemas.microsoft.com/office/drawing/2014/main" id="{FDEE0DD6-5DB1-8E6B-29F1-1C650F493569}"/>
              </a:ext>
            </a:extLst>
          </p:cNvPr>
          <p:cNvCxnSpPr>
            <a:cxnSpLocks/>
          </p:cNvCxnSpPr>
          <p:nvPr/>
        </p:nvCxnSpPr>
        <p:spPr>
          <a:xfrm>
            <a:off x="4364385" y="2346258"/>
            <a:ext cx="0" cy="3277974"/>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EB22C4-8140-9DC9-4491-28005AFECB2B}"/>
              </a:ext>
            </a:extLst>
          </p:cNvPr>
          <p:cNvCxnSpPr>
            <a:cxnSpLocks/>
          </p:cNvCxnSpPr>
          <p:nvPr/>
        </p:nvCxnSpPr>
        <p:spPr>
          <a:xfrm>
            <a:off x="4364827" y="3708183"/>
            <a:ext cx="377884"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8" name="Table 17">
            <a:extLst>
              <a:ext uri="{FF2B5EF4-FFF2-40B4-BE49-F238E27FC236}">
                <a16:creationId xmlns:a16="http://schemas.microsoft.com/office/drawing/2014/main" id="{7D652D04-B7E7-CEC7-0024-D41C46C1FA95}"/>
              </a:ext>
            </a:extLst>
          </p:cNvPr>
          <p:cNvGraphicFramePr>
            <a:graphicFrameLocks noGrp="1"/>
          </p:cNvGraphicFramePr>
          <p:nvPr>
            <p:extLst>
              <p:ext uri="{D42A27DB-BD31-4B8C-83A1-F6EECF244321}">
                <p14:modId xmlns:p14="http://schemas.microsoft.com/office/powerpoint/2010/main" val="3229153433"/>
              </p:ext>
            </p:extLst>
          </p:nvPr>
        </p:nvGraphicFramePr>
        <p:xfrm>
          <a:off x="7640876" y="1726998"/>
          <a:ext cx="3933694" cy="3511519"/>
        </p:xfrm>
        <a:graphic>
          <a:graphicData uri="http://schemas.openxmlformats.org/drawingml/2006/table">
            <a:tbl>
              <a:tblPr>
                <a:tableStyleId>{2D5ABB26-0587-4C30-8999-92F81FD0307C}</a:tableStyleId>
              </a:tblPr>
              <a:tblGrid>
                <a:gridCol w="2395322">
                  <a:extLst>
                    <a:ext uri="{9D8B030D-6E8A-4147-A177-3AD203B41FA5}">
                      <a16:colId xmlns:a16="http://schemas.microsoft.com/office/drawing/2014/main" val="216396786"/>
                    </a:ext>
                  </a:extLst>
                </a:gridCol>
                <a:gridCol w="226813">
                  <a:extLst>
                    <a:ext uri="{9D8B030D-6E8A-4147-A177-3AD203B41FA5}">
                      <a16:colId xmlns:a16="http://schemas.microsoft.com/office/drawing/2014/main" val="382253565"/>
                    </a:ext>
                  </a:extLst>
                </a:gridCol>
                <a:gridCol w="1311559">
                  <a:extLst>
                    <a:ext uri="{9D8B030D-6E8A-4147-A177-3AD203B41FA5}">
                      <a16:colId xmlns:a16="http://schemas.microsoft.com/office/drawing/2014/main"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rowSpan="9">
                  <a:txBody>
                    <a:bodyPr/>
                    <a:lstStyle/>
                    <a:p>
                      <a:pPr marL="0" indent="0" algn="l" rtl="0" eaLnBrk="1" fontAlgn="auto" latinLnBrk="0" hangingPunct="1">
                        <a:lnSpc>
                          <a:spcPct val="100000"/>
                        </a:lnSpc>
                        <a:spcBef>
                          <a:spcPts val="0"/>
                        </a:spcBef>
                        <a:spcAft>
                          <a:spcPts val="0"/>
                        </a:spcAft>
                        <a:buFont typeface="Trebuchet MS"/>
                        <a:buChar char="​"/>
                      </a:pPr>
                      <a:r>
                        <a:rPr lang="es-CL" sz="1100" b="0" i="0" u="none" strike="noStrike">
                          <a:solidFill>
                            <a:srgbClr val="696158"/>
                          </a:solidFill>
                          <a:effectLst/>
                          <a:latin typeface="+mn-lt"/>
                        </a:rPr>
                        <a:t>[Por completar]</a:t>
                      </a:r>
                    </a:p>
                    <a:p>
                      <a:pPr marL="0" indent="0" algn="l" rtl="0" eaLnBrk="1" fontAlgn="auto" latinLnBrk="0" hangingPunct="1">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p>
                      <a:pPr marL="0" lvl="0" indent="0" algn="l" defTabSz="914400" rtl="0">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p>
                      <a:pPr marL="0" lvl="0" indent="0" algn="l" defTabSz="914400" rtl="0">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rtl="0">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p>
                      <a:pPr marL="0" lvl="0" indent="0" algn="l" rtl="0">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defTabSz="914400" rtl="0">
                        <a:lnSpc>
                          <a:spcPct val="100000"/>
                        </a:lnSpc>
                        <a:spcBef>
                          <a:spcPts val="0"/>
                        </a:spcBef>
                        <a:spcAft>
                          <a:spcPts val="0"/>
                        </a:spcAft>
                        <a:buFont typeface="Trebuchet MS" panose="020B0603020202020204" pitchFamily="34" charset="0"/>
                        <a:buChar char="​"/>
                        <a:tabLst/>
                        <a:defRPr/>
                      </a:pPr>
                      <a:r>
                        <a:rPr lang="es-CL" sz="1100" b="0" i="0" u="none" strike="noStrike">
                          <a:solidFill>
                            <a:srgbClr val="696158"/>
                          </a:solidFill>
                          <a:effectLst/>
                          <a:latin typeface="+mn-lt"/>
                        </a:rPr>
                        <a:t>[Por completar]</a:t>
                      </a:r>
                    </a:p>
                    <a:p>
                      <a:pPr marL="0" lvl="0" indent="0" algn="l" defTabSz="914400" rtl="0">
                        <a:lnSpc>
                          <a:spcPct val="100000"/>
                        </a:lnSpc>
                        <a:spcBef>
                          <a:spcPts val="0"/>
                        </a:spcBef>
                        <a:spcAft>
                          <a:spcPts val="0"/>
                        </a:spcAft>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rtl="0">
                        <a:lnSpc>
                          <a:spcPct val="100000"/>
                        </a:lnSpc>
                        <a:spcBef>
                          <a:spcPts val="0"/>
                        </a:spcBef>
                        <a:spcAft>
                          <a:spcPts val="0"/>
                        </a:spcAft>
                        <a:buClrTx/>
                        <a:buSzTx/>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p>
                      <a:pPr marL="0" marR="0" lvl="0" indent="0" algn="l" rtl="0">
                        <a:lnSpc>
                          <a:spcPct val="100000"/>
                        </a:lnSpc>
                        <a:spcBef>
                          <a:spcPts val="0"/>
                        </a:spcBef>
                        <a:spcAft>
                          <a:spcPts val="0"/>
                        </a:spcAft>
                        <a:buClrTx/>
                        <a:buSzTx/>
                        <a:buFont typeface="Trebuchet MS" panose="020B0603020202020204" pitchFamily="34" charset="0"/>
                        <a:buChar char="​"/>
                      </a:pPr>
                      <a:endParaRPr lang="es-CL" sz="1100" b="0" i="0" u="none" strike="noStrike" kern="1200">
                        <a:solidFill>
                          <a:srgbClr val="696158"/>
                        </a:solidFill>
                        <a:effectLst/>
                        <a:latin typeface="+mn-lt"/>
                        <a:ea typeface="+mn-ea"/>
                        <a:cs typeface="+mn-cs"/>
                      </a:endParaRPr>
                    </a:p>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2840184875"/>
                  </a:ext>
                </a:extLst>
              </a:tr>
              <a:tr h="31424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2050432"/>
                  </a:ext>
                </a:extLst>
              </a:tr>
              <a:tr h="31424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3277769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8871744"/>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72326039"/>
                  </a:ext>
                </a:extLst>
              </a:tr>
              <a:tr h="314249">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[Por completar]</a:t>
                      </a:r>
                      <a:endParaRPr lang="es-E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72700494"/>
                  </a:ext>
                </a:extLst>
              </a:tr>
              <a:tr h="31424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58615575"/>
                  </a:ext>
                </a:extLst>
              </a:tr>
              <a:tr h="314249">
                <a:tc>
                  <a:txBody>
                    <a:bodyPr/>
                    <a:lstStyle/>
                    <a:p>
                      <a:pPr lvl="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pPr marL="171450" lvl="0" indent="-171450" algn="l"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extLst>
                  <a:ext uri="{0D108BD9-81ED-4DB2-BD59-A6C34878D82A}">
                    <a16:rowId xmlns:a16="http://schemas.microsoft.com/office/drawing/2014/main" val="3470665775"/>
                  </a:ext>
                </a:extLst>
              </a:tr>
              <a:tr h="314249">
                <a:tc>
                  <a:txBody>
                    <a:bodyPr/>
                    <a:lstStyle/>
                    <a:p>
                      <a:pPr lvl="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p>
                  </a:txBody>
                  <a:tcPr marR="72000" marT="9144" marB="9144" anchor="ctr">
                    <a:lnL w="0">
                      <a:noFill/>
                    </a:lnL>
                    <a:lnR w="0">
                      <a:noFill/>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pPr marL="171450" lvl="0" indent="-171450" algn="l"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R="72000" marT="9144" marB="9144" anchor="ctr">
                    <a:lnL w="0">
                      <a:noFill/>
                    </a:lnL>
                    <a:lnR w="0">
                      <a:noFill/>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713559579"/>
                  </a:ext>
                </a:extLst>
              </a:tr>
            </a:tbl>
          </a:graphicData>
        </a:graphic>
      </p:graphicFrame>
      <p:cxnSp>
        <p:nvCxnSpPr>
          <p:cNvPr id="19" name="Straight Connector 18">
            <a:extLst>
              <a:ext uri="{FF2B5EF4-FFF2-40B4-BE49-F238E27FC236}">
                <a16:creationId xmlns:a16="http://schemas.microsoft.com/office/drawing/2014/main" id="{BC900F8A-81A2-5641-CD68-BF992D2CDC8C}"/>
              </a:ext>
            </a:extLst>
          </p:cNvPr>
          <p:cNvCxnSpPr>
            <a:cxnSpLocks/>
          </p:cNvCxnSpPr>
          <p:nvPr/>
        </p:nvCxnSpPr>
        <p:spPr>
          <a:xfrm>
            <a:off x="7636177" y="2356646"/>
            <a:ext cx="0" cy="3048341"/>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F53F15F-6C54-7EE7-C427-647F5B9954BD}"/>
              </a:ext>
            </a:extLst>
          </p:cNvPr>
          <p:cNvCxnSpPr>
            <a:cxnSpLocks/>
          </p:cNvCxnSpPr>
          <p:nvPr/>
        </p:nvCxnSpPr>
        <p:spPr>
          <a:xfrm>
            <a:off x="7222469" y="2460497"/>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7FB6D4A3-DA3F-3979-B12B-935D1497670D}"/>
              </a:ext>
            </a:extLst>
          </p:cNvPr>
          <p:cNvSpPr/>
          <p:nvPr/>
        </p:nvSpPr>
        <p:spPr>
          <a:xfrm>
            <a:off x="628650" y="955199"/>
            <a:ext cx="720000" cy="5271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D2DE66D9-552B-5A00-DC92-7B0633710AE4}"/>
              </a:ext>
            </a:extLst>
          </p:cNvPr>
          <p:cNvSpPr/>
          <p:nvPr/>
        </p:nvSpPr>
        <p:spPr>
          <a:xfrm>
            <a:off x="1350201" y="936217"/>
            <a:ext cx="10224000" cy="546181"/>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defRPr/>
            </a:pPr>
            <a:r>
              <a:rPr lang="es-CL" sz="1100">
                <a:solidFill>
                  <a:srgbClr val="696158"/>
                </a:solidFill>
                <a:ea typeface="+mn-lt"/>
                <a:cs typeface="+mn-lt"/>
              </a:rPr>
              <a:t>[Por completar]</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r>
              <a:rPr kumimoji="0" lang="es-CL" sz="1100" i="0" u="none" strike="noStrike" kern="1200" cap="none" spc="0" normalizeH="0" baseline="0" noProof="0">
                <a:ln>
                  <a:noFill/>
                </a:ln>
                <a:solidFill>
                  <a:srgbClr val="696158"/>
                </a:solidFill>
                <a:effectLst/>
                <a:uLnTx/>
                <a:uFillTx/>
                <a:ea typeface="+mn-lt"/>
                <a:cs typeface="+mn-lt"/>
              </a:rPr>
              <a:t/>
            </a:r>
            <a:r>
              <a:rPr lang="es-CL" sz="1100">
                <a:solidFill>
                  <a:srgbClr val="696158"/>
                </a:solidFill>
                <a:ea typeface="+mn-lt"/>
                <a:cs typeface="+mn-lt"/>
              </a:rPr>
              <a:t/>
            </a:r>
            <a:endParaRPr lang="en-US">
              <a:ea typeface="+mn-lt"/>
              <a:cs typeface="+mn-lt"/>
            </a:endParaRPr>
          </a:p>
        </p:txBody>
      </p:sp>
      <p:sp>
        <p:nvSpPr>
          <p:cNvPr id="13" name="Rectangle: Rounded Corners 3">
            <a:extLst>
              <a:ext uri="{FF2B5EF4-FFF2-40B4-BE49-F238E27FC236}">
                <a16:creationId xmlns:a16="http://schemas.microsoft.com/office/drawing/2014/main" id="{3304BB08-7CB9-4A37-3FC5-1A0E55AA5F0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20" name="ee4pHeader1">
            <a:extLst>
              <a:ext uri="{FF2B5EF4-FFF2-40B4-BE49-F238E27FC236}">
                <a16:creationId xmlns:a16="http://schemas.microsoft.com/office/drawing/2014/main" id="{4C8A36CA-97F4-CABA-32D9-B763BC7A398F}"/>
              </a:ext>
            </a:extLst>
          </p:cNvPr>
          <p:cNvSpPr>
            <a:spLocks noChangeArrowheads="1"/>
          </p:cNvSpPr>
          <p:nvPr>
            <p:custDataLst>
              <p:tags r:id="rId5"/>
            </p:custDataLst>
          </p:nvPr>
        </p:nvSpPr>
        <p:spPr bwMode="gray">
          <a:xfrm>
            <a:off x="5022045" y="2517564"/>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2" name="ee4pHeader1">
            <a:extLst>
              <a:ext uri="{FF2B5EF4-FFF2-40B4-BE49-F238E27FC236}">
                <a16:creationId xmlns:a16="http://schemas.microsoft.com/office/drawing/2014/main" id="{47AE5BF8-16D9-F157-2F51-A77DF25F174D}"/>
              </a:ext>
            </a:extLst>
          </p:cNvPr>
          <p:cNvSpPr>
            <a:spLocks noChangeArrowheads="1"/>
          </p:cNvSpPr>
          <p:nvPr>
            <p:custDataLst>
              <p:tags r:id="rId6"/>
            </p:custDataLst>
          </p:nvPr>
        </p:nvSpPr>
        <p:spPr bwMode="gray">
          <a:xfrm>
            <a:off x="5022045" y="2961980"/>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3" name="Oval 20">
            <a:extLst>
              <a:ext uri="{FF2B5EF4-FFF2-40B4-BE49-F238E27FC236}">
                <a16:creationId xmlns:a16="http://schemas.microsoft.com/office/drawing/2014/main" id="{B0AB48FE-2082-B50A-64BF-E43F10EC060F}"/>
              </a:ext>
            </a:extLst>
          </p:cNvPr>
          <p:cNvSpPr>
            <a:spLocks noChangeAspect="1" noChangeArrowheads="1"/>
          </p:cNvSpPr>
          <p:nvPr/>
        </p:nvSpPr>
        <p:spPr bwMode="auto">
          <a:xfrm>
            <a:off x="4745968" y="240797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24" name="ee4pHeader1">
            <a:extLst>
              <a:ext uri="{FF2B5EF4-FFF2-40B4-BE49-F238E27FC236}">
                <a16:creationId xmlns:a16="http://schemas.microsoft.com/office/drawing/2014/main" id="{ED7F9193-F930-0EDE-4B9E-2F7AAAF38BE1}"/>
              </a:ext>
            </a:extLst>
          </p:cNvPr>
          <p:cNvSpPr>
            <a:spLocks noChangeArrowheads="1"/>
          </p:cNvSpPr>
          <p:nvPr>
            <p:custDataLst>
              <p:tags r:id="rId7"/>
            </p:custDataLst>
          </p:nvPr>
        </p:nvSpPr>
        <p:spPr bwMode="gray">
          <a:xfrm>
            <a:off x="5022045" y="3406396"/>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5" name="Oval 20">
            <a:extLst>
              <a:ext uri="{FF2B5EF4-FFF2-40B4-BE49-F238E27FC236}">
                <a16:creationId xmlns:a16="http://schemas.microsoft.com/office/drawing/2014/main" id="{13BCA3D1-72B9-BC2B-FA0D-FECFC9AB7353}"/>
              </a:ext>
            </a:extLst>
          </p:cNvPr>
          <p:cNvSpPr>
            <a:spLocks noChangeAspect="1" noChangeArrowheads="1"/>
          </p:cNvSpPr>
          <p:nvPr/>
        </p:nvSpPr>
        <p:spPr bwMode="auto">
          <a:xfrm>
            <a:off x="4745969" y="285122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28" name="Oval 20">
            <a:extLst>
              <a:ext uri="{FF2B5EF4-FFF2-40B4-BE49-F238E27FC236}">
                <a16:creationId xmlns:a16="http://schemas.microsoft.com/office/drawing/2014/main" id="{B2E5A61E-821A-B919-55F1-06F7E7874449}"/>
              </a:ext>
            </a:extLst>
          </p:cNvPr>
          <p:cNvSpPr>
            <a:spLocks noChangeAspect="1" noChangeArrowheads="1"/>
          </p:cNvSpPr>
          <p:nvPr/>
        </p:nvSpPr>
        <p:spPr bwMode="auto">
          <a:xfrm>
            <a:off x="4745968" y="3294488"/>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3" name="Rectangle: Rounded Corners 36">
            <a:extLst>
              <a:ext uri="{FF2B5EF4-FFF2-40B4-BE49-F238E27FC236}">
                <a16:creationId xmlns:a16="http://schemas.microsoft.com/office/drawing/2014/main" id="{926FD58B-DEF7-9E7B-7FB9-DF5A931D185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graphicFrame>
        <p:nvGraphicFramePr>
          <p:cNvPr id="38" name="Table 17">
            <a:extLst>
              <a:ext uri="{FF2B5EF4-FFF2-40B4-BE49-F238E27FC236}">
                <a16:creationId xmlns:a16="http://schemas.microsoft.com/office/drawing/2014/main" id="{204DA2AA-07AD-3BEF-939B-88A2A7F37A61}"/>
              </a:ext>
            </a:extLst>
          </p:cNvPr>
          <p:cNvGraphicFramePr>
            <a:graphicFrameLocks noGrp="1"/>
          </p:cNvGraphicFramePr>
          <p:nvPr>
            <p:extLst>
              <p:ext uri="{D42A27DB-BD31-4B8C-83A1-F6EECF244321}">
                <p14:modId xmlns:p14="http://schemas.microsoft.com/office/powerpoint/2010/main" val="2373835641"/>
              </p:ext>
            </p:extLst>
          </p:nvPr>
        </p:nvGraphicFramePr>
        <p:xfrm>
          <a:off x="378523" y="1671064"/>
          <a:ext cx="3872919" cy="4462616"/>
        </p:xfrm>
        <a:graphic>
          <a:graphicData uri="http://schemas.openxmlformats.org/drawingml/2006/table">
            <a:tbl>
              <a:tblPr>
                <a:tableStyleId>{68D230F3-CF80-4859-8CE7-A43EE81993B5}</a:tableStyleId>
              </a:tblPr>
              <a:tblGrid>
                <a:gridCol w="1470602">
                  <a:extLst>
                    <a:ext uri="{9D8B030D-6E8A-4147-A177-3AD203B41FA5}">
                      <a16:colId xmlns:a16="http://schemas.microsoft.com/office/drawing/2014/main" val="216396786"/>
                    </a:ext>
                  </a:extLst>
                </a:gridCol>
                <a:gridCol w="258792">
                  <a:extLst>
                    <a:ext uri="{9D8B030D-6E8A-4147-A177-3AD203B41FA5}">
                      <a16:colId xmlns:a16="http://schemas.microsoft.com/office/drawing/2014/main" val="3009966832"/>
                    </a:ext>
                  </a:extLst>
                </a:gridCol>
                <a:gridCol w="188840">
                  <a:extLst>
                    <a:ext uri="{9D8B030D-6E8A-4147-A177-3AD203B41FA5}">
                      <a16:colId xmlns:a16="http://schemas.microsoft.com/office/drawing/2014/main" val="382253565"/>
                    </a:ext>
                  </a:extLst>
                </a:gridCol>
                <a:gridCol w="1954685">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kern="1200">
                          <a:solidFill>
                            <a:srgbClr val="696158"/>
                          </a:solidFill>
                          <a:effectLst/>
                          <a:latin typeface="Calibri"/>
                          <a:ea typeface="+mn-ea"/>
                          <a:cs typeface="+mn-cs"/>
                        </a:rPr>
                        <a:t>Proveedor</a:t>
                      </a: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kern="1200">
                        <a:solidFill>
                          <a:srgbClr val="696158"/>
                        </a:solidFill>
                        <a:effectLst/>
                        <a:latin typeface="Calibri"/>
                        <a:ea typeface="+mn-ea"/>
                        <a:cs typeface="+mn-cs"/>
                      </a:endParaRP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kern="1200">
                        <a:solidFill>
                          <a:srgbClr val="696158"/>
                        </a:solidFill>
                        <a:effectLst/>
                        <a:latin typeface="Calibri"/>
                        <a:ea typeface="+mn-ea"/>
                        <a:cs typeface="+mn-cs"/>
                      </a:endParaRP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kern="1200">
                          <a:solidFill>
                            <a:srgbClr val="696158"/>
                          </a:solidFill>
                          <a:effectLst/>
                          <a:latin typeface="Calibri"/>
                          <a:ea typeface="+mn-ea"/>
                          <a:cs typeface="+mn-cs"/>
                        </a:rPr>
                        <a:t>Entrada</a:t>
                      </a: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922542"/>
                  </a:ext>
                </a:extLst>
              </a:tr>
              <a:tr h="314249">
                <a:tc rowSpan="6">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rowSpan="6">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34225172"/>
                  </a:ext>
                </a:extLst>
              </a:tr>
              <a:tr h="314249">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139135430"/>
                  </a:ext>
                </a:extLst>
              </a:tr>
              <a:tr h="158761">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endParaRPr lang="es-ES"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048978110"/>
                  </a:ext>
                </a:extLst>
              </a:tr>
              <a:tr h="74433">
                <a:tc vMerge="1">
                  <a:txBody>
                    <a:bodyPr/>
                    <a:lstStyle/>
                    <a:p>
                      <a:endParaRPr lang="en-US"/>
                    </a:p>
                  </a:txBody>
                  <a:tcPr/>
                </a:tc>
                <a:tc vMerge="1">
                  <a:txBody>
                    <a:bodyPr/>
                    <a:lstStyle/>
                    <a:p>
                      <a:endParaRPr lang="en-US"/>
                    </a:p>
                  </a:txBody>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base" latinLnBrk="0" hangingPunct="1">
                        <a:lnSpc>
                          <a:spcPct val="100000"/>
                        </a:lnSpc>
                        <a:spcBef>
                          <a:spcPts val="0"/>
                        </a:spcBef>
                        <a:spcAft>
                          <a:spcPts val="0"/>
                        </a:spcAft>
                        <a:buClrTx/>
                        <a:buSzTx/>
                        <a:buFont typeface="Trebuchet MS" panose="020B0603020202020204" pitchFamily="34" charset="0"/>
                        <a:buChar char="​"/>
                        <a:tabLst/>
                        <a:defRP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63986405"/>
                  </a:ext>
                </a:extLst>
              </a:tr>
              <a:tr h="314249">
                <a:tc vMerge="1">
                  <a:txBody>
                    <a:bodyPr/>
                    <a:lstStyle/>
                    <a:p>
                      <a:endParaRPr lang="es-ES"/>
                    </a:p>
                  </a:txBody>
                  <a:tcPr marL="0" marR="0" marT="0" marB="0" horzOverflow="overflow"/>
                </a:tc>
                <a:tc vMerge="1">
                  <a:txBody>
                    <a:bodyPr/>
                    <a:lstStyle/>
                    <a:p>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Clr>
                          <a:srgbClr val="696158"/>
                        </a:buClr>
                        <a:buFont typeface="Trebuchet MS" panose="020B0603020202020204" pitchFamily="34" charset="0"/>
                        <a:buChar char="​"/>
                      </a:pPr>
                      <a:r>
                        <a:rPr lang="es-CL" sz="1100" u="none" strike="noStrike" kern="1200" noProof="0">
                          <a:solidFill>
                            <a:srgbClr val="696158"/>
                          </a:solidFill>
                          <a:effectLst/>
                        </a:rPr>
                        <a:t>[Por completar]</a:t>
                      </a:r>
                      <a:endParaRPr lang="en-US" sz="1100" u="none" strike="noStrike" kern="1200" noProof="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13112182"/>
                  </a:ext>
                </a:extLst>
              </a:tr>
              <a:tr h="73417">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endParaRPr lang="es-ES"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76253577"/>
                  </a:ext>
                </a:extLst>
              </a:tr>
              <a:tr h="0">
                <a:tc rowSpan="2">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noProof="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rowSpan="2">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316387807"/>
                  </a:ext>
                </a:extLst>
              </a:tr>
              <a:tr h="97801">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8037214"/>
                  </a:ext>
                </a:extLst>
              </a:tr>
              <a:tr h="353567">
                <a:tc rowSpan="3">
                  <a:txBody>
                    <a:bodyPr/>
                    <a:lstStyle/>
                    <a:p>
                      <a:pPr marL="0" lvl="0" indent="0" algn="l" defTabSz="914400" rtl="0" eaLnBrk="1" fontAlgn="base" latinLnBrk="0" hangingPunct="1">
                        <a:lnSpc>
                          <a:spcPct val="100000"/>
                        </a:lnSpc>
                        <a:spcBef>
                          <a:spcPts val="0"/>
                        </a:spcBef>
                        <a:spcAft>
                          <a:spcPts val="0"/>
                        </a:spcAft>
                        <a:buClr>
                          <a:srgbClr val="696158"/>
                        </a:buClr>
                        <a:buFont typeface="Trebuchet MS" panose="020B0603020202020204" pitchFamily="34" charset="0"/>
                        <a:buChar char="​"/>
                      </a:pPr>
                      <a:r>
                        <a:rPr lang="es-CL" sz="1100" u="none" strike="noStrike" kern="1200" noProof="0">
                          <a:solidFill>
                            <a:srgbClr val="696158"/>
                          </a:solidFill>
                          <a:effectLst/>
                        </a:rPr>
                        <a:t>[Por completar]</a:t>
                      </a: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noProof="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061047836"/>
                  </a:ext>
                </a:extLst>
              </a:tr>
              <a:tr h="300789">
                <a:tc vMerge="1">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100" u="none" strike="noStrike" kern="1200" noProof="0">
                        <a:solidFill>
                          <a:srgbClr val="696158"/>
                        </a:solidFill>
                        <a:effectLst/>
                      </a:endParaRPr>
                    </a:p>
                  </a:txBody>
                  <a:tcPr marR="72000" marT="9144" marB="9144"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base" latinLnBrk="0" hangingPunct="1">
                        <a:lnSpc>
                          <a:spcPct val="100000"/>
                        </a:lnSpc>
                        <a:spcBef>
                          <a:spcPts val="0"/>
                        </a:spcBef>
                        <a:spcAft>
                          <a:spcPts val="0"/>
                        </a:spcAft>
                        <a:buClrTx/>
                        <a:buSzTx/>
                        <a:buFont typeface="Trebuchet MS" panose="020B0603020202020204" pitchFamily="34" charset="0"/>
                        <a:buChar char="​"/>
                        <a:tabLst/>
                        <a:defRPr/>
                      </a:pPr>
                      <a:r>
                        <a:rPr lang="es-CL" sz="1100" u="none" strike="noStrike" kern="1200" noProof="0">
                          <a:solidFill>
                            <a:srgbClr val="696158"/>
                          </a:solidFill>
                          <a:effectLst/>
                        </a:rPr>
                        <a:t>[Por completar]</a:t>
                      </a:r>
                      <a:r>
                        <a:rPr lang="es-CL" sz="1100" u="none" strike="noStrike" kern="1200" noProof="0" err="1">
                          <a:solidFill>
                            <a:srgbClr val="696158"/>
                          </a:solidFill>
                          <a:effectLst/>
                        </a:rPr>
                        <a:t/>
                      </a:r>
                      <a:r>
                        <a:rPr lang="es-CL" sz="1100" u="none" strike="noStrike" kern="1200" noProof="0">
                          <a:solidFill>
                            <a:srgbClr val="696158"/>
                          </a:solidFill>
                          <a:effectLst/>
                        </a:rPr>
                        <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25824079"/>
                  </a:ext>
                </a:extLst>
              </a:tr>
              <a:tr h="270710">
                <a:tc vMerge="1">
                  <a:txBody>
                    <a:bodyPr/>
                    <a:lstStyle/>
                    <a:p>
                      <a:pPr defTabSz="914400"/>
                      <a:endParaRPr lang="es-ES"/>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67946909"/>
                  </a:ext>
                </a:extLst>
              </a:tr>
              <a:tr h="278230">
                <a:tc>
                  <a:txBody>
                    <a:bodyPr/>
                    <a:lstStyle/>
                    <a:p>
                      <a:pPr marL="0" lvl="0" indent="0" algn="l" defTabSz="914400" rtl="0" eaLnBrk="1" fontAlgn="base" latinLnBrk="0" hangingPunct="1">
                        <a:lnSpc>
                          <a:spcPct val="100000"/>
                        </a:lnSpc>
                        <a:spcBef>
                          <a:spcPts val="0"/>
                        </a:spcBef>
                        <a:spcAft>
                          <a:spcPts val="0"/>
                        </a:spcAft>
                        <a:buClr>
                          <a:srgbClr val="696158"/>
                        </a:buClr>
                        <a:buFont typeface="Trebuchet MS" panose="020B0603020202020204" pitchFamily="34" charset="0"/>
                        <a:buChar char="​"/>
                      </a:pPr>
                      <a:r>
                        <a:rPr lang="es-CL" sz="1100" u="none" strike="noStrike" kern="1200" noProof="0">
                          <a:solidFill>
                            <a:srgbClr val="696158"/>
                          </a:solidFill>
                          <a:effectLst/>
                        </a:rPr>
                        <a:t>[Por completar]</a:t>
                      </a:r>
                      <a:endParaRPr lang="en-US" sz="1100" u="none" strike="noStrike" kern="1200" noProof="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7959833"/>
                  </a:ext>
                </a:extLst>
              </a:tr>
              <a:tr h="353567">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noProof="0">
                          <a:solidFill>
                            <a:srgbClr val="696158"/>
                          </a:solidFill>
                          <a:effectLst/>
                        </a:rPr>
                        <a:t>[Por completar]</a:t>
                      </a:r>
                      <a:endParaRPr lang="es-ES"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5790170"/>
                  </a:ext>
                </a:extLst>
              </a:tr>
              <a:tr h="353567">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0">
                      <a:noFill/>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0">
                      <a:noFill/>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0">
                      <a:noFill/>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u="none" strike="noStrike" kern="1200">
                          <a:solidFill>
                            <a:srgbClr val="696158"/>
                          </a:solidFill>
                          <a:effectLst/>
                        </a:rPr>
                        <a:t>[Por completar]</a:t>
                      </a:r>
                    </a:p>
                  </a:txBody>
                  <a:tcPr marR="72000" marT="9144" marB="9144" anchor="ctr">
                    <a:lnL w="0">
                      <a:noFill/>
                    </a:lnL>
                    <a:lnR w="0">
                      <a:noFill/>
                    </a:lnR>
                    <a:lnT w="9525" cap="flat" cmpd="sng" algn="ctr">
                      <a:solidFill>
                        <a:schemeClr val="tx1"/>
                      </a:solidFill>
                      <a:prstDash val="sysDot"/>
                      <a:round/>
                      <a:headEnd type="none" w="med" len="med"/>
                      <a:tailEnd type="none" w="med" len="med"/>
                    </a:lnT>
                    <a:lnB w="0">
                      <a:noFill/>
                    </a:lnB>
                  </a:tcPr>
                </a:tc>
                <a:extLst>
                  <a:ext uri="{0D108BD9-81ED-4DB2-BD59-A6C34878D82A}">
                    <a16:rowId xmlns:a16="http://schemas.microsoft.com/office/drawing/2014/main" val="1342067586"/>
                  </a:ext>
                </a:extLst>
              </a:tr>
            </a:tbl>
          </a:graphicData>
        </a:graphic>
      </p:graphicFrame>
      <p:sp>
        <p:nvSpPr>
          <p:cNvPr id="43" name="ee4pHeader1">
            <a:extLst>
              <a:ext uri="{FF2B5EF4-FFF2-40B4-BE49-F238E27FC236}">
                <a16:creationId xmlns:a16="http://schemas.microsoft.com/office/drawing/2014/main" id="{E06EE8D0-F670-B150-A9FF-AC3BFF50CD82}"/>
              </a:ext>
            </a:extLst>
          </p:cNvPr>
          <p:cNvSpPr>
            <a:spLocks noChangeArrowheads="1"/>
          </p:cNvSpPr>
          <p:nvPr>
            <p:custDataLst>
              <p:tags r:id="rId8"/>
            </p:custDataLst>
          </p:nvPr>
        </p:nvSpPr>
        <p:spPr bwMode="gray">
          <a:xfrm>
            <a:off x="5022045" y="3828503"/>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lvl="0" algn="ctr" eaLnBrk="0" hangingPunct="0">
              <a:defRPr/>
            </a:pPr>
            <a:r>
              <a:rPr lang="es-ES" sz="1100">
                <a:solidFill>
                  <a:srgbClr val="696158"/>
                </a:solidFill>
                <a:latin typeface="Calibri"/>
              </a:rPr>
              <a:t>[Por completar]</a:t>
            </a:r>
          </a:p>
        </p:txBody>
      </p:sp>
      <p:sp>
        <p:nvSpPr>
          <p:cNvPr id="45" name="ee4pHeader1">
            <a:extLst>
              <a:ext uri="{FF2B5EF4-FFF2-40B4-BE49-F238E27FC236}">
                <a16:creationId xmlns:a16="http://schemas.microsoft.com/office/drawing/2014/main" id="{00A3C859-0CA6-5F22-8B1B-1105B3D22FB9}"/>
              </a:ext>
            </a:extLst>
          </p:cNvPr>
          <p:cNvSpPr>
            <a:spLocks noChangeArrowheads="1"/>
          </p:cNvSpPr>
          <p:nvPr>
            <p:custDataLst>
              <p:tags r:id="rId9"/>
            </p:custDataLst>
          </p:nvPr>
        </p:nvSpPr>
        <p:spPr bwMode="gray">
          <a:xfrm>
            <a:off x="5022045" y="4272919"/>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6" name="Oval 20">
            <a:extLst>
              <a:ext uri="{FF2B5EF4-FFF2-40B4-BE49-F238E27FC236}">
                <a16:creationId xmlns:a16="http://schemas.microsoft.com/office/drawing/2014/main" id="{7F63E3FF-0E48-7F4E-A7E8-4AC115219C67}"/>
              </a:ext>
            </a:extLst>
          </p:cNvPr>
          <p:cNvSpPr>
            <a:spLocks noChangeAspect="1" noChangeArrowheads="1"/>
          </p:cNvSpPr>
          <p:nvPr/>
        </p:nvSpPr>
        <p:spPr bwMode="auto">
          <a:xfrm>
            <a:off x="4745968" y="4181007"/>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47" name="ee4pHeader1">
            <a:extLst>
              <a:ext uri="{FF2B5EF4-FFF2-40B4-BE49-F238E27FC236}">
                <a16:creationId xmlns:a16="http://schemas.microsoft.com/office/drawing/2014/main" id="{DB314BBC-7DC9-A583-6232-ED234B3FAD19}"/>
              </a:ext>
            </a:extLst>
          </p:cNvPr>
          <p:cNvSpPr>
            <a:spLocks noChangeArrowheads="1"/>
          </p:cNvSpPr>
          <p:nvPr>
            <p:custDataLst>
              <p:tags r:id="rId10"/>
            </p:custDataLst>
          </p:nvPr>
        </p:nvSpPr>
        <p:spPr bwMode="gray">
          <a:xfrm>
            <a:off x="5022045" y="4717334"/>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algn="ctr" eaLnBrk="0" hangingPunct="0">
              <a:defRPr/>
            </a:pPr>
            <a:r>
              <a:rPr lang="es-ES" sz="1100">
                <a:solidFill>
                  <a:srgbClr val="696158"/>
                </a:solidFill>
                <a:latin typeface="Calibri"/>
              </a:rPr>
              <a:t>[Por completar]</a:t>
            </a:r>
          </a:p>
        </p:txBody>
      </p:sp>
      <p:sp>
        <p:nvSpPr>
          <p:cNvPr id="48" name="Oval 20">
            <a:extLst>
              <a:ext uri="{FF2B5EF4-FFF2-40B4-BE49-F238E27FC236}">
                <a16:creationId xmlns:a16="http://schemas.microsoft.com/office/drawing/2014/main" id="{939DE9A0-D9FB-A7A1-7567-AA3740DFA315}"/>
              </a:ext>
            </a:extLst>
          </p:cNvPr>
          <p:cNvSpPr>
            <a:spLocks noChangeAspect="1" noChangeArrowheads="1"/>
          </p:cNvSpPr>
          <p:nvPr/>
        </p:nvSpPr>
        <p:spPr bwMode="auto">
          <a:xfrm>
            <a:off x="4745968" y="3737747"/>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49" name="Oval 20">
            <a:extLst>
              <a:ext uri="{FF2B5EF4-FFF2-40B4-BE49-F238E27FC236}">
                <a16:creationId xmlns:a16="http://schemas.microsoft.com/office/drawing/2014/main" id="{B1E4F3E7-3C02-C1F3-114C-063D33621212}"/>
              </a:ext>
            </a:extLst>
          </p:cNvPr>
          <p:cNvSpPr>
            <a:spLocks noChangeAspect="1" noChangeArrowheads="1"/>
          </p:cNvSpPr>
          <p:nvPr/>
        </p:nvSpPr>
        <p:spPr bwMode="auto">
          <a:xfrm>
            <a:off x="4745968" y="4624268"/>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9" name="Rectangle 68">
            <a:extLst>
              <a:ext uri="{FF2B5EF4-FFF2-40B4-BE49-F238E27FC236}">
                <a16:creationId xmlns:a16="http://schemas.microsoft.com/office/drawing/2014/main" id="{AC3B3FFD-F278-91DC-2179-5B3EA619EE6E}"/>
              </a:ext>
            </a:extLst>
          </p:cNvPr>
          <p:cNvSpPr/>
          <p:nvPr/>
        </p:nvSpPr>
        <p:spPr>
          <a:xfrm>
            <a:off x="4742711" y="5555411"/>
            <a:ext cx="6829725" cy="1061841"/>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10" name="ee4pHeader2">
            <a:extLst>
              <a:ext uri="{FF2B5EF4-FFF2-40B4-BE49-F238E27FC236}">
                <a16:creationId xmlns:a16="http://schemas.microsoft.com/office/drawing/2014/main" id="{2A2450EF-7DBA-68ED-A93A-B74474EED219}"/>
              </a:ext>
            </a:extLst>
          </p:cNvPr>
          <p:cNvSpPr>
            <a:spLocks noChangeArrowheads="1"/>
          </p:cNvSpPr>
          <p:nvPr>
            <p:custDataLst>
              <p:tags r:id="rId11"/>
            </p:custDataLst>
          </p:nvPr>
        </p:nvSpPr>
        <p:spPr bwMode="gray">
          <a:xfrm>
            <a:off x="9228656" y="6652586"/>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21" name="ee4pContent5">
            <a:extLst>
              <a:ext uri="{FF2B5EF4-FFF2-40B4-BE49-F238E27FC236}">
                <a16:creationId xmlns:a16="http://schemas.microsoft.com/office/drawing/2014/main" id="{F60C8A0B-7003-04D0-D0B2-313FD17E1C24}"/>
              </a:ext>
            </a:extLst>
          </p:cNvPr>
          <p:cNvSpPr txBox="1"/>
          <p:nvPr/>
        </p:nvSpPr>
        <p:spPr>
          <a:xfrm>
            <a:off x="9516560" y="6617257"/>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26" name="ee4pHeader2">
            <a:extLst>
              <a:ext uri="{FF2B5EF4-FFF2-40B4-BE49-F238E27FC236}">
                <a16:creationId xmlns:a16="http://schemas.microsoft.com/office/drawing/2014/main" id="{F84BECDF-F203-821B-1F1A-D3E403597D45}"/>
              </a:ext>
            </a:extLst>
          </p:cNvPr>
          <p:cNvSpPr>
            <a:spLocks noChangeArrowheads="1"/>
          </p:cNvSpPr>
          <p:nvPr>
            <p:custDataLst>
              <p:tags r:id="rId12"/>
            </p:custDataLst>
          </p:nvPr>
        </p:nvSpPr>
        <p:spPr bwMode="gray">
          <a:xfrm>
            <a:off x="10352320" y="6652586"/>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29" name="ee4pContent5">
            <a:extLst>
              <a:ext uri="{FF2B5EF4-FFF2-40B4-BE49-F238E27FC236}">
                <a16:creationId xmlns:a16="http://schemas.microsoft.com/office/drawing/2014/main" id="{75EAA686-C411-E182-4BDD-2C8F7789762E}"/>
              </a:ext>
            </a:extLst>
          </p:cNvPr>
          <p:cNvSpPr txBox="1"/>
          <p:nvPr/>
        </p:nvSpPr>
        <p:spPr>
          <a:xfrm>
            <a:off x="10640224" y="6617257"/>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31" name="Table 29">
            <a:extLst>
              <a:ext uri="{FF2B5EF4-FFF2-40B4-BE49-F238E27FC236}">
                <a16:creationId xmlns:a16="http://schemas.microsoft.com/office/drawing/2014/main" id="{9C012DBF-4BA3-682E-B57D-EB1F1C3C6F66}"/>
              </a:ext>
            </a:extLst>
          </p:cNvPr>
          <p:cNvGraphicFramePr>
            <a:graphicFrameLocks noGrp="1"/>
          </p:cNvGraphicFramePr>
          <p:nvPr>
            <p:extLst>
              <p:ext uri="{D42A27DB-BD31-4B8C-83A1-F6EECF244321}">
                <p14:modId xmlns:p14="http://schemas.microsoft.com/office/powerpoint/2010/main" val="2398249184"/>
              </p:ext>
            </p:extLst>
          </p:nvPr>
        </p:nvGraphicFramePr>
        <p:xfrm>
          <a:off x="4917972" y="6209991"/>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rgbClr val="696158"/>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3" name="Table 29">
            <a:extLst>
              <a:ext uri="{FF2B5EF4-FFF2-40B4-BE49-F238E27FC236}">
                <a16:creationId xmlns:a16="http://schemas.microsoft.com/office/drawing/2014/main" id="{0C516907-3C55-BCEF-5278-9E9370FC58DF}"/>
              </a:ext>
            </a:extLst>
          </p:cNvPr>
          <p:cNvGraphicFramePr>
            <a:graphicFrameLocks noGrp="1"/>
          </p:cNvGraphicFramePr>
          <p:nvPr>
            <p:extLst>
              <p:ext uri="{D42A27DB-BD31-4B8C-83A1-F6EECF244321}">
                <p14:modId xmlns:p14="http://schemas.microsoft.com/office/powerpoint/2010/main" val="3508265849"/>
              </p:ext>
            </p:extLst>
          </p:nvPr>
        </p:nvGraphicFramePr>
        <p:xfrm>
          <a:off x="6571216" y="6215445"/>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rgbClr val="696158"/>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5" name="Table 29">
            <a:extLst>
              <a:ext uri="{FF2B5EF4-FFF2-40B4-BE49-F238E27FC236}">
                <a16:creationId xmlns:a16="http://schemas.microsoft.com/office/drawing/2014/main" id="{E47955E2-D9F3-1C9B-E8A8-457D722CA1EF}"/>
              </a:ext>
            </a:extLst>
          </p:cNvPr>
          <p:cNvGraphicFramePr>
            <a:graphicFrameLocks noGrp="1"/>
          </p:cNvGraphicFramePr>
          <p:nvPr>
            <p:extLst>
              <p:ext uri="{D42A27DB-BD31-4B8C-83A1-F6EECF244321}">
                <p14:modId xmlns:p14="http://schemas.microsoft.com/office/powerpoint/2010/main" val="1581938026"/>
              </p:ext>
            </p:extLst>
          </p:nvPr>
        </p:nvGraphicFramePr>
        <p:xfrm>
          <a:off x="4917972" y="5851851"/>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rgbClr val="696158"/>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6" name="Table 29">
            <a:extLst>
              <a:ext uri="{FF2B5EF4-FFF2-40B4-BE49-F238E27FC236}">
                <a16:creationId xmlns:a16="http://schemas.microsoft.com/office/drawing/2014/main" id="{6D72B71D-6ECF-02D5-9302-10383DF29E7B}"/>
              </a:ext>
            </a:extLst>
          </p:cNvPr>
          <p:cNvGraphicFramePr>
            <a:graphicFrameLocks noGrp="1"/>
          </p:cNvGraphicFramePr>
          <p:nvPr>
            <p:extLst>
              <p:ext uri="{D42A27DB-BD31-4B8C-83A1-F6EECF244321}">
                <p14:modId xmlns:p14="http://schemas.microsoft.com/office/powerpoint/2010/main" val="1796055926"/>
              </p:ext>
            </p:extLst>
          </p:nvPr>
        </p:nvGraphicFramePr>
        <p:xfrm>
          <a:off x="6571216" y="5857305"/>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rgbClr val="696158"/>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7" name="Table 29">
            <a:extLst>
              <a:ext uri="{FF2B5EF4-FFF2-40B4-BE49-F238E27FC236}">
                <a16:creationId xmlns:a16="http://schemas.microsoft.com/office/drawing/2014/main" id="{34C6DF06-CD4B-6D7F-CFEB-CC91B6D14BC5}"/>
              </a:ext>
            </a:extLst>
          </p:cNvPr>
          <p:cNvGraphicFramePr>
            <a:graphicFrameLocks noGrp="1"/>
          </p:cNvGraphicFramePr>
          <p:nvPr>
            <p:extLst>
              <p:ext uri="{D42A27DB-BD31-4B8C-83A1-F6EECF244321}">
                <p14:modId xmlns:p14="http://schemas.microsoft.com/office/powerpoint/2010/main" val="3291177877"/>
              </p:ext>
            </p:extLst>
          </p:nvPr>
        </p:nvGraphicFramePr>
        <p:xfrm>
          <a:off x="8296304" y="5874711"/>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rgbClr val="696158"/>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9" name="Table 29">
            <a:extLst>
              <a:ext uri="{FF2B5EF4-FFF2-40B4-BE49-F238E27FC236}">
                <a16:creationId xmlns:a16="http://schemas.microsoft.com/office/drawing/2014/main" id="{A6E4A1D9-152C-23D8-8812-4CE9E5C956E8}"/>
              </a:ext>
            </a:extLst>
          </p:cNvPr>
          <p:cNvGraphicFramePr>
            <a:graphicFrameLocks noGrp="1"/>
          </p:cNvGraphicFramePr>
          <p:nvPr>
            <p:extLst>
              <p:ext uri="{D42A27DB-BD31-4B8C-83A1-F6EECF244321}">
                <p14:modId xmlns:p14="http://schemas.microsoft.com/office/powerpoint/2010/main" val="3854393587"/>
              </p:ext>
            </p:extLst>
          </p:nvPr>
        </p:nvGraphicFramePr>
        <p:xfrm>
          <a:off x="10021393" y="5874403"/>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algn="ctr" defTabSz="914446">
                        <a:defRPr/>
                      </a:pPr>
                      <a:r>
                        <a:rPr lang="es-CL" sz="1100" spc="-30">
                          <a:solidFill>
                            <a:srgbClr val="696158"/>
                          </a:solidFill>
                          <a:latin typeface="+mn-lt"/>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spTree>
    <p:extLst>
      <p:ext uri="{BB962C8B-B14F-4D97-AF65-F5344CB8AC3E}">
        <p14:creationId xmlns:p14="http://schemas.microsoft.com/office/powerpoint/2010/main" val="23936073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CF868-219B-AFC0-B2A2-FBDD20BDB8C2}"/>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5B607614-853D-62F8-FC89-FF77D79AB831}"/>
              </a:ext>
            </a:extLst>
          </p:cNvPr>
          <p:cNvGraphicFramePr>
            <a:graphicFrameLocks/>
          </p:cNvGraphicFramePr>
          <p:nvPr>
            <p:custDataLst>
              <p:tags r:id="rId1"/>
            </p:custDataLst>
            <p:extLst>
              <p:ext uri="{D42A27DB-BD31-4B8C-83A1-F6EECF244321}">
                <p14:modId xmlns:p14="http://schemas.microsoft.com/office/powerpoint/2010/main" val="907522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79" imgH="478" progId="TCLayout.ActiveDocument.1">
                  <p:embed/>
                </p:oleObj>
              </mc:Choice>
              <mc:Fallback>
                <p:oleObj name="Diapositiva de think-cell" r:id="rId5" imgW="479" imgH="478" progId="TCLayout.ActiveDocument.1">
                  <p:embed/>
                  <p:pic>
                    <p:nvPicPr>
                      <p:cNvPr id="160" name="think-cell data - do not delete" hidden="1">
                        <a:extLst>
                          <a:ext uri="{FF2B5EF4-FFF2-40B4-BE49-F238E27FC236}">
                            <a16:creationId xmlns:a16="http://schemas.microsoft.com/office/drawing/2014/main" id="{5B607614-853D-62F8-FC89-FF77D79AB83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3" name="Text Placeholder 3">
            <a:extLst>
              <a:ext uri="{FF2B5EF4-FFF2-40B4-BE49-F238E27FC236}">
                <a16:creationId xmlns:a16="http://schemas.microsoft.com/office/drawing/2014/main" id="{D039BFC7-24E0-1E61-9113-7DF1395F5504}"/>
              </a:ext>
            </a:extLst>
          </p:cNvPr>
          <p:cNvSpPr txBox="1">
            <a:spLocks/>
          </p:cNvSpPr>
          <p:nvPr/>
        </p:nvSpPr>
        <p:spPr>
          <a:xfrm>
            <a:off x="698637" y="1936852"/>
            <a:ext cx="8642942"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6E36BE4D-EF26-51A8-19C0-08ACDFDB51BF}"/>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defRPr/>
            </a:pPr>
            <a:r>
              <a:rPr lang="es-CL" sz="1050">
                <a:solidFill>
                  <a:srgbClr val="696158"/>
                </a:solidFill>
                <a:latin typeface="Calibri"/>
              </a:rPr>
              <a:t>[Objetivo del subproceso]</a:t>
            </a:r>
          </a:p>
        </p:txBody>
      </p:sp>
      <p:sp>
        <p:nvSpPr>
          <p:cNvPr id="37" name="Freeform 11">
            <a:extLst>
              <a:ext uri="{FF2B5EF4-FFF2-40B4-BE49-F238E27FC236}">
                <a16:creationId xmlns:a16="http://schemas.microsoft.com/office/drawing/2014/main" id="{D5C222CD-32FB-58F4-33AE-3A01DBBF2D74}"/>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7"/>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E6211CE7-DB4A-9D9C-E68F-F37EC8A468B4}"/>
              </a:ext>
            </a:extLst>
          </p:cNvPr>
          <p:cNvSpPr/>
          <p:nvPr/>
        </p:nvSpPr>
        <p:spPr>
          <a:xfrm>
            <a:off x="619579" y="1170595"/>
            <a:ext cx="729071" cy="54400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EEE82C29-3194-89AC-3233-276E041EA520}"/>
              </a:ext>
            </a:extLst>
          </p:cNvPr>
          <p:cNvSpPr txBox="1">
            <a:spLocks/>
          </p:cNvSpPr>
          <p:nvPr/>
        </p:nvSpPr>
        <p:spPr>
          <a:xfrm>
            <a:off x="630000" y="1936852"/>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8" name="Rectangle: Rounded Corners 27">
            <a:extLst>
              <a:ext uri="{FF2B5EF4-FFF2-40B4-BE49-F238E27FC236}">
                <a16:creationId xmlns:a16="http://schemas.microsoft.com/office/drawing/2014/main" id="{71BD44A4-DD54-20CD-8993-6FACF7589B98}"/>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3">
            <a:extLst>
              <a:ext uri="{FF2B5EF4-FFF2-40B4-BE49-F238E27FC236}">
                <a16:creationId xmlns:a16="http://schemas.microsoft.com/office/drawing/2014/main" id="{2ADBA73B-7502-40EA-7C32-A561F15928D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0" name="Rectangle: Rounded Corners 36">
            <a:extLst>
              <a:ext uri="{FF2B5EF4-FFF2-40B4-BE49-F238E27FC236}">
                <a16:creationId xmlns:a16="http://schemas.microsoft.com/office/drawing/2014/main" id="{FE3E7A44-7664-04F8-A458-2A80050BC01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A78FEE20-9637-0797-2E6A-F325143B7094}"/>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solidFill>
                  <a:srgbClr val="EA7600"/>
                </a:solidFill>
              </a:rPr>
              <a:t/>
            </a:r>
            <a:endParaRPr lang="es-CL">
              <a:solidFill>
                <a:srgbClr val="EA7600"/>
              </a:solidFill>
            </a:endParaRPr>
          </a:p>
        </p:txBody>
      </p:sp>
      <p:sp>
        <p:nvSpPr>
          <p:cNvPr id="19" name="Rectangle 52">
            <a:extLst>
              <a:ext uri="{FF2B5EF4-FFF2-40B4-BE49-F238E27FC236}">
                <a16:creationId xmlns:a16="http://schemas.microsoft.com/office/drawing/2014/main" id="{FBF910F4-6109-43A0-AC25-5C81612AACF4}"/>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0" name="Group 24">
            <a:extLst>
              <a:ext uri="{FF2B5EF4-FFF2-40B4-BE49-F238E27FC236}">
                <a16:creationId xmlns:a16="http://schemas.microsoft.com/office/drawing/2014/main" id="{E0FD761A-E777-80C6-484A-5C7A88ED4EF5}"/>
              </a:ext>
            </a:extLst>
          </p:cNvPr>
          <p:cNvGrpSpPr/>
          <p:nvPr/>
        </p:nvGrpSpPr>
        <p:grpSpPr>
          <a:xfrm>
            <a:off x="9548037" y="1292505"/>
            <a:ext cx="2371061" cy="647000"/>
            <a:chOff x="9548037" y="1292505"/>
            <a:chExt cx="2371061" cy="647000"/>
          </a:xfrm>
        </p:grpSpPr>
        <p:sp>
          <p:nvSpPr>
            <p:cNvPr id="21" name="Rectangle: Rounded Corners 53">
              <a:extLst>
                <a:ext uri="{FF2B5EF4-FFF2-40B4-BE49-F238E27FC236}">
                  <a16:creationId xmlns:a16="http://schemas.microsoft.com/office/drawing/2014/main" id="{A63F8A66-919B-B003-F89A-DA2C631B5895}"/>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22" name="ee4pContent1">
              <a:extLst>
                <a:ext uri="{FF2B5EF4-FFF2-40B4-BE49-F238E27FC236}">
                  <a16:creationId xmlns:a16="http://schemas.microsoft.com/office/drawing/2014/main" id="{C8A17C15-25D4-12FD-55A4-221FDB1C8146}"/>
                </a:ext>
              </a:extLst>
            </p:cNvPr>
            <p:cNvSpPr txBox="1"/>
            <p:nvPr/>
          </p:nvSpPr>
          <p:spPr>
            <a:xfrm>
              <a:off x="9548038" y="157799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3" name="Group 23">
            <a:extLst>
              <a:ext uri="{FF2B5EF4-FFF2-40B4-BE49-F238E27FC236}">
                <a16:creationId xmlns:a16="http://schemas.microsoft.com/office/drawing/2014/main" id="{5E8D7A1D-051E-B865-DB14-72DF70D27C57}"/>
              </a:ext>
            </a:extLst>
          </p:cNvPr>
          <p:cNvGrpSpPr/>
          <p:nvPr/>
        </p:nvGrpSpPr>
        <p:grpSpPr>
          <a:xfrm>
            <a:off x="9548037" y="2696008"/>
            <a:ext cx="2371061" cy="1503758"/>
            <a:chOff x="9548037" y="3000808"/>
            <a:chExt cx="2371061" cy="1503758"/>
          </a:xfrm>
        </p:grpSpPr>
        <p:sp>
          <p:nvSpPr>
            <p:cNvPr id="24" name="Rectangle: Rounded Corners 57">
              <a:extLst>
                <a:ext uri="{FF2B5EF4-FFF2-40B4-BE49-F238E27FC236}">
                  <a16:creationId xmlns:a16="http://schemas.microsoft.com/office/drawing/2014/main" id="{BA85D4CB-BD71-907F-DEA0-3270A214EA9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25" name="ee4pContent1">
              <a:extLst>
                <a:ext uri="{FF2B5EF4-FFF2-40B4-BE49-F238E27FC236}">
                  <a16:creationId xmlns:a16="http://schemas.microsoft.com/office/drawing/2014/main" id="{37BB3312-5A74-BE88-65F2-C766CF0C0CD6}"/>
                </a:ext>
              </a:extLst>
            </p:cNvPr>
            <p:cNvSpPr txBox="1"/>
            <p:nvPr/>
          </p:nvSpPr>
          <p:spPr>
            <a:xfrm>
              <a:off x="9548038" y="3286302"/>
              <a:ext cx="2371060" cy="1218264"/>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es-CL" sz="1200">
                  <a:latin typeface="Calibri"/>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es-CL" sz="1200">
                  <a:latin typeface="Calibri"/>
                  <a:sym typeface="+mn-lt"/>
                </a:rPr>
                <a:t>[Por completar]</a:t>
              </a: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
              </a:r>
            </a:p>
          </p:txBody>
        </p:sp>
      </p:grpSp>
      <p:grpSp>
        <p:nvGrpSpPr>
          <p:cNvPr id="26" name="Group 25">
            <a:extLst>
              <a:ext uri="{FF2B5EF4-FFF2-40B4-BE49-F238E27FC236}">
                <a16:creationId xmlns:a16="http://schemas.microsoft.com/office/drawing/2014/main" id="{02E1481E-6A39-22E3-1427-57131EC36F06}"/>
              </a:ext>
            </a:extLst>
          </p:cNvPr>
          <p:cNvGrpSpPr/>
          <p:nvPr/>
        </p:nvGrpSpPr>
        <p:grpSpPr>
          <a:xfrm>
            <a:off x="9548037" y="4415099"/>
            <a:ext cx="2371061" cy="647000"/>
            <a:chOff x="9548037" y="4099511"/>
            <a:chExt cx="2371061" cy="647000"/>
          </a:xfrm>
        </p:grpSpPr>
        <p:sp>
          <p:nvSpPr>
            <p:cNvPr id="27" name="Rectangle: Rounded Corners 59">
              <a:extLst>
                <a:ext uri="{FF2B5EF4-FFF2-40B4-BE49-F238E27FC236}">
                  <a16:creationId xmlns:a16="http://schemas.microsoft.com/office/drawing/2014/main" id="{49F9D4DD-7654-5BD1-3D81-8A2492F33045}"/>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28" name="ee4pContent1">
              <a:extLst>
                <a:ext uri="{FF2B5EF4-FFF2-40B4-BE49-F238E27FC236}">
                  <a16:creationId xmlns:a16="http://schemas.microsoft.com/office/drawing/2014/main" id="{E481FF14-C0B2-F274-D315-BBBC07B1A9B0}"/>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r>
                <a:rPr lang="es-CL" sz="1200">
                  <a:latin typeface="Calibri"/>
                  <a:sym typeface="+mn-lt"/>
                </a:rPr>
                <a:t/>
              </a: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
              </a:r>
            </a:p>
          </p:txBody>
        </p:sp>
      </p:grpSp>
      <p:grpSp>
        <p:nvGrpSpPr>
          <p:cNvPr id="29" name="Group 28">
            <a:extLst>
              <a:ext uri="{FF2B5EF4-FFF2-40B4-BE49-F238E27FC236}">
                <a16:creationId xmlns:a16="http://schemas.microsoft.com/office/drawing/2014/main" id="{50E4E56F-AC0C-C8EF-8D9A-450363DB9DBF}"/>
              </a:ext>
            </a:extLst>
          </p:cNvPr>
          <p:cNvGrpSpPr/>
          <p:nvPr/>
        </p:nvGrpSpPr>
        <p:grpSpPr>
          <a:xfrm>
            <a:off x="9548037" y="5503015"/>
            <a:ext cx="2371061" cy="647000"/>
            <a:chOff x="9548037" y="5503015"/>
            <a:chExt cx="2371061" cy="647000"/>
          </a:xfrm>
        </p:grpSpPr>
        <p:sp>
          <p:nvSpPr>
            <p:cNvPr id="30" name="Rectangle: Rounded Corners 61">
              <a:extLst>
                <a:ext uri="{FF2B5EF4-FFF2-40B4-BE49-F238E27FC236}">
                  <a16:creationId xmlns:a16="http://schemas.microsoft.com/office/drawing/2014/main" id="{12E84C6C-FE85-61DA-B17F-3BA075D43995}"/>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31" name="ee4pContent1">
              <a:extLst>
                <a:ext uri="{FF2B5EF4-FFF2-40B4-BE49-F238E27FC236}">
                  <a16:creationId xmlns:a16="http://schemas.microsoft.com/office/drawing/2014/main" id="{8F12A15F-DC3A-8533-6430-6BE25136F72C}"/>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grpSp>
        <p:nvGrpSpPr>
          <p:cNvPr id="11" name="Group 10">
            <a:extLst>
              <a:ext uri="{FF2B5EF4-FFF2-40B4-BE49-F238E27FC236}">
                <a16:creationId xmlns:a16="http://schemas.microsoft.com/office/drawing/2014/main" id="{63582753-FA44-AFB8-4401-03F0D6BDAC43}"/>
              </a:ext>
            </a:extLst>
          </p:cNvPr>
          <p:cNvGrpSpPr/>
          <p:nvPr/>
        </p:nvGrpSpPr>
        <p:grpSpPr>
          <a:xfrm>
            <a:off x="2803204" y="3670673"/>
            <a:ext cx="4295062" cy="2139477"/>
            <a:chOff x="1850477" y="4761309"/>
            <a:chExt cx="4295062" cy="2139477"/>
          </a:xfrm>
        </p:grpSpPr>
        <p:sp>
          <p:nvSpPr>
            <p:cNvPr id="16" name="Oval 15">
              <a:extLst>
                <a:ext uri="{FF2B5EF4-FFF2-40B4-BE49-F238E27FC236}">
                  <a16:creationId xmlns:a16="http://schemas.microsoft.com/office/drawing/2014/main" id="{30505167-0BC9-F5B3-A653-BF5C213C8A59}"/>
                </a:ext>
              </a:extLst>
            </p:cNvPr>
            <p:cNvSpPr/>
            <p:nvPr/>
          </p:nvSpPr>
          <p:spPr>
            <a:xfrm>
              <a:off x="3266864" y="6152831"/>
              <a:ext cx="1626565"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b="1">
                  <a:solidFill>
                    <a:srgbClr val="696158"/>
                  </a:solidFill>
                  <a:latin typeface="Calibri"/>
                </a:rPr>
                <a:t>[Por completar]</a:t>
              </a:r>
              <a:r>
                <a:rPr lang="en-GB" sz="700" b="1" err="1">
                  <a:solidFill>
                    <a:srgbClr val="696158"/>
                  </a:solidFill>
                  <a:latin typeface="Calibri"/>
                </a:rPr>
                <a:t/>
              </a:r>
              <a:endParaRPr lang="en-GB" sz="700" b="1">
                <a:solidFill>
                  <a:srgbClr val="696158"/>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700" b="1">
                  <a:solidFill>
                    <a:srgbClr val="696158"/>
                  </a:solidFill>
                  <a:latin typeface="Calibri"/>
                </a:rPr>
                <a:t>[Por completar]</a:t>
              </a:r>
              <a:r>
                <a:rPr lang="en-GB" sz="700" b="1" err="1">
                  <a:solidFill>
                    <a:srgbClr val="696158"/>
                  </a:solidFill>
                  <a:latin typeface="Calibri"/>
                </a:rPr>
                <a:t/>
              </a:r>
              <a:r>
                <a:rPr lang="en-GB" sz="700" b="1">
                  <a:solidFill>
                    <a:srgbClr val="696158"/>
                  </a:solidFill>
                  <a:latin typeface="Calibri"/>
                </a:rPr>
                <a:t/>
              </a:r>
              <a:r>
                <a:rPr lang="en-GB" sz="700" b="1" err="1">
                  <a:solidFill>
                    <a:srgbClr val="696158"/>
                  </a:solidFill>
                  <a:latin typeface="Calibri"/>
                </a:rPr>
                <a:t/>
              </a:r>
              <a:r>
                <a:rPr lang="en-GB" sz="700" b="1">
                  <a:solidFill>
                    <a:srgbClr val="696158"/>
                  </a:solidFill>
                  <a:latin typeface="Calibri"/>
                </a:rP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696158"/>
                  </a:solidFill>
                  <a:effectLst/>
                  <a:uLnTx/>
                  <a:uFillTx/>
                  <a:latin typeface="Calibri"/>
                  <a:ea typeface="Calibri"/>
                  <a:cs typeface="Calibri"/>
                </a:rPr>
                <a:t>[Por completar]</a:t>
              </a:r>
              <a:endParaRPr kumimoji="0" lang="es-CL" sz="700" b="0" i="0" u="none" strike="noStrike" kern="1200" cap="none" spc="0" normalizeH="0" baseline="0" noProof="0">
                <a:ln>
                  <a:noFill/>
                </a:ln>
                <a:solidFill>
                  <a:srgbClr val="696158"/>
                </a:solidFill>
                <a:effectLst/>
                <a:uLnTx/>
                <a:uFillTx/>
                <a:latin typeface="Calibri"/>
                <a:ea typeface="Calibri"/>
                <a:cs typeface="Calibri"/>
              </a:endParaRPr>
            </a:p>
          </p:txBody>
        </p:sp>
        <p:sp>
          <p:nvSpPr>
            <p:cNvPr id="38" name="Rectangle: Rounded Corners 37">
              <a:extLst>
                <a:ext uri="{FF2B5EF4-FFF2-40B4-BE49-F238E27FC236}">
                  <a16:creationId xmlns:a16="http://schemas.microsoft.com/office/drawing/2014/main" id="{5D68D595-27CF-C149-7C1C-68951DE82EE4}"/>
                </a:ext>
              </a:extLst>
            </p:cNvPr>
            <p:cNvSpPr/>
            <p:nvPr/>
          </p:nvSpPr>
          <p:spPr>
            <a:xfrm>
              <a:off x="1850477"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9" name="Rectangle: Rounded Corners 38">
              <a:extLst>
                <a:ext uri="{FF2B5EF4-FFF2-40B4-BE49-F238E27FC236}">
                  <a16:creationId xmlns:a16="http://schemas.microsoft.com/office/drawing/2014/main" id="{520C46CE-79A0-7587-129A-599AE0916261}"/>
                </a:ext>
              </a:extLst>
            </p:cNvPr>
            <p:cNvSpPr/>
            <p:nvPr/>
          </p:nvSpPr>
          <p:spPr>
            <a:xfrm>
              <a:off x="2126799"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40" name="Rectangle: Rounded Corners 39">
              <a:extLst>
                <a:ext uri="{FF2B5EF4-FFF2-40B4-BE49-F238E27FC236}">
                  <a16:creationId xmlns:a16="http://schemas.microsoft.com/office/drawing/2014/main" id="{D265EF5E-5E27-250D-2CF6-E1A66B7FE725}"/>
                </a:ext>
              </a:extLst>
            </p:cNvPr>
            <p:cNvSpPr/>
            <p:nvPr/>
          </p:nvSpPr>
          <p:spPr>
            <a:xfrm>
              <a:off x="2967961" y="4863654"/>
              <a:ext cx="9426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r>
                <a:rPr kumimoji="0" lang="es-CL" sz="800" b="0" i="0" u="none" strike="noStrike" kern="1200" cap="none" spc="0" normalizeH="0" baseline="0" noProof="0" err="1">
                  <a:ln>
                    <a:noFill/>
                  </a:ln>
                  <a:solidFill>
                    <a:srgbClr val="696158"/>
                  </a:solidFill>
                  <a:effectLst/>
                  <a:uLnTx/>
                  <a:uFillTx/>
                  <a:latin typeface="Calibri"/>
                  <a:ea typeface="+mn-ea"/>
                  <a:cs typeface="+mn-cs"/>
                </a:rPr>
                <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1" name="Rectangle: Rounded Corners 40">
              <a:extLst>
                <a:ext uri="{FF2B5EF4-FFF2-40B4-BE49-F238E27FC236}">
                  <a16:creationId xmlns:a16="http://schemas.microsoft.com/office/drawing/2014/main" id="{0D66AFF5-5E10-EDA1-B96C-CA06B17F3D26}"/>
                </a:ext>
              </a:extLst>
            </p:cNvPr>
            <p:cNvSpPr/>
            <p:nvPr/>
          </p:nvSpPr>
          <p:spPr>
            <a:xfrm>
              <a:off x="3244283" y="4766815"/>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42" name="Rectangle: Rounded Corners 41">
              <a:extLst>
                <a:ext uri="{FF2B5EF4-FFF2-40B4-BE49-F238E27FC236}">
                  <a16:creationId xmlns:a16="http://schemas.microsoft.com/office/drawing/2014/main" id="{7C246A48-97B1-D87B-ECBF-F6FBF87AE8E9}"/>
                </a:ext>
              </a:extLst>
            </p:cNvPr>
            <p:cNvSpPr/>
            <p:nvPr/>
          </p:nvSpPr>
          <p:spPr>
            <a:xfrm>
              <a:off x="4085445" y="4867423"/>
              <a:ext cx="942610" cy="635919"/>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3" name="Rectangle: Rounded Corners 42">
              <a:extLst>
                <a:ext uri="{FF2B5EF4-FFF2-40B4-BE49-F238E27FC236}">
                  <a16:creationId xmlns:a16="http://schemas.microsoft.com/office/drawing/2014/main" id="{5AE18B91-65DE-368A-94B5-06AFEA84D215}"/>
                </a:ext>
              </a:extLst>
            </p:cNvPr>
            <p:cNvSpPr/>
            <p:nvPr/>
          </p:nvSpPr>
          <p:spPr>
            <a:xfrm>
              <a:off x="4361767" y="4761636"/>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44" name="Rectangle: Rounded Corners 43">
              <a:extLst>
                <a:ext uri="{FF2B5EF4-FFF2-40B4-BE49-F238E27FC236}">
                  <a16:creationId xmlns:a16="http://schemas.microsoft.com/office/drawing/2014/main" id="{56E848B3-2C8B-E5C7-4213-9A571381827C}"/>
                </a:ext>
              </a:extLst>
            </p:cNvPr>
            <p:cNvSpPr/>
            <p:nvPr/>
          </p:nvSpPr>
          <p:spPr>
            <a:xfrm>
              <a:off x="5202929"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r>
                <a:rPr kumimoji="0" lang="es-CL" sz="800" b="0" i="0" u="none" strike="noStrike" kern="1200" cap="none" spc="0" normalizeH="0" baseline="0" noProof="0" err="1">
                  <a:ln>
                    <a:noFill/>
                  </a:ln>
                  <a:solidFill>
                    <a:srgbClr val="696158"/>
                  </a:solidFill>
                  <a:effectLst/>
                  <a:uLnTx/>
                  <a:uFillTx/>
                  <a:latin typeface="Calibri"/>
                  <a:ea typeface="+mn-ea"/>
                  <a:cs typeface="+mn-cs"/>
                </a:rPr>
                <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5" name="Rectangle: Rounded Corners 44">
              <a:extLst>
                <a:ext uri="{FF2B5EF4-FFF2-40B4-BE49-F238E27FC236}">
                  <a16:creationId xmlns:a16="http://schemas.microsoft.com/office/drawing/2014/main" id="{589E4C96-7D93-E4F8-2826-B532D0684078}"/>
                </a:ext>
              </a:extLst>
            </p:cNvPr>
            <p:cNvSpPr/>
            <p:nvPr/>
          </p:nvSpPr>
          <p:spPr>
            <a:xfrm>
              <a:off x="5479250"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grpSp>
      <p:sp>
        <p:nvSpPr>
          <p:cNvPr id="2" name="Oval 34">
            <a:extLst>
              <a:ext uri="{FF2B5EF4-FFF2-40B4-BE49-F238E27FC236}">
                <a16:creationId xmlns:a16="http://schemas.microsoft.com/office/drawing/2014/main" id="{9CCED790-4998-82FC-020E-0F9F135DE5F7}"/>
              </a:ext>
            </a:extLst>
          </p:cNvPr>
          <p:cNvSpPr/>
          <p:nvPr/>
        </p:nvSpPr>
        <p:spPr>
          <a:xfrm>
            <a:off x="4173432" y="2480063"/>
            <a:ext cx="1566786" cy="650106"/>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r>
              <a:rPr lang="es-CL" sz="800">
                <a:solidFill>
                  <a:srgbClr val="696158"/>
                </a:solidFill>
                <a:latin typeface="Calibri"/>
                <a:ea typeface="Calibri"/>
                <a:cs typeface="Calibri"/>
              </a:rPr>
              <a:t>[Objetivo del subproceso]</a:t>
            </a:r>
            <a:r>
              <a:rPr lang="es-CL" sz="800" err="1">
                <a:solidFill>
                  <a:srgbClr val="696158"/>
                </a:solidFill>
                <a:latin typeface="Calibri"/>
                <a:ea typeface="Calibri"/>
                <a:cs typeface="Calibri"/>
              </a:rPr>
              <a:t/>
            </a:r>
            <a:r>
              <a:rPr lang="es-CL" sz="800">
                <a:solidFill>
                  <a:srgbClr val="696158"/>
                </a:solidFill>
                <a:latin typeface="Calibri"/>
                <a:ea typeface="Calibri"/>
                <a:cs typeface="Calibri"/>
              </a:rPr>
              <a:t/>
            </a:r>
          </a:p>
          <a:p>
            <a:pPr algn="ctr">
              <a:defRPr/>
            </a:pPr>
            <a:endParaRPr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8" name="Conector: angular 47">
            <a:extLst>
              <a:ext uri="{FF2B5EF4-FFF2-40B4-BE49-F238E27FC236}">
                <a16:creationId xmlns:a16="http://schemas.microsoft.com/office/drawing/2014/main" id="{1A0D6926-2F49-F172-6DD6-5428BE02F2DC}"/>
              </a:ext>
            </a:extLst>
          </p:cNvPr>
          <p:cNvCxnSpPr>
            <a:cxnSpLocks/>
            <a:stCxn id="2" idx="4"/>
            <a:endCxn id="39" idx="0"/>
          </p:cNvCxnSpPr>
          <p:nvPr/>
        </p:nvCxnSpPr>
        <p:spPr>
          <a:xfrm rot="5400000">
            <a:off x="3845415" y="2559263"/>
            <a:ext cx="540504" cy="1682316"/>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9" name="Conector: angular 48">
            <a:extLst>
              <a:ext uri="{FF2B5EF4-FFF2-40B4-BE49-F238E27FC236}">
                <a16:creationId xmlns:a16="http://schemas.microsoft.com/office/drawing/2014/main" id="{19121EF1-ADC7-604C-DD1E-A49A66D31A03}"/>
              </a:ext>
            </a:extLst>
          </p:cNvPr>
          <p:cNvCxnSpPr>
            <a:cxnSpLocks/>
            <a:stCxn id="2" idx="4"/>
            <a:endCxn id="41" idx="0"/>
          </p:cNvCxnSpPr>
          <p:nvPr/>
        </p:nvCxnSpPr>
        <p:spPr>
          <a:xfrm rot="5400000">
            <a:off x="4401404" y="3120758"/>
            <a:ext cx="546010" cy="56483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6" name="Conector: angular 55">
            <a:extLst>
              <a:ext uri="{FF2B5EF4-FFF2-40B4-BE49-F238E27FC236}">
                <a16:creationId xmlns:a16="http://schemas.microsoft.com/office/drawing/2014/main" id="{78D99AF4-49DB-7970-EA96-3FA44BC6C5EF}"/>
              </a:ext>
            </a:extLst>
          </p:cNvPr>
          <p:cNvCxnSpPr>
            <a:cxnSpLocks/>
            <a:stCxn id="2" idx="4"/>
            <a:endCxn id="43" idx="0"/>
          </p:cNvCxnSpPr>
          <p:nvPr/>
        </p:nvCxnSpPr>
        <p:spPr>
          <a:xfrm rot="16200000" flipH="1">
            <a:off x="4962736" y="3124258"/>
            <a:ext cx="540831" cy="55265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9" name="Conector: angular 58">
            <a:extLst>
              <a:ext uri="{FF2B5EF4-FFF2-40B4-BE49-F238E27FC236}">
                <a16:creationId xmlns:a16="http://schemas.microsoft.com/office/drawing/2014/main" id="{05B3101E-8EF5-5181-C7EA-3DCA425C9774}"/>
              </a:ext>
            </a:extLst>
          </p:cNvPr>
          <p:cNvCxnSpPr>
            <a:cxnSpLocks/>
            <a:stCxn id="2" idx="4"/>
            <a:endCxn id="45" idx="0"/>
          </p:cNvCxnSpPr>
          <p:nvPr/>
        </p:nvCxnSpPr>
        <p:spPr>
          <a:xfrm rot="16200000" flipH="1">
            <a:off x="5521640" y="2565353"/>
            <a:ext cx="540504" cy="167013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63" name="Conector: angular 62">
            <a:extLst>
              <a:ext uri="{FF2B5EF4-FFF2-40B4-BE49-F238E27FC236}">
                <a16:creationId xmlns:a16="http://schemas.microsoft.com/office/drawing/2014/main" id="{94462664-A879-69A4-8292-F4FFACFABF08}"/>
              </a:ext>
            </a:extLst>
          </p:cNvPr>
          <p:cNvCxnSpPr>
            <a:cxnSpLocks/>
            <a:stCxn id="38" idx="2"/>
            <a:endCxn id="16" idx="0"/>
          </p:cNvCxnSpPr>
          <p:nvPr/>
        </p:nvCxnSpPr>
        <p:spPr>
          <a:xfrm rot="16200000" flipH="1">
            <a:off x="3828783" y="3858104"/>
            <a:ext cx="649816" cy="175836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29" name="Conector: angular 128">
            <a:extLst>
              <a:ext uri="{FF2B5EF4-FFF2-40B4-BE49-F238E27FC236}">
                <a16:creationId xmlns:a16="http://schemas.microsoft.com/office/drawing/2014/main" id="{B1694739-E550-D6F0-D3C9-4F7532ED8FD5}"/>
              </a:ext>
            </a:extLst>
          </p:cNvPr>
          <p:cNvCxnSpPr>
            <a:cxnSpLocks/>
            <a:stCxn id="40" idx="2"/>
            <a:endCxn id="16" idx="0"/>
          </p:cNvCxnSpPr>
          <p:nvPr/>
        </p:nvCxnSpPr>
        <p:spPr>
          <a:xfrm rot="16200000" flipH="1">
            <a:off x="4390278" y="4419599"/>
            <a:ext cx="644310" cy="640881"/>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3" name="Conector: angular 132">
            <a:extLst>
              <a:ext uri="{FF2B5EF4-FFF2-40B4-BE49-F238E27FC236}">
                <a16:creationId xmlns:a16="http://schemas.microsoft.com/office/drawing/2014/main" id="{B7EA6A2F-8D4C-8416-A462-1018A603A408}"/>
              </a:ext>
            </a:extLst>
          </p:cNvPr>
          <p:cNvCxnSpPr>
            <a:cxnSpLocks/>
            <a:stCxn id="42" idx="2"/>
            <a:endCxn id="16" idx="0"/>
          </p:cNvCxnSpPr>
          <p:nvPr/>
        </p:nvCxnSpPr>
        <p:spPr>
          <a:xfrm rot="5400000">
            <a:off x="4946432" y="4499149"/>
            <a:ext cx="649489" cy="47660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6" name="Conector: angular 135">
            <a:extLst>
              <a:ext uri="{FF2B5EF4-FFF2-40B4-BE49-F238E27FC236}">
                <a16:creationId xmlns:a16="http://schemas.microsoft.com/office/drawing/2014/main" id="{4FA0A0C5-89B5-A2B0-4DDD-F7E9C8D87ADB}"/>
              </a:ext>
            </a:extLst>
          </p:cNvPr>
          <p:cNvCxnSpPr>
            <a:cxnSpLocks/>
            <a:stCxn id="44" idx="2"/>
            <a:endCxn id="16" idx="0"/>
          </p:cNvCxnSpPr>
          <p:nvPr/>
        </p:nvCxnSpPr>
        <p:spPr>
          <a:xfrm rot="5400000">
            <a:off x="5505010" y="3940244"/>
            <a:ext cx="649816" cy="1594087"/>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pSp>
        <p:nvGrpSpPr>
          <p:cNvPr id="61" name="Grupo 60">
            <a:extLst>
              <a:ext uri="{FF2B5EF4-FFF2-40B4-BE49-F238E27FC236}">
                <a16:creationId xmlns:a16="http://schemas.microsoft.com/office/drawing/2014/main" id="{A250A0D1-E2F0-9ACE-5486-871A69E4BC65}"/>
              </a:ext>
            </a:extLst>
          </p:cNvPr>
          <p:cNvGrpSpPr/>
          <p:nvPr/>
        </p:nvGrpSpPr>
        <p:grpSpPr>
          <a:xfrm>
            <a:off x="6075401" y="4923287"/>
            <a:ext cx="823274" cy="727366"/>
            <a:chOff x="8136083" y="3402403"/>
            <a:chExt cx="942610" cy="1062738"/>
          </a:xfrm>
        </p:grpSpPr>
        <p:pic>
          <p:nvPicPr>
            <p:cNvPr id="62" name="Gráfico 61" descr="Documento con relleno sólido">
              <a:extLst>
                <a:ext uri="{FF2B5EF4-FFF2-40B4-BE49-F238E27FC236}">
                  <a16:creationId xmlns:a16="http://schemas.microsoft.com/office/drawing/2014/main" id="{6C7248E1-CFEB-0C1C-E72D-BA76EBA14D2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54001" y="3402403"/>
              <a:ext cx="475071" cy="475071"/>
            </a:xfrm>
            <a:prstGeom prst="rect">
              <a:avLst/>
            </a:prstGeom>
          </p:spPr>
        </p:pic>
        <p:sp>
          <p:nvSpPr>
            <p:cNvPr id="128" name="Rectangle: Rounded Corners 10">
              <a:extLst>
                <a:ext uri="{FF2B5EF4-FFF2-40B4-BE49-F238E27FC236}">
                  <a16:creationId xmlns:a16="http://schemas.microsoft.com/office/drawing/2014/main" id="{F315B40D-4654-5641-B0E8-D376017BE4CA}"/>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cxnSp>
        <p:nvCxnSpPr>
          <p:cNvPr id="131" name="Conector recto 130">
            <a:extLst>
              <a:ext uri="{FF2B5EF4-FFF2-40B4-BE49-F238E27FC236}">
                <a16:creationId xmlns:a16="http://schemas.microsoft.com/office/drawing/2014/main" id="{EDAA97D2-D1A6-D1E1-6279-D9AB546CE78C}"/>
              </a:ext>
            </a:extLst>
          </p:cNvPr>
          <p:cNvCxnSpPr>
            <a:cxnSpLocks/>
            <a:stCxn id="16" idx="6"/>
            <a:endCxn id="128" idx="1"/>
          </p:cNvCxnSpPr>
          <p:nvPr/>
        </p:nvCxnSpPr>
        <p:spPr>
          <a:xfrm flipV="1">
            <a:off x="5846156" y="5431609"/>
            <a:ext cx="229245" cy="4564"/>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graphicFrame>
        <p:nvGraphicFramePr>
          <p:cNvPr id="4" name="Object 3" hidden="1">
            <a:extLst>
              <a:ext uri="{FF2B5EF4-FFF2-40B4-BE49-F238E27FC236}">
                <a16:creationId xmlns:a16="http://schemas.microsoft.com/office/drawing/2014/main" id="{DB38843B-5386-6FCE-4542-27D8F7BE1624}"/>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27" imgH="327" progId="TCLayout.ActiveDocument.1">
                  <p:embed/>
                </p:oleObj>
              </mc:Choice>
              <mc:Fallback>
                <p:oleObj name="think-cell Slide" r:id="rId9" imgW="327" imgH="327" progId="TCLayout.ActiveDocument.1">
                  <p:embed/>
                  <p:pic>
                    <p:nvPicPr>
                      <p:cNvPr id="4" name="Object 3" hidden="1">
                        <a:extLst>
                          <a:ext uri="{FF2B5EF4-FFF2-40B4-BE49-F238E27FC236}">
                            <a16:creationId xmlns:a16="http://schemas.microsoft.com/office/drawing/2014/main" id="{DB38843B-5386-6FCE-4542-27D8F7BE1624}"/>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aphicFrame>
        <p:nvGraphicFramePr>
          <p:cNvPr id="14" name="Object 13" hidden="1">
            <a:extLst>
              <a:ext uri="{FF2B5EF4-FFF2-40B4-BE49-F238E27FC236}">
                <a16:creationId xmlns:a16="http://schemas.microsoft.com/office/drawing/2014/main" id="{F4660971-75C6-645A-3B3B-76A1742A5CAD}"/>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27" imgH="327" progId="TCLayout.ActiveDocument.1">
                  <p:embed/>
                </p:oleObj>
              </mc:Choice>
              <mc:Fallback>
                <p:oleObj name="think-cell Slide" r:id="rId9" imgW="327" imgH="327" progId="TCLayout.ActiveDocument.1">
                  <p:embed/>
                  <p:pic>
                    <p:nvPicPr>
                      <p:cNvPr id="14" name="Object 13" hidden="1">
                        <a:extLst>
                          <a:ext uri="{FF2B5EF4-FFF2-40B4-BE49-F238E27FC236}">
                            <a16:creationId xmlns:a16="http://schemas.microsoft.com/office/drawing/2014/main" id="{F4660971-75C6-645A-3B3B-76A1742A5CA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2902766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C508B-F392-CBE4-93DA-A67833CC741F}"/>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AB4B9DF-A464-7A1B-10E2-C96E48C504B5}"/>
              </a:ext>
            </a:extLst>
          </p:cNvPr>
          <p:cNvGraphicFramePr>
            <a:graphicFrameLocks/>
          </p:cNvGraphicFramePr>
          <p:nvPr>
            <p:custDataLst>
              <p:tags r:id="rId1"/>
            </p:custDataLst>
            <p:extLst>
              <p:ext uri="{D42A27DB-BD31-4B8C-83A1-F6EECF244321}">
                <p14:modId xmlns:p14="http://schemas.microsoft.com/office/powerpoint/2010/main" val="3757503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6AB4B9DF-A464-7A1B-10E2-C96E48C504B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D30D3C3-86EC-C10A-2545-0A797B68B607}"/>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sz="2400"/>
              <a:t/>
            </a:r>
            <a:endParaRPr lang="es-CL"/>
          </a:p>
        </p:txBody>
      </p:sp>
      <p:graphicFrame>
        <p:nvGraphicFramePr>
          <p:cNvPr id="20" name="Table 19">
            <a:extLst>
              <a:ext uri="{FF2B5EF4-FFF2-40B4-BE49-F238E27FC236}">
                <a16:creationId xmlns:a16="http://schemas.microsoft.com/office/drawing/2014/main" id="{2823E5ED-E4BA-3407-B4CB-D0D453DB5A67}"/>
              </a:ext>
            </a:extLst>
          </p:cNvPr>
          <p:cNvGraphicFramePr>
            <a:graphicFrameLocks noGrp="1"/>
          </p:cNvGraphicFramePr>
          <p:nvPr>
            <p:extLst>
              <p:ext uri="{D42A27DB-BD31-4B8C-83A1-F6EECF244321}">
                <p14:modId xmlns:p14="http://schemas.microsoft.com/office/powerpoint/2010/main" val="3459383590"/>
              </p:ext>
            </p:extLst>
          </p:nvPr>
        </p:nvGraphicFramePr>
        <p:xfrm>
          <a:off x="1010094" y="1180656"/>
          <a:ext cx="10552508" cy="5480066"/>
        </p:xfrm>
        <a:graphic>
          <a:graphicData uri="http://schemas.openxmlformats.org/drawingml/2006/table">
            <a:tbl>
              <a:tblPr>
                <a:tableStyleId>{2D5ABB26-0587-4C30-8999-92F81FD0307C}</a:tableStyleId>
              </a:tblPr>
              <a:tblGrid>
                <a:gridCol w="2550583">
                  <a:extLst>
                    <a:ext uri="{9D8B030D-6E8A-4147-A177-3AD203B41FA5}">
                      <a16:colId xmlns:a16="http://schemas.microsoft.com/office/drawing/2014/main" val="741832067"/>
                    </a:ext>
                  </a:extLst>
                </a:gridCol>
                <a:gridCol w="4484422">
                  <a:extLst>
                    <a:ext uri="{9D8B030D-6E8A-4147-A177-3AD203B41FA5}">
                      <a16:colId xmlns:a16="http://schemas.microsoft.com/office/drawing/2014/main" val="2629782098"/>
                    </a:ext>
                  </a:extLst>
                </a:gridCol>
                <a:gridCol w="3517503">
                  <a:extLst>
                    <a:ext uri="{9D8B030D-6E8A-4147-A177-3AD203B41FA5}">
                      <a16:colId xmlns:a16="http://schemas.microsoft.com/office/drawing/2014/main"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633350">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400" u="none" strike="noStrike" kern="1200" noProof="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633349">
                <a:tc vMerge="1">
                  <a:txBody>
                    <a:bodyPr/>
                    <a:lstStyle/>
                    <a:p>
                      <a:endParaRPr lang="en-US"/>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CL" sz="1400" u="none" strike="noStrike" kern="1200" noProof="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a:lnSpc>
                          <a:spcPct val="110000"/>
                        </a:lnSpc>
                        <a:spcBef>
                          <a:spcPts val="600"/>
                        </a:spcBef>
                        <a:spcAft>
                          <a:spcPts val="300"/>
                        </a:spcAft>
                        <a:buNone/>
                      </a:pPr>
                      <a:r>
                        <a:rPr lang="es-CL" sz="1400" b="0" i="0" u="none" strike="noStrike" kern="1200" noProof="0">
                          <a:solidFill>
                            <a:schemeClr val="tx1"/>
                          </a:solidFill>
                          <a:latin typeface="Calibri"/>
                        </a:rPr>
                        <a:t>[Por completar]</a:t>
                      </a:r>
                      <a:endParaRPr lang="en-U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3511936702"/>
                  </a:ext>
                </a:extLst>
              </a:tr>
              <a:tr h="460611">
                <a:tc vMerge="1">
                  <a:txBody>
                    <a:bodyPr/>
                    <a:lstStyle/>
                    <a:p>
                      <a:pPr defTabSz="914400"/>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CL" sz="1400" u="none" strike="noStrike" kern="1200" noProof="0">
                          <a:solidFill>
                            <a:schemeClr val="tx1"/>
                          </a:solidFill>
                          <a:effectLst/>
                          <a:latin typeface="+mn-lt"/>
                          <a:ea typeface="+mn-ea"/>
                          <a:cs typeface="+mn-cs"/>
                        </a:rPr>
                        <a:t>[Por completar]</a:t>
                      </a: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marL="0" lvl="0" indent="0" algn="l">
                        <a:lnSpc>
                          <a:spcPct val="110000"/>
                        </a:lnSpc>
                        <a:spcBef>
                          <a:spcPts val="600"/>
                        </a:spcBef>
                        <a:spcAft>
                          <a:spcPts val="300"/>
                        </a:spcAft>
                        <a:buNone/>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3911943038"/>
                  </a:ext>
                </a:extLst>
              </a:tr>
              <a:tr h="473406">
                <a:tc rowSpan="2">
                  <a:txBody>
                    <a:bodyPr/>
                    <a:lstStyle/>
                    <a:p>
                      <a:pPr marL="0" lvl="0" indent="0" algn="l">
                        <a:lnSpc>
                          <a:spcPct val="110000"/>
                        </a:lnSpc>
                        <a:spcBef>
                          <a:spcPts val="600"/>
                        </a:spcBef>
                        <a:spcAft>
                          <a:spcPts val="300"/>
                        </a:spcAft>
                        <a:buNone/>
                      </a:pPr>
                      <a:r>
                        <a:rPr lang="es-CL" sz="1400" b="0" i="0" u="none" strike="noStrike" kern="1200" noProof="0">
                          <a:solidFill>
                            <a:schemeClr val="tx1"/>
                          </a:solidFill>
                          <a:latin typeface="Calibri"/>
                          <a:ea typeface="+mn-ea"/>
                          <a:cs typeface="+mn-cs"/>
                        </a:rPr>
                        <a:t>[Por completar]</a:t>
                      </a:r>
                      <a:endParaRPr lang="es-CL" sz="1400" kern="1200">
                        <a:solidFill>
                          <a:schemeClr val="tx1"/>
                        </a:solidFill>
                        <a:latin typeface="+mn-lt"/>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algn="l" fontAlgn="ctr"/>
                      <a:r>
                        <a:rPr lang="es-CL" sz="1400" u="none" strike="noStrike">
                          <a:effectLst/>
                          <a:latin typeface="+mn-lt"/>
                          <a:ea typeface="+mn-ea"/>
                          <a:cs typeface="+mn-cs"/>
                        </a:rPr>
                        <a:t>[Por completar]</a:t>
                      </a: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ctr" latinLnBrk="0" hangingPunct="1">
                        <a:lnSpc>
                          <a:spcPct val="110000"/>
                        </a:lnSpc>
                        <a:spcBef>
                          <a:spcPts val="600"/>
                        </a:spcBef>
                        <a:spcAft>
                          <a:spcPts val="300"/>
                        </a:spcAft>
                        <a:buClrTx/>
                        <a:buSzTx/>
                        <a:buFont typeface="Arial" panose="020B0604020202020204" pitchFamily="34" charset="0"/>
                        <a:buChar char="​"/>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39001767"/>
                  </a:ext>
                </a:extLst>
              </a:tr>
              <a:tr h="511791">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r>
                        <a:rPr lang="es-CL" sz="1400" u="none" strike="noStrike">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10000"/>
                        </a:lnSpc>
                        <a:spcBef>
                          <a:spcPts val="600"/>
                        </a:spcBef>
                        <a:spcAft>
                          <a:spcPts val="300"/>
                        </a:spcAft>
                        <a:buNone/>
                        <a:tabLst/>
                        <a:defRPr/>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2047495834"/>
                  </a:ext>
                </a:extLst>
              </a:tr>
              <a:tr h="665328">
                <a:tc rowSpan="2">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r>
                        <a:rPr lang="es-CL" sz="1400" kern="1200">
                          <a:solidFill>
                            <a:schemeClr val="tx1"/>
                          </a:solidFill>
                          <a:latin typeface="+mn-lt"/>
                          <a:ea typeface="+mn-ea"/>
                          <a:cs typeface="+mn-cs"/>
                          <a:sym typeface="Trebuchet MS" panose="020B0603020202020204" pitchFamily="34" charset="0"/>
                        </a:rPr>
                        <a:t>[Por completar]</a:t>
                      </a: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algn="l" fontAlgn="ctr"/>
                      <a:r>
                        <a:rPr lang="es-CL" sz="1400" u="none" strike="noStrike">
                          <a:effectLst/>
                          <a:latin typeface="+mn-lt"/>
                          <a:ea typeface="+mn-ea"/>
                          <a:cs typeface="+mn-cs"/>
                        </a:rPr>
                        <a:t>[Por completar]</a:t>
                      </a:r>
                      <a:endParaRPr lang="es-CL" sz="1400" b="0" i="0" u="none" strike="noStrike">
                        <a:solidFill>
                          <a:srgbClr val="000000"/>
                        </a:solidFill>
                        <a:effectLst/>
                        <a:latin typeface="+mn-lt"/>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
                          <a:srgbClr val="EA7600"/>
                        </a:buClr>
                        <a:buSzTx/>
                        <a:buNone/>
                        <a:tabLst/>
                        <a:defRPr/>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80698614"/>
                  </a:ext>
                </a:extLst>
              </a:tr>
              <a:tr h="498996">
                <a:tc vMerge="1">
                  <a:txBody>
                    <a:bodyPr/>
                    <a:lstStyle/>
                    <a:p>
                      <a:pPr defTabSz="914400">
                        <a:tabLst/>
                        <a:defRPr/>
                      </a:pPr>
                      <a:endParaRPr lang="en-U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r>
                        <a:rPr lang="es-CL" sz="1400" u="none" strike="noStrike">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a:lnSpc>
                          <a:spcPct val="110000"/>
                        </a:lnSpc>
                        <a:spcBef>
                          <a:spcPts val="600"/>
                        </a:spcBef>
                        <a:spcAft>
                          <a:spcPts val="300"/>
                        </a:spcAft>
                        <a:buNone/>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2861853879"/>
                  </a:ext>
                </a:extLst>
              </a:tr>
              <a:tr h="588559">
                <a:tc rowSpan="2">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r>
                        <a:rPr lang="es-CL" sz="1400" kern="1200">
                          <a:solidFill>
                            <a:schemeClr val="tx1"/>
                          </a:solidFill>
                          <a:latin typeface="+mn-lt"/>
                          <a:ea typeface="+mn-ea"/>
                          <a:cs typeface="+mn-cs"/>
                          <a:sym typeface="Trebuchet MS" panose="020B0603020202020204" pitchFamily="34" charset="0"/>
                        </a:rPr>
                        <a:t>[Por completar]</a:t>
                      </a:r>
                    </a:p>
                  </a:txBody>
                  <a:tcPr marL="27432" marR="27432" marT="27432" marB="27432" anchor="ctr">
                    <a:lnT w="9524" cap="flat" cmpd="sng" algn="ctr">
                      <a:solidFill>
                        <a:srgbClr val="9A9A9A"/>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es-CL" sz="1400" u="none" strike="noStrike">
                          <a:effectLst/>
                          <a:latin typeface="+mn-lt"/>
                          <a:ea typeface="+mn-ea"/>
                          <a:cs typeface="+mn-cs"/>
                        </a:rPr>
                        <a:t>[Por completar]</a:t>
                      </a:r>
                      <a:endParaRPr lang="es-CL" sz="1400" b="0" i="0" u="none" strike="noStrike">
                        <a:solidFill>
                          <a:srgbClr val="000000"/>
                        </a:solidFill>
                        <a:effectLst/>
                        <a:latin typeface="+mn-lt"/>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006178175"/>
                  </a:ext>
                </a:extLst>
              </a:tr>
              <a:tr h="575764">
                <a:tc vMerge="1">
                  <a:txBody>
                    <a:bodyPr/>
                    <a:lstStyle/>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a:solidFill>
                          <a:srgbClr val="000000"/>
                        </a:solidFill>
                        <a:effectLst/>
                        <a:latin typeface="Aptos Narrow" panose="020B0004020202020204" pitchFamily="34" charset="0"/>
                      </a:endParaRPr>
                    </a:p>
                  </a:txBody>
                  <a:tcPr marL="27432" marR="27432" marT="27432" marB="27432">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algn="l" fontAlgn="ctr"/>
                      <a:r>
                        <a:rPr lang="es-CL" sz="1400" u="none" strike="noStrike">
                          <a:effectLst/>
                          <a:latin typeface="+mn-lt"/>
                          <a:ea typeface="+mn-ea"/>
                          <a:cs typeface="+mn-cs"/>
                        </a:rPr>
                        <a:t>[Por completar]</a:t>
                      </a:r>
                      <a:endParaRPr lang="es-CL" sz="1400" b="0" i="0" u="none" strike="noStrike">
                        <a:solidFill>
                          <a:srgbClr val="000000"/>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r>
                        <a:rPr lang="es-CL" sz="1400" kern="1200">
                          <a:solidFill>
                            <a:schemeClr val="tx1"/>
                          </a:solidFill>
                          <a:latin typeface="+mn-lt"/>
                          <a:ea typeface="+mn-ea"/>
                          <a:cs typeface="+mn-cs"/>
                        </a:rPr>
                        <a:t>[Por completar]</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85847948"/>
                  </a:ext>
                </a:extLst>
              </a:tr>
            </a:tbl>
          </a:graphicData>
        </a:graphic>
      </p:graphicFrame>
      <p:sp>
        <p:nvSpPr>
          <p:cNvPr id="21" name="Rectangle: Rounded Corners 20">
            <a:extLst>
              <a:ext uri="{FF2B5EF4-FFF2-40B4-BE49-F238E27FC236}">
                <a16:creationId xmlns:a16="http://schemas.microsoft.com/office/drawing/2014/main" id="{8A737188-C478-9391-8077-6E3A1734B7EB}"/>
              </a:ext>
            </a:extLst>
          </p:cNvPr>
          <p:cNvSpPr/>
          <p:nvPr/>
        </p:nvSpPr>
        <p:spPr>
          <a:xfrm>
            <a:off x="363262" y="37040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 name="Rectangle: Rounded Corners 27">
            <a:extLst>
              <a:ext uri="{FF2B5EF4-FFF2-40B4-BE49-F238E27FC236}">
                <a16:creationId xmlns:a16="http://schemas.microsoft.com/office/drawing/2014/main" id="{4752E110-C78E-1F5D-A615-5853180FA1B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6" name="Rectangle: Rounded Corners 3">
            <a:extLst>
              <a:ext uri="{FF2B5EF4-FFF2-40B4-BE49-F238E27FC236}">
                <a16:creationId xmlns:a16="http://schemas.microsoft.com/office/drawing/2014/main" id="{B9EC2DE7-B2F8-0738-007D-2792885E87F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9430AA41-7142-3CAD-B572-BE67A93A1FF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0" name="Rectangle: Rounded Corners 9">
            <a:extLst>
              <a:ext uri="{FF2B5EF4-FFF2-40B4-BE49-F238E27FC236}">
                <a16:creationId xmlns:a16="http://schemas.microsoft.com/office/drawing/2014/main" id="{59ECE078-13BC-BCFD-8099-C8E0C0F1C58B}"/>
              </a:ext>
            </a:extLst>
          </p:cNvPr>
          <p:cNvSpPr/>
          <p:nvPr/>
        </p:nvSpPr>
        <p:spPr>
          <a:xfrm>
            <a:off x="342094" y="476864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 name="Rectangle: Rounded Corners 11">
            <a:extLst>
              <a:ext uri="{FF2B5EF4-FFF2-40B4-BE49-F238E27FC236}">
                <a16:creationId xmlns:a16="http://schemas.microsoft.com/office/drawing/2014/main" id="{4A74D7E6-0266-305D-6697-5E2099FCC759}"/>
              </a:ext>
            </a:extLst>
          </p:cNvPr>
          <p:cNvSpPr/>
          <p:nvPr/>
        </p:nvSpPr>
        <p:spPr>
          <a:xfrm>
            <a:off x="342094" y="234771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 name="Rectangle: Rounded Corners 9">
            <a:extLst>
              <a:ext uri="{FF2B5EF4-FFF2-40B4-BE49-F238E27FC236}">
                <a16:creationId xmlns:a16="http://schemas.microsoft.com/office/drawing/2014/main" id="{ADE1D85B-F118-4E12-CC3E-5FACE60413F6}"/>
              </a:ext>
            </a:extLst>
          </p:cNvPr>
          <p:cNvSpPr/>
          <p:nvPr/>
        </p:nvSpPr>
        <p:spPr>
          <a:xfrm>
            <a:off x="363260" y="59040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40964946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A4AF6-A15C-44D9-1875-6FA6BB9DF79F}"/>
            </a:ext>
          </a:extLst>
        </p:cNvPr>
        <p:cNvGrpSpPr/>
        <p:nvPr/>
      </p:nvGrpSpPr>
      <p:grpSpPr>
        <a:xfrm>
          <a:off x="0" y="0"/>
          <a:ext cx="0" cy="0"/>
          <a:chOff x="0" y="0"/>
          <a:chExt cx="0" cy="0"/>
        </a:xfrm>
      </p:grpSpPr>
      <p:sp>
        <p:nvSpPr>
          <p:cNvPr id="13" name="Text Placeholder 3">
            <a:extLst>
              <a:ext uri="{FF2B5EF4-FFF2-40B4-BE49-F238E27FC236}">
                <a16:creationId xmlns:a16="http://schemas.microsoft.com/office/drawing/2014/main" id="{47FBB748-0815-A48F-C398-AB5241A76BF8}"/>
              </a:ext>
            </a:extLst>
          </p:cNvPr>
          <p:cNvSpPr txBox="1">
            <a:spLocks/>
          </p:cNvSpPr>
          <p:nvPr/>
        </p:nvSpPr>
        <p:spPr>
          <a:xfrm>
            <a:off x="741604" y="1839873"/>
            <a:ext cx="8642942"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graphicFrame>
        <p:nvGraphicFramePr>
          <p:cNvPr id="160" name="think-cell data - do not delete" hidden="1">
            <a:extLst>
              <a:ext uri="{FF2B5EF4-FFF2-40B4-BE49-F238E27FC236}">
                <a16:creationId xmlns:a16="http://schemas.microsoft.com/office/drawing/2014/main" id="{6CB91ECE-1357-1ABC-8E32-D07183CA92E0}"/>
              </a:ext>
            </a:extLst>
          </p:cNvPr>
          <p:cNvGraphicFramePr>
            <a:graphicFrameLocks/>
          </p:cNvGraphicFramePr>
          <p:nvPr>
            <p:custDataLst>
              <p:tags r:id="rId1"/>
            </p:custDataLst>
            <p:extLst>
              <p:ext uri="{D42A27DB-BD31-4B8C-83A1-F6EECF244321}">
                <p14:modId xmlns:p14="http://schemas.microsoft.com/office/powerpoint/2010/main" val="8904458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79" imgH="478" progId="TCLayout.ActiveDocument.1">
                  <p:embed/>
                </p:oleObj>
              </mc:Choice>
              <mc:Fallback>
                <p:oleObj name="Diapositiva de think-cell" r:id="rId4" imgW="479" imgH="478" progId="TCLayout.ActiveDocument.1">
                  <p:embed/>
                  <p:pic>
                    <p:nvPicPr>
                      <p:cNvPr id="160" name="think-cell data - do not delete" hidden="1">
                        <a:extLst>
                          <a:ext uri="{FF2B5EF4-FFF2-40B4-BE49-F238E27FC236}">
                            <a16:creationId xmlns:a16="http://schemas.microsoft.com/office/drawing/2014/main" id="{6CB91ECE-1357-1ABC-8E32-D07183CA92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94AE581C-4EFB-4DEB-3847-2C318FE967B7}"/>
              </a:ext>
            </a:extLst>
          </p:cNvPr>
          <p:cNvSpPr/>
          <p:nvPr/>
        </p:nvSpPr>
        <p:spPr>
          <a:xfrm>
            <a:off x="1341341" y="1099711"/>
            <a:ext cx="7930251" cy="614255"/>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lnSpc>
                <a:spcPct val="90000"/>
              </a:lnSpc>
              <a:defRPr/>
            </a:pPr>
            <a:r>
              <a:rPr lang="es-CL" sz="1050">
                <a:solidFill>
                  <a:srgbClr val="696158"/>
                </a:solidFill>
                <a:latin typeface="Calibri"/>
              </a:rPr>
              <a:t>[Objetivo del subproceso]</a:t>
            </a:r>
            <a:endParaRPr lang="en-US" sz="1050">
              <a:solidFill>
                <a:srgbClr val="696158"/>
              </a:solidFill>
              <a:latin typeface="Calibri"/>
            </a:endParaRPr>
          </a:p>
        </p:txBody>
      </p:sp>
      <p:sp>
        <p:nvSpPr>
          <p:cNvPr id="37" name="Freeform 11">
            <a:extLst>
              <a:ext uri="{FF2B5EF4-FFF2-40B4-BE49-F238E27FC236}">
                <a16:creationId xmlns:a16="http://schemas.microsoft.com/office/drawing/2014/main" id="{2DACABEB-163D-7F3B-F108-6EC81AE56255}"/>
              </a:ext>
            </a:extLst>
          </p:cNvPr>
          <p:cNvSpPr/>
          <p:nvPr/>
        </p:nvSpPr>
        <p:spPr>
          <a:xfrm rot="5400000">
            <a:off x="199400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6"/>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A515775B-59A5-BA9F-7C2E-E8E58FEE481C}"/>
              </a:ext>
            </a:extLst>
          </p:cNvPr>
          <p:cNvSpPr/>
          <p:nvPr/>
        </p:nvSpPr>
        <p:spPr>
          <a:xfrm>
            <a:off x="556079" y="1099712"/>
            <a:ext cx="792571" cy="606027"/>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80BC05DB-B533-6AC6-B29C-1C9AF2F1AF42}"/>
              </a:ext>
            </a:extLst>
          </p:cNvPr>
          <p:cNvSpPr txBox="1">
            <a:spLocks/>
          </p:cNvSpPr>
          <p:nvPr/>
        </p:nvSpPr>
        <p:spPr>
          <a:xfrm>
            <a:off x="630000" y="1840730"/>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8" name="Rectangle: Rounded Corners 27">
            <a:extLst>
              <a:ext uri="{FF2B5EF4-FFF2-40B4-BE49-F238E27FC236}">
                <a16:creationId xmlns:a16="http://schemas.microsoft.com/office/drawing/2014/main" id="{EA3148CB-1146-BDF4-BFE7-F19E37AECE45}"/>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3">
            <a:extLst>
              <a:ext uri="{FF2B5EF4-FFF2-40B4-BE49-F238E27FC236}">
                <a16:creationId xmlns:a16="http://schemas.microsoft.com/office/drawing/2014/main" id="{FD20A272-EE5C-2C57-C2FB-C55AA001638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0" name="Rectangle: Rounded Corners 36">
            <a:extLst>
              <a:ext uri="{FF2B5EF4-FFF2-40B4-BE49-F238E27FC236}">
                <a16:creationId xmlns:a16="http://schemas.microsoft.com/office/drawing/2014/main" id="{32F7D5FC-7881-1B73-028A-D1EE4D8AADD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2C5AC204-DD80-3478-1058-BB900EC17478}"/>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solidFill>
                  <a:srgbClr val="EA7600"/>
                </a:solidFill>
              </a:rPr>
              <a:t/>
            </a:r>
            <a:endParaRPr lang="es-CL">
              <a:solidFill>
                <a:srgbClr val="EA7600"/>
              </a:solidFill>
            </a:endParaRPr>
          </a:p>
        </p:txBody>
      </p:sp>
      <p:sp>
        <p:nvSpPr>
          <p:cNvPr id="12" name="Rectangle 52">
            <a:extLst>
              <a:ext uri="{FF2B5EF4-FFF2-40B4-BE49-F238E27FC236}">
                <a16:creationId xmlns:a16="http://schemas.microsoft.com/office/drawing/2014/main" id="{F6605600-1C27-E0F4-13FA-1B2A458270DC}"/>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14" name="Group 24">
            <a:extLst>
              <a:ext uri="{FF2B5EF4-FFF2-40B4-BE49-F238E27FC236}">
                <a16:creationId xmlns:a16="http://schemas.microsoft.com/office/drawing/2014/main" id="{504226B0-1F4B-F40D-6C69-8CDD00EFD684}"/>
              </a:ext>
            </a:extLst>
          </p:cNvPr>
          <p:cNvGrpSpPr/>
          <p:nvPr/>
        </p:nvGrpSpPr>
        <p:grpSpPr>
          <a:xfrm>
            <a:off x="9548037" y="1292505"/>
            <a:ext cx="2371061" cy="1279435"/>
            <a:chOff x="9548037" y="1292505"/>
            <a:chExt cx="2371061" cy="1279435"/>
          </a:xfrm>
        </p:grpSpPr>
        <p:sp>
          <p:nvSpPr>
            <p:cNvPr id="16" name="Rectangle: Rounded Corners 53">
              <a:extLst>
                <a:ext uri="{FF2B5EF4-FFF2-40B4-BE49-F238E27FC236}">
                  <a16:creationId xmlns:a16="http://schemas.microsoft.com/office/drawing/2014/main" id="{61D2F63F-A0F1-D5C4-9FC6-C0DF851171C2}"/>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17" name="ee4pContent1">
              <a:extLst>
                <a:ext uri="{FF2B5EF4-FFF2-40B4-BE49-F238E27FC236}">
                  <a16:creationId xmlns:a16="http://schemas.microsoft.com/office/drawing/2014/main" id="{9E624E40-21DE-5ED8-4CEF-0549177E38A4}"/>
                </a:ext>
              </a:extLst>
            </p:cNvPr>
            <p:cNvSpPr txBox="1"/>
            <p:nvPr/>
          </p:nvSpPr>
          <p:spPr>
            <a:xfrm>
              <a:off x="9548038" y="1613440"/>
              <a:ext cx="2371060" cy="9585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r>
                <a:rPr lang="es-CL" sz="1200">
                  <a:latin typeface="Calibri"/>
                  <a:sym typeface="+mn-lt"/>
                </a:rPr>
                <a:t/>
              </a:r>
              <a:endParaRPr lang="en-US">
                <a:ea typeface="+mn-ea"/>
                <a:cs typeface="+mn-cs"/>
              </a:endParaRPr>
            </a:p>
            <a:p>
              <a:pPr marL="323850" lvl="1" indent="-215900">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3850" lvl="1" indent="-215900">
                <a:defRPr/>
              </a:pPr>
              <a:r>
                <a:rPr lang="es-CL" sz="1200">
                  <a:latin typeface="Calibri"/>
                  <a:ea typeface="Calibri"/>
                  <a:cs typeface="Calibri"/>
                </a:rPr>
                <a:t>[Por completar]</a:t>
              </a:r>
            </a:p>
            <a:p>
              <a:pPr marL="323850" lvl="1" indent="-215900">
                <a:defRPr/>
              </a:pPr>
              <a:r>
                <a:rPr lang="es-CL" sz="1200">
                  <a:latin typeface="Calibri"/>
                  <a:ea typeface="Calibri"/>
                  <a:cs typeface="Calibri"/>
                </a:rPr>
                <a:t>[Por completar]</a:t>
              </a:r>
            </a:p>
          </p:txBody>
        </p:sp>
      </p:grpSp>
      <p:grpSp>
        <p:nvGrpSpPr>
          <p:cNvPr id="18" name="Group 23">
            <a:extLst>
              <a:ext uri="{FF2B5EF4-FFF2-40B4-BE49-F238E27FC236}">
                <a16:creationId xmlns:a16="http://schemas.microsoft.com/office/drawing/2014/main" id="{FA6F35C4-9EDA-9B78-373F-DAA3FF49441D}"/>
              </a:ext>
            </a:extLst>
          </p:cNvPr>
          <p:cNvGrpSpPr/>
          <p:nvPr/>
        </p:nvGrpSpPr>
        <p:grpSpPr>
          <a:xfrm>
            <a:off x="9548037" y="2696008"/>
            <a:ext cx="2371061" cy="1292583"/>
            <a:chOff x="9548037" y="3000808"/>
            <a:chExt cx="2371061" cy="1292583"/>
          </a:xfrm>
        </p:grpSpPr>
        <p:sp>
          <p:nvSpPr>
            <p:cNvPr id="19" name="Rectangle: Rounded Corners 57">
              <a:extLst>
                <a:ext uri="{FF2B5EF4-FFF2-40B4-BE49-F238E27FC236}">
                  <a16:creationId xmlns:a16="http://schemas.microsoft.com/office/drawing/2014/main" id="{E265A415-8CD7-F4A8-FB6F-9594A0636003}"/>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20" name="ee4pContent1">
              <a:extLst>
                <a:ext uri="{FF2B5EF4-FFF2-40B4-BE49-F238E27FC236}">
                  <a16:creationId xmlns:a16="http://schemas.microsoft.com/office/drawing/2014/main" id="{A7B29B58-0ECF-F3FE-2BCA-639EF7ED6579}"/>
                </a:ext>
              </a:extLst>
            </p:cNvPr>
            <p:cNvSpPr txBox="1"/>
            <p:nvPr/>
          </p:nvSpPr>
          <p:spPr>
            <a:xfrm>
              <a:off x="9548038" y="3318051"/>
              <a:ext cx="2371060" cy="9753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err="1">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r>
                <a:rPr lang="es-CL" sz="1200">
                  <a:latin typeface="Calibri"/>
                  <a:ea typeface="Calibri"/>
                  <a:cs typeface="Calibri"/>
                </a:rPr>
                <a:t>[Por completar]</a:t>
              </a:r>
            </a:p>
            <a:p>
              <a:pPr marL="323850" lvl="1" indent="-215900">
                <a:defRPr/>
              </a:pPr>
              <a:endParaRPr lang="es-CL" sz="1200">
                <a:latin typeface="Calibri"/>
                <a:ea typeface="Calibri"/>
                <a:cs typeface="Calibri"/>
              </a:endParaRPr>
            </a:p>
          </p:txBody>
        </p:sp>
      </p:grpSp>
      <p:grpSp>
        <p:nvGrpSpPr>
          <p:cNvPr id="21" name="Group 25">
            <a:extLst>
              <a:ext uri="{FF2B5EF4-FFF2-40B4-BE49-F238E27FC236}">
                <a16:creationId xmlns:a16="http://schemas.microsoft.com/office/drawing/2014/main" id="{99BBB1FC-D18C-A002-36A5-0E5FA47ACA68}"/>
              </a:ext>
            </a:extLst>
          </p:cNvPr>
          <p:cNvGrpSpPr/>
          <p:nvPr/>
        </p:nvGrpSpPr>
        <p:grpSpPr>
          <a:xfrm>
            <a:off x="9548037" y="4099511"/>
            <a:ext cx="2371061" cy="647000"/>
            <a:chOff x="9548037" y="4099511"/>
            <a:chExt cx="2371061" cy="647000"/>
          </a:xfrm>
        </p:grpSpPr>
        <p:sp>
          <p:nvSpPr>
            <p:cNvPr id="23" name="ee4pContent1">
              <a:extLst>
                <a:ext uri="{FF2B5EF4-FFF2-40B4-BE49-F238E27FC236}">
                  <a16:creationId xmlns:a16="http://schemas.microsoft.com/office/drawing/2014/main" id="{F4B31E3F-17F1-E393-2783-8DA40D97A4DA}"/>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p>
          </p:txBody>
        </p:sp>
        <p:sp>
          <p:nvSpPr>
            <p:cNvPr id="22" name="Rectangle: Rounded Corners 59">
              <a:extLst>
                <a:ext uri="{FF2B5EF4-FFF2-40B4-BE49-F238E27FC236}">
                  <a16:creationId xmlns:a16="http://schemas.microsoft.com/office/drawing/2014/main" id="{922A338A-2780-7B42-0702-9F14C098CCA0}"/>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grpSp>
      <p:grpSp>
        <p:nvGrpSpPr>
          <p:cNvPr id="24" name="Group 28">
            <a:extLst>
              <a:ext uri="{FF2B5EF4-FFF2-40B4-BE49-F238E27FC236}">
                <a16:creationId xmlns:a16="http://schemas.microsoft.com/office/drawing/2014/main" id="{C243D05F-9C6E-EF52-14C1-1F0A0DE4F540}"/>
              </a:ext>
            </a:extLst>
          </p:cNvPr>
          <p:cNvGrpSpPr/>
          <p:nvPr/>
        </p:nvGrpSpPr>
        <p:grpSpPr>
          <a:xfrm>
            <a:off x="9548037" y="5503015"/>
            <a:ext cx="2371061" cy="647000"/>
            <a:chOff x="9548037" y="5503015"/>
            <a:chExt cx="2371061" cy="647000"/>
          </a:xfrm>
        </p:grpSpPr>
        <p:sp>
          <p:nvSpPr>
            <p:cNvPr id="25" name="Rectangle: Rounded Corners 61">
              <a:extLst>
                <a:ext uri="{FF2B5EF4-FFF2-40B4-BE49-F238E27FC236}">
                  <a16:creationId xmlns:a16="http://schemas.microsoft.com/office/drawing/2014/main" id="{87400473-3894-BD77-E146-808579997966}"/>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26" name="ee4pContent1">
              <a:extLst>
                <a:ext uri="{FF2B5EF4-FFF2-40B4-BE49-F238E27FC236}">
                  <a16:creationId xmlns:a16="http://schemas.microsoft.com/office/drawing/2014/main" id="{066C0A1C-04BF-0F93-529E-9CA284AD99A9}"/>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sp>
        <p:nvSpPr>
          <p:cNvPr id="29" name="Rombo 28">
            <a:extLst>
              <a:ext uri="{FF2B5EF4-FFF2-40B4-BE49-F238E27FC236}">
                <a16:creationId xmlns:a16="http://schemas.microsoft.com/office/drawing/2014/main" id="{10E03B79-EF20-D143-35E0-93AFD06AFB32}"/>
              </a:ext>
            </a:extLst>
          </p:cNvPr>
          <p:cNvSpPr/>
          <p:nvPr/>
        </p:nvSpPr>
        <p:spPr>
          <a:xfrm>
            <a:off x="3267857" y="3310190"/>
            <a:ext cx="719750" cy="729472"/>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5" name="Rectangle: Rounded Corners 41">
            <a:extLst>
              <a:ext uri="{FF2B5EF4-FFF2-40B4-BE49-F238E27FC236}">
                <a16:creationId xmlns:a16="http://schemas.microsoft.com/office/drawing/2014/main" id="{972392B1-9378-6491-EF22-AEDF2117ECEF}"/>
              </a:ext>
            </a:extLst>
          </p:cNvPr>
          <p:cNvSpPr/>
          <p:nvPr/>
        </p:nvSpPr>
        <p:spPr>
          <a:xfrm>
            <a:off x="6099206" y="2243072"/>
            <a:ext cx="838522" cy="49869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9" name="Rombo 48">
            <a:extLst>
              <a:ext uri="{FF2B5EF4-FFF2-40B4-BE49-F238E27FC236}">
                <a16:creationId xmlns:a16="http://schemas.microsoft.com/office/drawing/2014/main" id="{289C309C-EE1A-B8D2-BC9C-15326A2FDF06}"/>
              </a:ext>
            </a:extLst>
          </p:cNvPr>
          <p:cNvSpPr/>
          <p:nvPr/>
        </p:nvSpPr>
        <p:spPr>
          <a:xfrm>
            <a:off x="4709506" y="3633659"/>
            <a:ext cx="640077" cy="60127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800">
                <a:solidFill>
                  <a:srgbClr val="696158"/>
                </a:solidFill>
                <a:latin typeface="Calibri"/>
              </a:rPr>
              <a:t>[Por completar]</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52" name="Conector: angular 51">
            <a:extLst>
              <a:ext uri="{FF2B5EF4-FFF2-40B4-BE49-F238E27FC236}">
                <a16:creationId xmlns:a16="http://schemas.microsoft.com/office/drawing/2014/main" id="{D7F76A32-6DF3-8E7F-484C-4E9179CA1DC8}"/>
              </a:ext>
            </a:extLst>
          </p:cNvPr>
          <p:cNvCxnSpPr>
            <a:cxnSpLocks/>
            <a:stCxn id="29" idx="3"/>
            <a:endCxn id="49" idx="1"/>
          </p:cNvCxnSpPr>
          <p:nvPr/>
        </p:nvCxnSpPr>
        <p:spPr>
          <a:xfrm>
            <a:off x="3987607" y="3674926"/>
            <a:ext cx="721899" cy="259368"/>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53" name="CuadroTexto 176">
            <a:extLst>
              <a:ext uri="{FF2B5EF4-FFF2-40B4-BE49-F238E27FC236}">
                <a16:creationId xmlns:a16="http://schemas.microsoft.com/office/drawing/2014/main" id="{81463BF7-21FA-40EA-E596-6E680F136D77}"/>
              </a:ext>
            </a:extLst>
          </p:cNvPr>
          <p:cNvSpPr txBox="1"/>
          <p:nvPr/>
        </p:nvSpPr>
        <p:spPr>
          <a:xfrm>
            <a:off x="3824991" y="3489503"/>
            <a:ext cx="288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cxnSp>
        <p:nvCxnSpPr>
          <p:cNvPr id="138" name="Conector: angular 137">
            <a:extLst>
              <a:ext uri="{FF2B5EF4-FFF2-40B4-BE49-F238E27FC236}">
                <a16:creationId xmlns:a16="http://schemas.microsoft.com/office/drawing/2014/main" id="{EA18A335-954D-0703-7446-0B653148773B}"/>
              </a:ext>
            </a:extLst>
          </p:cNvPr>
          <p:cNvCxnSpPr>
            <a:cxnSpLocks/>
            <a:stCxn id="55" idx="3"/>
            <a:endCxn id="45" idx="1"/>
          </p:cNvCxnSpPr>
          <p:nvPr/>
        </p:nvCxnSpPr>
        <p:spPr>
          <a:xfrm flipV="1">
            <a:off x="5819367" y="2492421"/>
            <a:ext cx="279839" cy="154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40" name="Conector: angular 139">
            <a:extLst>
              <a:ext uri="{FF2B5EF4-FFF2-40B4-BE49-F238E27FC236}">
                <a16:creationId xmlns:a16="http://schemas.microsoft.com/office/drawing/2014/main" id="{765B909D-6E02-6893-C26B-244F86BC58C4}"/>
              </a:ext>
            </a:extLst>
          </p:cNvPr>
          <p:cNvCxnSpPr>
            <a:cxnSpLocks/>
            <a:stCxn id="49" idx="0"/>
            <a:endCxn id="55" idx="1"/>
          </p:cNvCxnSpPr>
          <p:nvPr/>
        </p:nvCxnSpPr>
        <p:spPr>
          <a:xfrm rot="5400000" flipH="1" flipV="1">
            <a:off x="4534570" y="2988940"/>
            <a:ext cx="1139695" cy="149745"/>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46" name="Conector: angular 145">
            <a:extLst>
              <a:ext uri="{FF2B5EF4-FFF2-40B4-BE49-F238E27FC236}">
                <a16:creationId xmlns:a16="http://schemas.microsoft.com/office/drawing/2014/main" id="{CC04187C-00FB-F824-264E-0D9BB1E49149}"/>
              </a:ext>
            </a:extLst>
          </p:cNvPr>
          <p:cNvCxnSpPr>
            <a:cxnSpLocks/>
            <a:stCxn id="29" idx="2"/>
            <a:endCxn id="49" idx="1"/>
          </p:cNvCxnSpPr>
          <p:nvPr/>
        </p:nvCxnSpPr>
        <p:spPr>
          <a:xfrm rot="5400000" flipH="1" flipV="1">
            <a:off x="4115935" y="3446091"/>
            <a:ext cx="105368" cy="1081774"/>
          </a:xfrm>
          <a:prstGeom prst="bentConnector4">
            <a:avLst>
              <a:gd name="adj1" fmla="val -216954"/>
              <a:gd name="adj2" fmla="val 66634"/>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61" name="Oval 2">
            <a:extLst>
              <a:ext uri="{FF2B5EF4-FFF2-40B4-BE49-F238E27FC236}">
                <a16:creationId xmlns:a16="http://schemas.microsoft.com/office/drawing/2014/main" id="{38960E89-E67D-AFA8-FE33-257189031892}"/>
              </a:ext>
            </a:extLst>
          </p:cNvPr>
          <p:cNvSpPr/>
          <p:nvPr/>
        </p:nvSpPr>
        <p:spPr>
          <a:xfrm>
            <a:off x="7830892" y="3970674"/>
            <a:ext cx="1437806" cy="862216"/>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1"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696158"/>
                </a:solidFill>
                <a:effectLst/>
                <a:uLnTx/>
                <a:uFillTx/>
                <a:latin typeface="Calibri"/>
                <a:ea typeface="+mn-ea"/>
                <a:cs typeface="+mn-cs"/>
              </a:rPr>
              <a:t>[Por completar]</a:t>
            </a: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162" name="Oval 30">
            <a:extLst>
              <a:ext uri="{FF2B5EF4-FFF2-40B4-BE49-F238E27FC236}">
                <a16:creationId xmlns:a16="http://schemas.microsoft.com/office/drawing/2014/main" id="{5CDB38DE-83F8-6F58-EF4E-5C753448DF5B}"/>
              </a:ext>
            </a:extLst>
          </p:cNvPr>
          <p:cNvSpPr/>
          <p:nvPr/>
        </p:nvSpPr>
        <p:spPr>
          <a:xfrm>
            <a:off x="990558" y="2216823"/>
            <a:ext cx="1505069" cy="698951"/>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171450" indent="-171450">
              <a:buFont typeface="Arial" panose="020B0604020202020204" pitchFamily="34" charset="0"/>
              <a:buChar char="•"/>
              <a:defRPr/>
            </a:pPr>
            <a:r>
              <a:rPr lang="es-CL" sz="700">
                <a:solidFill>
                  <a:srgbClr val="696158"/>
                </a:solidFill>
                <a:latin typeface="Calibri"/>
                <a:ea typeface="Calibri"/>
                <a:cs typeface="Calibri"/>
              </a:rPr>
              <a:t>[Por completar]</a:t>
            </a:r>
          </a:p>
          <a:p>
            <a:pPr marL="171450" indent="-171450">
              <a:buFont typeface="Arial" panose="020B0604020202020204" pitchFamily="34" charset="0"/>
              <a:buChar char="•"/>
              <a:defRPr/>
            </a:pPr>
            <a:r>
              <a:rPr lang="es-CL" sz="700">
                <a:solidFill>
                  <a:srgbClr val="696158"/>
                </a:solidFill>
                <a:latin typeface="Calibri"/>
                <a:ea typeface="Calibri"/>
                <a:cs typeface="Calibri"/>
              </a:rPr>
              <a:t>[Por completar]</a:t>
            </a:r>
            <a:endParaRPr lang="es-ES"/>
          </a:p>
        </p:txBody>
      </p:sp>
      <p:sp>
        <p:nvSpPr>
          <p:cNvPr id="163" name="Rectangle: Rounded Corners 33">
            <a:extLst>
              <a:ext uri="{FF2B5EF4-FFF2-40B4-BE49-F238E27FC236}">
                <a16:creationId xmlns:a16="http://schemas.microsoft.com/office/drawing/2014/main" id="{FA749B28-464D-EAD3-E446-47407FC0F0ED}"/>
              </a:ext>
            </a:extLst>
          </p:cNvPr>
          <p:cNvSpPr/>
          <p:nvPr/>
        </p:nvSpPr>
        <p:spPr>
          <a:xfrm>
            <a:off x="6312059" y="2792411"/>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184" name="Conector: angular 183">
            <a:extLst>
              <a:ext uri="{FF2B5EF4-FFF2-40B4-BE49-F238E27FC236}">
                <a16:creationId xmlns:a16="http://schemas.microsoft.com/office/drawing/2014/main" id="{E1888058-35E8-1C08-8337-C328BDEE4E4D}"/>
              </a:ext>
            </a:extLst>
          </p:cNvPr>
          <p:cNvCxnSpPr>
            <a:cxnSpLocks/>
            <a:stCxn id="49" idx="2"/>
            <a:endCxn id="161" idx="2"/>
          </p:cNvCxnSpPr>
          <p:nvPr/>
        </p:nvCxnSpPr>
        <p:spPr>
          <a:xfrm rot="16200000" flipH="1">
            <a:off x="6346792" y="2917681"/>
            <a:ext cx="166853" cy="280134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95" name="CuadroTexto 176">
            <a:extLst>
              <a:ext uri="{FF2B5EF4-FFF2-40B4-BE49-F238E27FC236}">
                <a16:creationId xmlns:a16="http://schemas.microsoft.com/office/drawing/2014/main" id="{8EADEC09-ACB1-69CD-66FF-BD54FB8EEB18}"/>
              </a:ext>
            </a:extLst>
          </p:cNvPr>
          <p:cNvSpPr txBox="1"/>
          <p:nvPr/>
        </p:nvSpPr>
        <p:spPr>
          <a:xfrm>
            <a:off x="4783529" y="4166384"/>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196" name="CuadroTexto 176">
            <a:extLst>
              <a:ext uri="{FF2B5EF4-FFF2-40B4-BE49-F238E27FC236}">
                <a16:creationId xmlns:a16="http://schemas.microsoft.com/office/drawing/2014/main" id="{BF6168D5-D3E7-7777-2282-42F006D09A67}"/>
              </a:ext>
            </a:extLst>
          </p:cNvPr>
          <p:cNvSpPr txBox="1"/>
          <p:nvPr/>
        </p:nvSpPr>
        <p:spPr>
          <a:xfrm>
            <a:off x="4776409" y="3530460"/>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226" name="Rectangle: Rounded Corners 41">
            <a:extLst>
              <a:ext uri="{FF2B5EF4-FFF2-40B4-BE49-F238E27FC236}">
                <a16:creationId xmlns:a16="http://schemas.microsoft.com/office/drawing/2014/main" id="{785CB8C7-2B51-C44D-8646-F7F31845ED64}"/>
              </a:ext>
            </a:extLst>
          </p:cNvPr>
          <p:cNvSpPr/>
          <p:nvPr/>
        </p:nvSpPr>
        <p:spPr>
          <a:xfrm>
            <a:off x="2354727" y="3417191"/>
            <a:ext cx="666839" cy="519018"/>
          </a:xfrm>
          <a:prstGeom prst="roundRect">
            <a:avLst>
              <a:gd name="adj" fmla="val 9524"/>
            </a:avLst>
          </a:prstGeom>
          <a:solidFill>
            <a:schemeClr val="tx2">
              <a:lumMod val="20000"/>
              <a:lumOff val="80000"/>
            </a:schemeClr>
          </a:solidFill>
          <a:ln w="15240" cap="rnd" cmpd="sng" algn="ctr">
            <a:solidFill>
              <a:schemeClr val="tx2"/>
            </a:solidFill>
            <a:prstDash val="sys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r>
              <a:rPr lang="es-CL" sz="800">
                <a:solidFill>
                  <a:srgbClr val="696158"/>
                </a:solidFill>
                <a:latin typeface="Calibri"/>
              </a:rPr>
              <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235" name="Conector recto de flecha 234">
            <a:extLst>
              <a:ext uri="{FF2B5EF4-FFF2-40B4-BE49-F238E27FC236}">
                <a16:creationId xmlns:a16="http://schemas.microsoft.com/office/drawing/2014/main" id="{40E820B8-E2B6-ED6B-161C-0C685642A3D3}"/>
              </a:ext>
            </a:extLst>
          </p:cNvPr>
          <p:cNvCxnSpPr>
            <a:cxnSpLocks/>
            <a:stCxn id="226" idx="3"/>
            <a:endCxn id="29" idx="1"/>
          </p:cNvCxnSpPr>
          <p:nvPr/>
        </p:nvCxnSpPr>
        <p:spPr>
          <a:xfrm flipV="1">
            <a:off x="3021566" y="3674926"/>
            <a:ext cx="246291" cy="177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36" name="Rectangle: Rounded Corners 33">
            <a:extLst>
              <a:ext uri="{FF2B5EF4-FFF2-40B4-BE49-F238E27FC236}">
                <a16:creationId xmlns:a16="http://schemas.microsoft.com/office/drawing/2014/main" id="{CE02D44F-2436-BD05-95A2-C71A69BE13A4}"/>
              </a:ext>
            </a:extLst>
          </p:cNvPr>
          <p:cNvSpPr/>
          <p:nvPr/>
        </p:nvSpPr>
        <p:spPr>
          <a:xfrm>
            <a:off x="2483695" y="3855371"/>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grpSp>
        <p:nvGrpSpPr>
          <p:cNvPr id="33" name="Grupo 32">
            <a:extLst>
              <a:ext uri="{FF2B5EF4-FFF2-40B4-BE49-F238E27FC236}">
                <a16:creationId xmlns:a16="http://schemas.microsoft.com/office/drawing/2014/main" id="{F0989DD6-EEF2-770D-1A08-B92DCF4C9101}"/>
              </a:ext>
            </a:extLst>
          </p:cNvPr>
          <p:cNvGrpSpPr/>
          <p:nvPr/>
        </p:nvGrpSpPr>
        <p:grpSpPr>
          <a:xfrm>
            <a:off x="8156851" y="5066090"/>
            <a:ext cx="823274" cy="727366"/>
            <a:chOff x="8136083" y="3402403"/>
            <a:chExt cx="942610" cy="1062738"/>
          </a:xfrm>
        </p:grpSpPr>
        <p:pic>
          <p:nvPicPr>
            <p:cNvPr id="34" name="Gráfico 33" descr="Documento con relleno sólido">
              <a:extLst>
                <a:ext uri="{FF2B5EF4-FFF2-40B4-BE49-F238E27FC236}">
                  <a16:creationId xmlns:a16="http://schemas.microsoft.com/office/drawing/2014/main" id="{CDEA0049-3DAA-1024-220A-0202E0EFE52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35" name="Rectangle: Rounded Corners 10">
              <a:extLst>
                <a:ext uri="{FF2B5EF4-FFF2-40B4-BE49-F238E27FC236}">
                  <a16:creationId xmlns:a16="http://schemas.microsoft.com/office/drawing/2014/main" id="{9D92C0E8-77F6-B8BE-9531-FFB02E033B5A}"/>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cxnSp>
        <p:nvCxnSpPr>
          <p:cNvPr id="36" name="Conector recto 35">
            <a:extLst>
              <a:ext uri="{FF2B5EF4-FFF2-40B4-BE49-F238E27FC236}">
                <a16:creationId xmlns:a16="http://schemas.microsoft.com/office/drawing/2014/main" id="{DE18A464-406D-F321-A0DD-6764CB0FE8C7}"/>
              </a:ext>
            </a:extLst>
          </p:cNvPr>
          <p:cNvCxnSpPr>
            <a:cxnSpLocks/>
            <a:stCxn id="34" idx="0"/>
            <a:endCxn id="161" idx="4"/>
          </p:cNvCxnSpPr>
          <p:nvPr/>
        </p:nvCxnSpPr>
        <p:spPr>
          <a:xfrm flipH="1" flipV="1">
            <a:off x="8549795" y="4832890"/>
            <a:ext cx="4848" cy="233200"/>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sp>
        <p:nvSpPr>
          <p:cNvPr id="2" name="Rombo 1">
            <a:extLst>
              <a:ext uri="{FF2B5EF4-FFF2-40B4-BE49-F238E27FC236}">
                <a16:creationId xmlns:a16="http://schemas.microsoft.com/office/drawing/2014/main" id="{EB02A958-26AA-B00F-8E27-D11F0FB184CC}"/>
              </a:ext>
            </a:extLst>
          </p:cNvPr>
          <p:cNvSpPr/>
          <p:nvPr/>
        </p:nvSpPr>
        <p:spPr>
          <a:xfrm>
            <a:off x="1383374" y="3262958"/>
            <a:ext cx="719750" cy="729472"/>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defRPr/>
            </a:pPr>
            <a:r>
              <a:rPr lang="es-CL" sz="700">
                <a:solidFill>
                  <a:srgbClr val="696158"/>
                </a:solidFill>
                <a:latin typeface="Calibri"/>
              </a:rPr>
              <a:t>[Por completar]</a:t>
            </a:r>
            <a:endParaRPr lang="es-ES" sz="700">
              <a:ea typeface="Calibri"/>
              <a:cs typeface="Calibri"/>
            </a:endParaRPr>
          </a:p>
        </p:txBody>
      </p:sp>
      <p:sp>
        <p:nvSpPr>
          <p:cNvPr id="3" name="CuadroTexto 176">
            <a:extLst>
              <a:ext uri="{FF2B5EF4-FFF2-40B4-BE49-F238E27FC236}">
                <a16:creationId xmlns:a16="http://schemas.microsoft.com/office/drawing/2014/main" id="{6B7152D4-5252-3E6C-69CE-37C3B1A15386}"/>
              </a:ext>
            </a:extLst>
          </p:cNvPr>
          <p:cNvSpPr txBox="1"/>
          <p:nvPr/>
        </p:nvSpPr>
        <p:spPr>
          <a:xfrm>
            <a:off x="1501263" y="4000077"/>
            <a:ext cx="288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4" name="CuadroTexto 176">
            <a:extLst>
              <a:ext uri="{FF2B5EF4-FFF2-40B4-BE49-F238E27FC236}">
                <a16:creationId xmlns:a16="http://schemas.microsoft.com/office/drawing/2014/main" id="{AD12C178-176B-1061-12B8-32B5A740FE21}"/>
              </a:ext>
            </a:extLst>
          </p:cNvPr>
          <p:cNvSpPr txBox="1"/>
          <p:nvPr/>
        </p:nvSpPr>
        <p:spPr>
          <a:xfrm>
            <a:off x="2037287" y="3465058"/>
            <a:ext cx="252000" cy="130805"/>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50">
                <a:solidFill>
                  <a:srgbClr val="696158"/>
                </a:solidFill>
                <a:latin typeface="Calibri"/>
              </a:rPr>
              <a:t>SI</a:t>
            </a:r>
            <a:endParaRPr lang="es-CL" sz="85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168" name="Conector recto de flecha 167">
            <a:extLst>
              <a:ext uri="{FF2B5EF4-FFF2-40B4-BE49-F238E27FC236}">
                <a16:creationId xmlns:a16="http://schemas.microsoft.com/office/drawing/2014/main" id="{B930EDCE-10E4-7160-91BF-8B123A0DE141}"/>
              </a:ext>
            </a:extLst>
          </p:cNvPr>
          <p:cNvCxnSpPr>
            <a:cxnSpLocks/>
          </p:cNvCxnSpPr>
          <p:nvPr/>
        </p:nvCxnSpPr>
        <p:spPr>
          <a:xfrm flipV="1">
            <a:off x="2074252" y="3657026"/>
            <a:ext cx="294189" cy="543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4764C709-3D8B-81F1-304A-51198D8A1E71}"/>
              </a:ext>
            </a:extLst>
          </p:cNvPr>
          <p:cNvCxnSpPr>
            <a:cxnSpLocks/>
            <a:stCxn id="162" idx="4"/>
            <a:endCxn id="2" idx="0"/>
          </p:cNvCxnSpPr>
          <p:nvPr/>
        </p:nvCxnSpPr>
        <p:spPr>
          <a:xfrm>
            <a:off x="1743093" y="2915774"/>
            <a:ext cx="156" cy="34718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41">
            <a:extLst>
              <a:ext uri="{FF2B5EF4-FFF2-40B4-BE49-F238E27FC236}">
                <a16:creationId xmlns:a16="http://schemas.microsoft.com/office/drawing/2014/main" id="{D27014E2-8666-C4A2-A182-4C9772195378}"/>
              </a:ext>
            </a:extLst>
          </p:cNvPr>
          <p:cNvSpPr/>
          <p:nvPr/>
        </p:nvSpPr>
        <p:spPr>
          <a:xfrm>
            <a:off x="1367601" y="4673793"/>
            <a:ext cx="1072202" cy="51901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r>
              <a:rPr lang="es-CL" sz="800">
                <a:solidFill>
                  <a:srgbClr val="696158"/>
                </a:solidFill>
                <a:latin typeface="Calibri"/>
                <a:ea typeface="Calibri"/>
                <a:cs typeface="Calibri"/>
              </a:rPr>
              <a:t>[Por completar]</a:t>
            </a:r>
            <a:endParaRPr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217" name="Rectangle: Rounded Corners 33">
            <a:extLst>
              <a:ext uri="{FF2B5EF4-FFF2-40B4-BE49-F238E27FC236}">
                <a16:creationId xmlns:a16="http://schemas.microsoft.com/office/drawing/2014/main" id="{030E9BA2-3FC7-E23C-5FA8-28E9F4C25736}"/>
              </a:ext>
            </a:extLst>
          </p:cNvPr>
          <p:cNvSpPr/>
          <p:nvPr/>
        </p:nvSpPr>
        <p:spPr>
          <a:xfrm>
            <a:off x="1723133" y="5166815"/>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55" name="Rombo 54">
            <a:extLst>
              <a:ext uri="{FF2B5EF4-FFF2-40B4-BE49-F238E27FC236}">
                <a16:creationId xmlns:a16="http://schemas.microsoft.com/office/drawing/2014/main" id="{613698C6-626D-B8CF-54AA-210B5A2081B4}"/>
              </a:ext>
            </a:extLst>
          </p:cNvPr>
          <p:cNvSpPr/>
          <p:nvPr/>
        </p:nvSpPr>
        <p:spPr>
          <a:xfrm>
            <a:off x="5179290" y="2193329"/>
            <a:ext cx="640077" cy="60127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800">
                <a:solidFill>
                  <a:srgbClr val="696158"/>
                </a:solidFill>
                <a:latin typeface="Calibri"/>
              </a:rPr>
              <a:t>[Por completar]</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59" name="CuadroTexto 176">
            <a:extLst>
              <a:ext uri="{FF2B5EF4-FFF2-40B4-BE49-F238E27FC236}">
                <a16:creationId xmlns:a16="http://schemas.microsoft.com/office/drawing/2014/main" id="{CA86EA96-8DD3-AE37-652E-BBDF31F285C0}"/>
              </a:ext>
            </a:extLst>
          </p:cNvPr>
          <p:cNvSpPr txBox="1"/>
          <p:nvPr/>
        </p:nvSpPr>
        <p:spPr>
          <a:xfrm>
            <a:off x="5739976" y="2313735"/>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60" name="CuadroTexto 176">
            <a:extLst>
              <a:ext uri="{FF2B5EF4-FFF2-40B4-BE49-F238E27FC236}">
                <a16:creationId xmlns:a16="http://schemas.microsoft.com/office/drawing/2014/main" id="{B396CAD2-6743-8B6C-C5FC-316209B64BB8}"/>
              </a:ext>
            </a:extLst>
          </p:cNvPr>
          <p:cNvSpPr txBox="1"/>
          <p:nvPr/>
        </p:nvSpPr>
        <p:spPr>
          <a:xfrm>
            <a:off x="5516990" y="2754746"/>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cxnSp>
        <p:nvCxnSpPr>
          <p:cNvPr id="61" name="Conector: angular 60">
            <a:extLst>
              <a:ext uri="{FF2B5EF4-FFF2-40B4-BE49-F238E27FC236}">
                <a16:creationId xmlns:a16="http://schemas.microsoft.com/office/drawing/2014/main" id="{E593C0AC-3A36-EC88-F124-C5ACA1835AB6}"/>
              </a:ext>
            </a:extLst>
          </p:cNvPr>
          <p:cNvCxnSpPr>
            <a:cxnSpLocks/>
            <a:stCxn id="55" idx="2"/>
            <a:endCxn id="135" idx="1"/>
          </p:cNvCxnSpPr>
          <p:nvPr/>
        </p:nvCxnSpPr>
        <p:spPr>
          <a:xfrm rot="16200000" flipH="1">
            <a:off x="5477311" y="2816616"/>
            <a:ext cx="654982" cy="61094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1" name="Conector: angular 130">
            <a:extLst>
              <a:ext uri="{FF2B5EF4-FFF2-40B4-BE49-F238E27FC236}">
                <a16:creationId xmlns:a16="http://schemas.microsoft.com/office/drawing/2014/main" id="{BB6509B2-57E7-9297-EA07-4AE6C8230453}"/>
              </a:ext>
            </a:extLst>
          </p:cNvPr>
          <p:cNvCxnSpPr>
            <a:cxnSpLocks/>
            <a:stCxn id="45" idx="3"/>
            <a:endCxn id="161" idx="0"/>
          </p:cNvCxnSpPr>
          <p:nvPr/>
        </p:nvCxnSpPr>
        <p:spPr>
          <a:xfrm>
            <a:off x="6937728" y="2492421"/>
            <a:ext cx="1612067" cy="147825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35" name="Rectangle: Rounded Corners 41">
            <a:extLst>
              <a:ext uri="{FF2B5EF4-FFF2-40B4-BE49-F238E27FC236}">
                <a16:creationId xmlns:a16="http://schemas.microsoft.com/office/drawing/2014/main" id="{F5457EE0-B0C5-2263-908A-D8E7BF7669F0}"/>
              </a:ext>
            </a:extLst>
          </p:cNvPr>
          <p:cNvSpPr/>
          <p:nvPr/>
        </p:nvSpPr>
        <p:spPr>
          <a:xfrm>
            <a:off x="6110276" y="3200232"/>
            <a:ext cx="838522" cy="49869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36" name="Rectangle: Rounded Corners 33">
            <a:extLst>
              <a:ext uri="{FF2B5EF4-FFF2-40B4-BE49-F238E27FC236}">
                <a16:creationId xmlns:a16="http://schemas.microsoft.com/office/drawing/2014/main" id="{BC7D76E9-029D-C67C-48C6-3E2D8C4E97A1}"/>
              </a:ext>
            </a:extLst>
          </p:cNvPr>
          <p:cNvSpPr/>
          <p:nvPr/>
        </p:nvSpPr>
        <p:spPr>
          <a:xfrm>
            <a:off x="6334554" y="365472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144" name="Conector: angular 143">
            <a:extLst>
              <a:ext uri="{FF2B5EF4-FFF2-40B4-BE49-F238E27FC236}">
                <a16:creationId xmlns:a16="http://schemas.microsoft.com/office/drawing/2014/main" id="{5B9E62FC-D34D-B327-46F3-EA3ED7D421BB}"/>
              </a:ext>
            </a:extLst>
          </p:cNvPr>
          <p:cNvCxnSpPr>
            <a:cxnSpLocks/>
            <a:stCxn id="135" idx="3"/>
            <a:endCxn id="161" idx="0"/>
          </p:cNvCxnSpPr>
          <p:nvPr/>
        </p:nvCxnSpPr>
        <p:spPr>
          <a:xfrm>
            <a:off x="6948798" y="3449581"/>
            <a:ext cx="1600997" cy="52109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48" name="CuadroTexto 176">
            <a:extLst>
              <a:ext uri="{FF2B5EF4-FFF2-40B4-BE49-F238E27FC236}">
                <a16:creationId xmlns:a16="http://schemas.microsoft.com/office/drawing/2014/main" id="{537D3157-8BD3-631F-125D-B494F87DD362}"/>
              </a:ext>
            </a:extLst>
          </p:cNvPr>
          <p:cNvSpPr txBox="1"/>
          <p:nvPr/>
        </p:nvSpPr>
        <p:spPr>
          <a:xfrm>
            <a:off x="3351579" y="3974446"/>
            <a:ext cx="215315"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157" name="Rectangle: Rounded Corners 41">
            <a:extLst>
              <a:ext uri="{FF2B5EF4-FFF2-40B4-BE49-F238E27FC236}">
                <a16:creationId xmlns:a16="http://schemas.microsoft.com/office/drawing/2014/main" id="{7F5C994D-A762-7AD6-3286-27E4759691B0}"/>
              </a:ext>
            </a:extLst>
          </p:cNvPr>
          <p:cNvSpPr/>
          <p:nvPr/>
        </p:nvSpPr>
        <p:spPr>
          <a:xfrm>
            <a:off x="4618944" y="5021646"/>
            <a:ext cx="838522" cy="49869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64" name="Rectangle: Rounded Corners 33">
            <a:extLst>
              <a:ext uri="{FF2B5EF4-FFF2-40B4-BE49-F238E27FC236}">
                <a16:creationId xmlns:a16="http://schemas.microsoft.com/office/drawing/2014/main" id="{A29B6938-D860-3014-477E-3EA60D8E2070}"/>
              </a:ext>
            </a:extLst>
          </p:cNvPr>
          <p:cNvSpPr/>
          <p:nvPr/>
        </p:nvSpPr>
        <p:spPr>
          <a:xfrm>
            <a:off x="4847117" y="542323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165" name="Conector: angular 164">
            <a:extLst>
              <a:ext uri="{FF2B5EF4-FFF2-40B4-BE49-F238E27FC236}">
                <a16:creationId xmlns:a16="http://schemas.microsoft.com/office/drawing/2014/main" id="{A9C33266-44B9-1D2D-37C9-F61C2B89CAAD}"/>
              </a:ext>
            </a:extLst>
          </p:cNvPr>
          <p:cNvCxnSpPr>
            <a:cxnSpLocks/>
            <a:stCxn id="29" idx="2"/>
            <a:endCxn id="157" idx="1"/>
          </p:cNvCxnSpPr>
          <p:nvPr/>
        </p:nvCxnSpPr>
        <p:spPr>
          <a:xfrm rot="16200000" flipH="1">
            <a:off x="3507672" y="4159722"/>
            <a:ext cx="1231333" cy="991212"/>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69" name="CuadroTexto 176">
            <a:extLst>
              <a:ext uri="{FF2B5EF4-FFF2-40B4-BE49-F238E27FC236}">
                <a16:creationId xmlns:a16="http://schemas.microsoft.com/office/drawing/2014/main" id="{31D554C2-C9AF-A419-768E-6EF2AB0E5023}"/>
              </a:ext>
            </a:extLst>
          </p:cNvPr>
          <p:cNvSpPr txBox="1"/>
          <p:nvPr/>
        </p:nvSpPr>
        <p:spPr>
          <a:xfrm>
            <a:off x="3656328" y="4937893"/>
            <a:ext cx="814785" cy="274178"/>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[Por completar]</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170" name="CuadroTexto 176">
            <a:extLst>
              <a:ext uri="{FF2B5EF4-FFF2-40B4-BE49-F238E27FC236}">
                <a16:creationId xmlns:a16="http://schemas.microsoft.com/office/drawing/2014/main" id="{276C9E04-D623-35E8-511E-66F6EE472BAC}"/>
              </a:ext>
            </a:extLst>
          </p:cNvPr>
          <p:cNvSpPr txBox="1"/>
          <p:nvPr/>
        </p:nvSpPr>
        <p:spPr>
          <a:xfrm>
            <a:off x="3652779" y="4266639"/>
            <a:ext cx="720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[Por completar]</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cxnSp>
        <p:nvCxnSpPr>
          <p:cNvPr id="179" name="Conector: angular 178">
            <a:extLst>
              <a:ext uri="{FF2B5EF4-FFF2-40B4-BE49-F238E27FC236}">
                <a16:creationId xmlns:a16="http://schemas.microsoft.com/office/drawing/2014/main" id="{C2BE73ED-3C9A-7D2B-2C18-011D9FC8589B}"/>
              </a:ext>
            </a:extLst>
          </p:cNvPr>
          <p:cNvCxnSpPr>
            <a:cxnSpLocks/>
            <a:stCxn id="157" idx="3"/>
            <a:endCxn id="136" idx="2"/>
          </p:cNvCxnSpPr>
          <p:nvPr/>
        </p:nvCxnSpPr>
        <p:spPr>
          <a:xfrm flipV="1">
            <a:off x="5457466" y="3829160"/>
            <a:ext cx="1072071" cy="1441835"/>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99" name="Conector: angular 198">
            <a:extLst>
              <a:ext uri="{FF2B5EF4-FFF2-40B4-BE49-F238E27FC236}">
                <a16:creationId xmlns:a16="http://schemas.microsoft.com/office/drawing/2014/main" id="{37DE71A3-02B6-D47B-3AD8-1E3F0634D50F}"/>
              </a:ext>
            </a:extLst>
          </p:cNvPr>
          <p:cNvCxnSpPr>
            <a:cxnSpLocks/>
            <a:stCxn id="2" idx="2"/>
            <a:endCxn id="30" idx="0"/>
          </p:cNvCxnSpPr>
          <p:nvPr/>
        </p:nvCxnSpPr>
        <p:spPr>
          <a:xfrm rot="16200000" flipH="1">
            <a:off x="1482794" y="4252884"/>
            <a:ext cx="681363" cy="160453"/>
          </a:xfrm>
          <a:prstGeom prst="bentConnector3">
            <a:avLst>
              <a:gd name="adj1" fmla="val 5266"/>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02" name="Conector: angular 201">
            <a:extLst>
              <a:ext uri="{FF2B5EF4-FFF2-40B4-BE49-F238E27FC236}">
                <a16:creationId xmlns:a16="http://schemas.microsoft.com/office/drawing/2014/main" id="{1159C60E-3079-6A30-69DF-B0444DB91132}"/>
              </a:ext>
            </a:extLst>
          </p:cNvPr>
          <p:cNvCxnSpPr>
            <a:cxnSpLocks/>
            <a:stCxn id="30" idx="3"/>
            <a:endCxn id="236" idx="2"/>
          </p:cNvCxnSpPr>
          <p:nvPr/>
        </p:nvCxnSpPr>
        <p:spPr>
          <a:xfrm flipV="1">
            <a:off x="2439803" y="4029802"/>
            <a:ext cx="238875" cy="903500"/>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83621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B806D-C267-F11E-ACA5-2C9A483F335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1BFA000-DA40-141F-C6FF-244B83D90C74}"/>
              </a:ext>
            </a:extLst>
          </p:cNvPr>
          <p:cNvGraphicFramePr>
            <a:graphicFrameLocks/>
          </p:cNvGraphicFramePr>
          <p:nvPr>
            <p:custDataLst>
              <p:tags r:id="rId1"/>
            </p:custDataLst>
            <p:extLst>
              <p:ext uri="{D42A27DB-BD31-4B8C-83A1-F6EECF244321}">
                <p14:modId xmlns:p14="http://schemas.microsoft.com/office/powerpoint/2010/main" val="1565868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F1BFA000-DA40-141F-C6FF-244B83D90C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A9935C-8EFB-1EB3-AC2C-D0372AD5704D}"/>
              </a:ext>
            </a:extLst>
          </p:cNvPr>
          <p:cNvSpPr>
            <a:spLocks noGrp="1"/>
          </p:cNvSpPr>
          <p:nvPr>
            <p:ph type="title"/>
          </p:nvPr>
        </p:nvSpPr>
        <p:spPr/>
        <p:txBody>
          <a:bodyPr vert="horz"/>
          <a:lstStyle/>
          <a:p>
            <a:r>
              <a:rPr lang="es-CL">
                <a:solidFill>
                  <a:schemeClr val="tx1"/>
                </a:solidFill>
              </a:rPr>
              <a:t>[Código] Actividades y tareas | [Nombre del subproceso]</a:t>
            </a:r>
            <a:r>
              <a:rPr lang="es-CL" sz="2400">
                <a:solidFill>
                  <a:schemeClr val="tx1"/>
                </a:solidFill>
              </a:rPr>
              <a:t/>
            </a:r>
            <a:r>
              <a:rPr lang="es-CL" sz="2400"/>
              <a:t/>
            </a:r>
            <a:endParaRPr lang="es-CL"/>
          </a:p>
        </p:txBody>
      </p:sp>
      <p:graphicFrame>
        <p:nvGraphicFramePr>
          <p:cNvPr id="20" name="Table 19">
            <a:extLst>
              <a:ext uri="{FF2B5EF4-FFF2-40B4-BE49-F238E27FC236}">
                <a16:creationId xmlns:a16="http://schemas.microsoft.com/office/drawing/2014/main" id="{59DF0CB4-586F-6BBF-85F9-A342A086E5A5}"/>
              </a:ext>
            </a:extLst>
          </p:cNvPr>
          <p:cNvGraphicFramePr>
            <a:graphicFrameLocks noGrp="1"/>
          </p:cNvGraphicFramePr>
          <p:nvPr>
            <p:extLst>
              <p:ext uri="{D42A27DB-BD31-4B8C-83A1-F6EECF244321}">
                <p14:modId xmlns:p14="http://schemas.microsoft.com/office/powerpoint/2010/main" val="314752700"/>
              </p:ext>
            </p:extLst>
          </p:nvPr>
        </p:nvGraphicFramePr>
        <p:xfrm>
          <a:off x="1010094" y="1003961"/>
          <a:ext cx="10552508" cy="5245741"/>
        </p:xfrm>
        <a:graphic>
          <a:graphicData uri="http://schemas.openxmlformats.org/drawingml/2006/table">
            <a:tbl>
              <a:tblPr>
                <a:tableStyleId>{2D5ABB26-0587-4C30-8999-92F81FD0307C}</a:tableStyleId>
              </a:tblPr>
              <a:tblGrid>
                <a:gridCol w="2581767">
                  <a:extLst>
                    <a:ext uri="{9D8B030D-6E8A-4147-A177-3AD203B41FA5}">
                      <a16:colId xmlns:a16="http://schemas.microsoft.com/office/drawing/2014/main" val="741832067"/>
                    </a:ext>
                  </a:extLst>
                </a:gridCol>
                <a:gridCol w="4453238">
                  <a:extLst>
                    <a:ext uri="{9D8B030D-6E8A-4147-A177-3AD203B41FA5}">
                      <a16:colId xmlns:a16="http://schemas.microsoft.com/office/drawing/2014/main" val="2629782098"/>
                    </a:ext>
                  </a:extLst>
                </a:gridCol>
                <a:gridCol w="3517503">
                  <a:extLst>
                    <a:ext uri="{9D8B030D-6E8A-4147-A177-3AD203B41FA5}">
                      <a16:colId xmlns:a16="http://schemas.microsoft.com/office/drawing/2014/main" val="1732901862"/>
                    </a:ext>
                  </a:extLst>
                </a:gridCol>
              </a:tblGrid>
              <a:tr h="33102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89643">
                <a:tc rowSpan="4">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kern="1200" noProof="0">
                          <a:solidFill>
                            <a:srgbClr val="696158"/>
                          </a:solidFill>
                          <a:effectLst/>
                          <a:latin typeface="Calibri"/>
                          <a:ea typeface="+mn-ea"/>
                          <a:cs typeface="+mn-cs"/>
                        </a:rPr>
                        <a:t>[Por completar]</a:t>
                      </a: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kern="1200" noProof="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231714">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59682130"/>
                  </a:ext>
                </a:extLst>
              </a:tr>
              <a:tr h="231714">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77900720"/>
                  </a:ext>
                </a:extLst>
              </a:tr>
              <a:tr h="231714">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85366580"/>
                  </a:ext>
                </a:extLst>
              </a:tr>
              <a:tr h="231714">
                <a:tc rowSpan="3">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82768450"/>
                  </a:ext>
                </a:extLst>
              </a:tr>
              <a:tr h="132682">
                <a:tc vMerge="1">
                  <a:txBody>
                    <a:bodyPr/>
                    <a:lstStyle/>
                    <a:p>
                      <a:endParaRPr lang="es-ES"/>
                    </a:p>
                  </a:txBody>
                  <a:tcPr marL="27432" marR="27432" marT="27432" marB="27432">
                    <a:lnT w="9524">
                      <a:solidFill>
                        <a:srgbClr val="9A9A9A"/>
                      </a:solidFill>
                    </a:lnT>
                    <a:lnB w="9524">
                      <a:solidFill>
                        <a:srgbClr val="9A9A9A"/>
                      </a:solidFill>
                    </a:lnB>
                  </a:tcPr>
                </a:tc>
                <a:tc>
                  <a:txBody>
                    <a:bodyPr/>
                    <a:lstStyle/>
                    <a:p>
                      <a:pPr marL="0" lvl="1" indent="107950" algn="l" defTabSz="914400" rtl="0" eaLnBrk="1" fontAlgn="auto" latinLnBrk="0" hangingPunct="1">
                        <a:lnSpc>
                          <a:spcPct val="100000"/>
                        </a:lnSpc>
                        <a:spcBef>
                          <a:spcPts val="0"/>
                        </a:spcBef>
                        <a:spcAft>
                          <a:spcPts val="0"/>
                        </a:spcAft>
                        <a:buClr>
                          <a:srgbClr val="EA7600"/>
                        </a:buClr>
                        <a:buNone/>
                      </a:pPr>
                      <a:r>
                        <a:rPr lang="en-US" sz="1100" b="0" i="0" u="none" strike="noStrike" kern="1200" err="1">
                          <a:solidFill>
                            <a:srgbClr val="696158"/>
                          </a:solidFill>
                          <a:effectLst/>
                          <a:latin typeface="Calibri"/>
                          <a:ea typeface="+mn-ea"/>
                          <a:cs typeface="+mn-cs"/>
                        </a:rPr>
                        <a:t>[Por completar]</a:t>
                      </a:r>
                      <a:r>
                        <a:rPr lang="en-US" sz="1100" b="0" i="0" u="none" strike="noStrike" kern="1200">
                          <a:solidFill>
                            <a:srgbClr val="696158"/>
                          </a:solidFill>
                          <a:effectLst/>
                          <a:latin typeface="Calibri"/>
                          <a:ea typeface="+mn-ea"/>
                          <a:cs typeface="+mn-cs"/>
                        </a:rPr>
                        <a:t/>
                      </a:r>
                      <a:r>
                        <a:rPr lang="en-US" sz="1100" b="0" i="0" u="none" strike="noStrike" kern="1200" err="1">
                          <a:solidFill>
                            <a:srgbClr val="696158"/>
                          </a:solidFill>
                          <a:effectLst/>
                          <a:latin typeface="Calibri"/>
                          <a:ea typeface="+mn-ea"/>
                          <a:cs typeface="+mn-cs"/>
                        </a:rPr>
                        <a:t/>
                      </a:r>
                      <a:r>
                        <a:rPr lang="en-US" sz="1100" b="0" i="0" u="none" strike="noStrike" kern="1200">
                          <a:solidFill>
                            <a:srgbClr val="696158"/>
                          </a:solidFill>
                          <a:effectLst/>
                          <a:latin typeface="Calibri"/>
                          <a:ea typeface="+mn-ea"/>
                          <a:cs typeface="+mn-cs"/>
                        </a:rPr>
                        <a:t/>
                      </a:r>
                      <a:r>
                        <a:rPr lang="en-US" sz="1100" b="0" i="0" u="none" strike="noStrike" kern="1200" err="1">
                          <a:solidFill>
                            <a:srgbClr val="696158"/>
                          </a:solidFill>
                          <a:effectLst/>
                          <a:latin typeface="Calibri"/>
                          <a:ea typeface="+mn-ea"/>
                          <a:cs typeface="+mn-cs"/>
                        </a:rPr>
                        <a:t/>
                      </a:r>
                      <a:r>
                        <a:rPr lang="en-US" sz="1100" b="0" i="0" u="none" strike="noStrike" kern="1200">
                          <a:solidFill>
                            <a:srgbClr val="696158"/>
                          </a:solidFill>
                          <a:effectLst/>
                          <a:latin typeface="Calibri"/>
                          <a:ea typeface="+mn-ea"/>
                          <a:cs typeface="+mn-cs"/>
                        </a:rPr>
                        <a:t/>
                      </a:r>
                      <a:r>
                        <a:rPr lang="en-US" sz="1100" b="0" i="0" u="none" strike="noStrike" kern="1200" err="1">
                          <a:solidFill>
                            <a:srgbClr val="696158"/>
                          </a:solidFill>
                          <a:effectLst/>
                          <a:latin typeface="Calibri"/>
                          <a:ea typeface="+mn-ea"/>
                          <a:cs typeface="+mn-cs"/>
                        </a:rPr>
                        <a:t/>
                      </a:r>
                      <a:r>
                        <a:rPr lang="en-US" sz="1100" b="0" i="0" u="none" strike="noStrike" kern="1200">
                          <a:solidFill>
                            <a:srgbClr val="696158"/>
                          </a:solidFill>
                          <a:effectLst/>
                          <a:latin typeface="Calibri"/>
                          <a:ea typeface="+mn-ea"/>
                          <a:cs typeface="+mn-cs"/>
                        </a:rPr>
                        <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marR="0" lvl="1" indent="0" algn="l" defTabSz="914400" rtl="0" eaLnBrk="1" fontAlgn="auto" latinLnBrk="0" hangingPunct="1">
                        <a:lnSpc>
                          <a:spcPct val="100000"/>
                        </a:lnSpc>
                        <a:spcBef>
                          <a:spcPts val="0"/>
                        </a:spcBef>
                        <a:spcAft>
                          <a:spcPts val="0"/>
                        </a:spcAft>
                        <a:buClr>
                          <a:srgbClr val="EA7600"/>
                        </a:buClr>
                        <a:buSzTx/>
                        <a:buFontTx/>
                        <a:buNone/>
                        <a:tabLst/>
                        <a:defRPr/>
                      </a:pPr>
                      <a:r>
                        <a:rPr lang="es-CL" sz="1100" b="0" i="0" u="none" strike="noStrike" kern="1200">
                          <a:solidFill>
                            <a:srgbClr val="696158"/>
                          </a:solidFill>
                          <a:effectLst/>
                          <a:latin typeface="Calibri"/>
                          <a:ea typeface="+mn-ea"/>
                          <a:cs typeface="+mn-cs"/>
                        </a:rPr>
                        <a:t>[Por completar]</a:t>
                      </a:r>
                      <a:endParaRPr lang="es-CL" sz="1100" b="0" i="0" u="none" strike="noStrike" kern="1200" noProof="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1903557913"/>
                  </a:ext>
                </a:extLst>
              </a:tr>
              <a:tr h="289643">
                <a:tc vMerge="1">
                  <a:txBody>
                    <a:bodyPr/>
                    <a:lstStyle/>
                    <a:p>
                      <a:endParaRPr lang="es-ES"/>
                    </a:p>
                  </a:txBody>
                  <a:tcPr marL="27432" marR="27432" marT="27432" marB="27432">
                    <a:lnT w="9524">
                      <a:solidFill>
                        <a:srgbClr val="9A9A9A"/>
                      </a:solidFill>
                    </a:lnT>
                    <a:lnB w="9524">
                      <a:solidFill>
                        <a:srgbClr val="9A9A9A"/>
                      </a:solidFill>
                    </a:lnB>
                  </a:tcPr>
                </a:tc>
                <a:tc>
                  <a:txBody>
                    <a:bodyPr/>
                    <a:lstStyle/>
                    <a:p>
                      <a:pPr marL="107950" lvl="1" indent="0" algn="l" defTabSz="914400" rtl="0" eaLnBrk="1" fontAlgn="auto" latinLnBrk="0" hangingPunct="1">
                        <a:lnSpc>
                          <a:spcPct val="100000"/>
                        </a:lnSpc>
                        <a:spcBef>
                          <a:spcPts val="0"/>
                        </a:spcBef>
                        <a:spcAft>
                          <a:spcPts val="0"/>
                        </a:spcAft>
                        <a:buClr>
                          <a:srgbClr val="EA7600"/>
                        </a:buClr>
                        <a:buNone/>
                      </a:pPr>
                      <a:r>
                        <a:rPr lang="es-ES" sz="1100" b="0" i="0" u="none" strike="noStrike" kern="1200">
                          <a:solidFill>
                            <a:srgbClr val="696158"/>
                          </a:solidFill>
                          <a:effectLst/>
                          <a:latin typeface="Calibri"/>
                          <a:ea typeface="+mn-ea"/>
                          <a:cs typeface="+mn-cs"/>
                        </a:rPr>
                        <a:t>[Por completar]</a:t>
                      </a:r>
                      <a:r>
                        <a:rPr lang="en-US" sz="1100" b="0" i="0" u="none" strike="noStrike" kern="1200">
                          <a:solidFill>
                            <a:srgbClr val="696158"/>
                          </a:solidFill>
                          <a:effectLst/>
                          <a:latin typeface="+mn-lt"/>
                          <a:ea typeface="+mn-ea"/>
                          <a:cs typeface="+mn-cs"/>
                        </a:rPr>
                        <a:t/>
                      </a:r>
                      <a:r>
                        <a:rPr lang="en-US" sz="1100" b="0" i="0" u="none" strike="noStrike" kern="1200" err="1">
                          <a:solidFill>
                            <a:srgbClr val="696158"/>
                          </a:solidFill>
                          <a:effectLst/>
                          <a:latin typeface="+mn-lt"/>
                          <a:ea typeface="+mn-ea"/>
                          <a:cs typeface="+mn-cs"/>
                        </a:rPr>
                        <a:t/>
                      </a:r>
                      <a:r>
                        <a:rPr lang="en-US" sz="1100" b="0" i="0" u="none" strike="noStrike" kern="1200">
                          <a:solidFill>
                            <a:srgbClr val="696158"/>
                          </a:solidFill>
                          <a:effectLst/>
                          <a:latin typeface="+mn-lt"/>
                          <a:ea typeface="+mn-ea"/>
                          <a:cs typeface="+mn-cs"/>
                        </a:rPr>
                        <a:t/>
                      </a:r>
                      <a:endParaRPr lang="es-ES" sz="1100" b="0" i="0" u="none" strike="noStrike" kern="1200">
                        <a:solidFill>
                          <a:srgbClr val="696158"/>
                        </a:solidFill>
                        <a:effectLst/>
                        <a:latin typeface="Calibri"/>
                        <a:ea typeface="+mn-ea"/>
                        <a:cs typeface="+mn-cs"/>
                      </a:endParaRPr>
                    </a:p>
                  </a:txBody>
                  <a:tcPr marL="27432" marR="27432" marT="27432" marB="27432" anchor="ctr">
                    <a:lnT w="9524">
                      <a:solidFill>
                        <a:srgbClr val="9A9A9A"/>
                      </a:solidFill>
                    </a:lnT>
                    <a:lnB w="9524">
                      <a:solidFill>
                        <a:srgbClr val="9A9A9A"/>
                      </a:solidFill>
                    </a:lnB>
                  </a:tcPr>
                </a:tc>
                <a:tc>
                  <a:txBody>
                    <a:bodyPr/>
                    <a:lstStyle/>
                    <a:p>
                      <a:pPr marL="0" lvl="1" indent="0" algn="l" defTabSz="914400" rtl="0" eaLnBrk="1" fontAlgn="auto" latinLnBrk="0" hangingPunct="1">
                        <a:lnSpc>
                          <a:spcPct val="100000"/>
                        </a:lnSpc>
                        <a:spcBef>
                          <a:spcPts val="0"/>
                        </a:spcBef>
                        <a:spcAft>
                          <a:spcPts val="0"/>
                        </a:spcAft>
                        <a:buClr>
                          <a:srgbClr val="EA7600"/>
                        </a:buClr>
                        <a:buNone/>
                      </a:pPr>
                      <a:r>
                        <a:rPr lang="en-US" sz="1100" b="0" i="0" u="none" strike="noStrike" kern="1200" err="1">
                          <a:solidFill>
                            <a:srgbClr val="696158"/>
                          </a:solidFill>
                          <a:effectLst/>
                          <a:latin typeface="+mn-lt"/>
                          <a:ea typeface="+mn-ea"/>
                          <a:cs typeface="+mn-cs"/>
                        </a:rPr>
                        <a:t>[Por completar]</a:t>
                      </a:r>
                      <a:r>
                        <a:rPr lang="en-US" sz="1100" b="0" i="0" u="none" strike="noStrike" kern="1200">
                          <a:solidFill>
                            <a:srgbClr val="696158"/>
                          </a:solidFill>
                          <a:effectLst/>
                          <a:latin typeface="+mn-lt"/>
                          <a:ea typeface="+mn-ea"/>
                          <a:cs typeface="+mn-cs"/>
                        </a:rPr>
                        <a:t/>
                      </a:r>
                      <a:r>
                        <a:rPr lang="en-US" sz="1100" b="0" i="0" u="none" strike="noStrike" kern="1200" err="1">
                          <a:solidFill>
                            <a:srgbClr val="696158"/>
                          </a:solidFill>
                          <a:effectLst/>
                          <a:latin typeface="+mn-lt"/>
                          <a:ea typeface="+mn-ea"/>
                          <a:cs typeface="+mn-cs"/>
                        </a:rPr>
                        <a:t/>
                      </a:r>
                      <a:r>
                        <a:rPr lang="en-US" sz="1100" b="0" i="0" u="none" strike="noStrike" kern="1200">
                          <a:solidFill>
                            <a:srgbClr val="696158"/>
                          </a:solidFill>
                          <a:effectLst/>
                          <a:latin typeface="+mn-lt"/>
                          <a:ea typeface="+mn-ea"/>
                          <a:cs typeface="+mn-cs"/>
                        </a:rPr>
                        <a:t/>
                      </a: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2067680618"/>
                  </a:ext>
                </a:extLst>
              </a:tr>
              <a:tr h="289643">
                <a:tc>
                  <a:txBody>
                    <a:bodyPr/>
                    <a:lstStyle/>
                    <a:p>
                      <a:pPr marL="0" lvl="0" indent="0" algn="l" rtl="0">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endParaRPr lang="en-US"/>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Calibri"/>
                        </a:rPr>
                        <a:t>[Por completar]</a:t>
                      </a:r>
                    </a:p>
                  </a:txBody>
                  <a:tcPr marL="27432" marR="27432" marT="27432" marB="27432" anchor="ctr">
                    <a:lnT w="9524">
                      <a:solidFill>
                        <a:srgbClr val="9A9A9A"/>
                      </a:solidFill>
                    </a:lnT>
                    <a:lnB w="9524">
                      <a:solidFill>
                        <a:srgbClr val="9A9A9A"/>
                      </a:solidFill>
                    </a:lnB>
                  </a:tcPr>
                </a:tc>
                <a:tc>
                  <a:txBody>
                    <a:bodyPr/>
                    <a:lstStyle/>
                    <a:p>
                      <a:pPr marL="0" lvl="1" indent="0" algn="l" defTabSz="914400" rtl="0" eaLnBrk="1" fontAlgn="auto" latinLnBrk="0" hangingPunct="1">
                        <a:lnSpc>
                          <a:spcPct val="100000"/>
                        </a:lnSpc>
                        <a:spcBef>
                          <a:spcPts val="0"/>
                        </a:spcBef>
                        <a:spcAft>
                          <a:spcPts val="0"/>
                        </a:spcAft>
                        <a:buClr>
                          <a:srgbClr val="EA7600"/>
                        </a:buClr>
                        <a:buNone/>
                      </a:pPr>
                      <a:r>
                        <a:rPr lang="en-US" sz="1100" b="0" i="0" u="none" strike="noStrike" kern="1200" err="1">
                          <a:solidFill>
                            <a:srgbClr val="696158"/>
                          </a:solidFill>
                          <a:effectLst/>
                          <a:latin typeface="+mn-lt"/>
                          <a:ea typeface="+mn-ea"/>
                          <a:cs typeface="+mn-cs"/>
                        </a:rPr>
                        <a:t>[Por completar]</a:t>
                      </a:r>
                      <a:r>
                        <a:rPr lang="en-US" sz="1100" b="0" i="0" u="none" strike="noStrike" kern="1200">
                          <a:solidFill>
                            <a:srgbClr val="696158"/>
                          </a:solidFill>
                          <a:effectLst/>
                          <a:latin typeface="+mn-lt"/>
                          <a:ea typeface="+mn-ea"/>
                          <a:cs typeface="+mn-cs"/>
                        </a:rPr>
                        <a:t/>
                      </a:r>
                      <a:r>
                        <a:rPr lang="en-US" sz="1100" b="0" i="0" u="none" strike="noStrike" kern="1200" err="1">
                          <a:solidFill>
                            <a:srgbClr val="696158"/>
                          </a:solidFill>
                          <a:effectLst/>
                          <a:latin typeface="+mn-lt"/>
                          <a:ea typeface="+mn-ea"/>
                          <a:cs typeface="+mn-cs"/>
                        </a:rPr>
                        <a:t/>
                      </a:r>
                      <a:r>
                        <a:rPr lang="en-US" sz="1100" b="0" i="0" u="none" strike="noStrike" kern="1200">
                          <a:solidFill>
                            <a:srgbClr val="696158"/>
                          </a:solidFill>
                          <a:effectLst/>
                          <a:latin typeface="+mn-lt"/>
                          <a:ea typeface="+mn-ea"/>
                          <a:cs typeface="+mn-cs"/>
                        </a:rPr>
                        <a:t/>
                      </a: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1250999956"/>
                  </a:ext>
                </a:extLst>
              </a:tr>
              <a:tr h="289643">
                <a:tc rowSpan="6">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T w="9524" cap="flat" cmpd="sng" algn="ctr">
                      <a:solidFill>
                        <a:srgbClr val="9A9A9A"/>
                      </a:solidFill>
                      <a:prstDash val="solid"/>
                      <a:round/>
                      <a:headEnd type="none" w="med" len="med"/>
                      <a:tailEnd type="none" w="med" len="med"/>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r>
                        <a:rPr lang="es-CL" sz="1100" b="0" i="0" u="none" strike="noStrike" noProof="0">
                          <a:solidFill>
                            <a:srgbClr val="696158"/>
                          </a:solidFill>
                          <a:effectLst/>
                          <a:latin typeface="Calibri"/>
                        </a:rPr>
                        <a:t/>
                      </a:r>
                      <a:endParaRPr lang="es-ES" sz="1100" b="0" i="0" u="none" strike="noStrike">
                        <a:solidFill>
                          <a:srgbClr val="696158"/>
                        </a:solidFill>
                        <a:effectLst/>
                        <a:latin typeface="Calibri"/>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996727831"/>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a:solidFill>
                            <a:srgbClr val="696158"/>
                          </a:solidFill>
                          <a:effectLst/>
                          <a:latin typeface="Calibri"/>
                        </a:rPr>
                        <a:t>[Por completar]</a:t>
                      </a:r>
                      <a:r>
                        <a:rPr lang="es-ES" sz="1100" b="0" i="0" u="none" strike="noStrike" noProof="0">
                          <a:solidFill>
                            <a:srgbClr val="696158"/>
                          </a:solidFill>
                          <a:effectLst/>
                          <a:latin typeface="Calibri"/>
                        </a:rPr>
                        <a:t/>
                      </a:r>
                      <a:r>
                        <a:rPr lang="es-CL" sz="1100" b="0" i="0" u="none" strike="noStrike">
                          <a:solidFill>
                            <a:srgbClr val="696158"/>
                          </a:solidFill>
                          <a:effectLst/>
                          <a:latin typeface="Calibri"/>
                        </a:rPr>
                        <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n-US"/>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562840051"/>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9579477"/>
                  </a:ext>
                </a:extLst>
              </a:tr>
              <a:tr h="289643">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72000" marR="72000" marT="72000" marB="72000">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008437955"/>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endParaRPr lang="en-US"/>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221711613"/>
                  </a:ext>
                </a:extLst>
              </a:tr>
              <a:tr h="289643">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4">
                      <a:solidFill>
                        <a:srgbClr val="9A9A9A"/>
                      </a:solidFill>
                    </a:lnT>
                    <a:lnB w="0">
                      <a:noFill/>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666953367"/>
                  </a:ext>
                </a:extLst>
              </a:tr>
              <a:tr h="289643">
                <a:tc rowSpan="4">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478663199"/>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endParaRPr lang="es-CL"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66996848"/>
                  </a:ext>
                </a:extLst>
              </a:tr>
              <a:tr h="289643">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3912755"/>
                  </a:ext>
                </a:extLst>
              </a:tr>
              <a:tr h="289643">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81818142"/>
                  </a:ext>
                </a:extLst>
              </a:tr>
            </a:tbl>
          </a:graphicData>
        </a:graphic>
      </p:graphicFrame>
      <p:sp>
        <p:nvSpPr>
          <p:cNvPr id="21" name="Rectangle: Rounded Corners 20">
            <a:extLst>
              <a:ext uri="{FF2B5EF4-FFF2-40B4-BE49-F238E27FC236}">
                <a16:creationId xmlns:a16="http://schemas.microsoft.com/office/drawing/2014/main" id="{CC9A3748-983C-A2FD-91AE-90F02BE496FF}"/>
              </a:ext>
            </a:extLst>
          </p:cNvPr>
          <p:cNvSpPr/>
          <p:nvPr/>
        </p:nvSpPr>
        <p:spPr>
          <a:xfrm>
            <a:off x="414665" y="172306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6" name="Rectangle: Rounded Corners 3">
            <a:extLst>
              <a:ext uri="{FF2B5EF4-FFF2-40B4-BE49-F238E27FC236}">
                <a16:creationId xmlns:a16="http://schemas.microsoft.com/office/drawing/2014/main" id="{3D801401-E81C-1CE2-E037-687F2AC7FE44}"/>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F6B718DC-BCAF-3D97-541C-88E884A3512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3" name="Rectangle: Rounded Corners 27">
            <a:extLst>
              <a:ext uri="{FF2B5EF4-FFF2-40B4-BE49-F238E27FC236}">
                <a16:creationId xmlns:a16="http://schemas.microsoft.com/office/drawing/2014/main" id="{F5AC1900-8D01-10B2-1255-E114750BAC6D}"/>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5" name="Rectangle: Rounded Corners 4">
            <a:extLst>
              <a:ext uri="{FF2B5EF4-FFF2-40B4-BE49-F238E27FC236}">
                <a16:creationId xmlns:a16="http://schemas.microsoft.com/office/drawing/2014/main" id="{11334E84-34AA-9AA3-1F0E-6326585989DE}"/>
              </a:ext>
            </a:extLst>
          </p:cNvPr>
          <p:cNvSpPr/>
          <p:nvPr/>
        </p:nvSpPr>
        <p:spPr>
          <a:xfrm>
            <a:off x="414665" y="257246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0" name="Rectangle: Rounded Corners 9">
            <a:extLst>
              <a:ext uri="{FF2B5EF4-FFF2-40B4-BE49-F238E27FC236}">
                <a16:creationId xmlns:a16="http://schemas.microsoft.com/office/drawing/2014/main" id="{6571E66D-A93C-7283-D58B-E3F1EEB08149}"/>
              </a:ext>
            </a:extLst>
          </p:cNvPr>
          <p:cNvSpPr/>
          <p:nvPr/>
        </p:nvSpPr>
        <p:spPr>
          <a:xfrm>
            <a:off x="414665" y="311504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 name="Rectangle: Rounded Corners 10">
            <a:extLst>
              <a:ext uri="{FF2B5EF4-FFF2-40B4-BE49-F238E27FC236}">
                <a16:creationId xmlns:a16="http://schemas.microsoft.com/office/drawing/2014/main" id="{183B4191-A4EE-E78A-03E6-1E761F6C52A1}"/>
              </a:ext>
            </a:extLst>
          </p:cNvPr>
          <p:cNvSpPr/>
          <p:nvPr/>
        </p:nvSpPr>
        <p:spPr>
          <a:xfrm>
            <a:off x="414665" y="411957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 name="Rectangle: Rounded Corners 11">
            <a:extLst>
              <a:ext uri="{FF2B5EF4-FFF2-40B4-BE49-F238E27FC236}">
                <a16:creationId xmlns:a16="http://schemas.microsoft.com/office/drawing/2014/main" id="{3CE52DBD-F63F-5CB5-0D72-727825215F80}"/>
              </a:ext>
            </a:extLst>
          </p:cNvPr>
          <p:cNvSpPr/>
          <p:nvPr/>
        </p:nvSpPr>
        <p:spPr>
          <a:xfrm>
            <a:off x="414665" y="556720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13835618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3149221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562D306-1F78-2BE2-C0C1-CBC86FADCD59}"/>
              </a:ext>
            </a:extLst>
          </p:cNvPr>
          <p:cNvSpPr txBox="1">
            <a:spLocks/>
          </p:cNvSpPr>
          <p:nvPr/>
        </p:nvSpPr>
        <p:spPr>
          <a:xfrm>
            <a:off x="630000" y="1847850"/>
            <a:ext cx="8691280" cy="440055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a:solidFill>
                  <a:schemeClr val="tx1"/>
                </a:solidFill>
              </a:rPr>
              <a:t>[Código] Flujograma subproceso| [Nombre del subproceso]</a:t>
            </a:r>
            <a:r>
              <a:rPr lang="es-CL" sz="2400">
                <a:solidFill>
                  <a:schemeClr val="tx1"/>
                </a:solidFill>
              </a:rPr>
              <a:t/>
            </a:r>
            <a:r>
              <a:rPr lang="es-CL" sz="2400"/>
              <a:t/>
            </a:r>
            <a:endParaRPr lang="es-CL"/>
          </a:p>
        </p:txBody>
      </p:sp>
      <p:sp>
        <p:nvSpPr>
          <p:cNvPr id="5" name="Text Placeholder 3">
            <a:extLst>
              <a:ext uri="{FF2B5EF4-FFF2-40B4-BE49-F238E27FC236}">
                <a16:creationId xmlns:a16="http://schemas.microsoft.com/office/drawing/2014/main" id="{5C18964D-9E64-66B8-5F3D-DA3D586DA22D}"/>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35" name="Rectangle: Rounded Corners 34">
            <a:extLst>
              <a:ext uri="{FF2B5EF4-FFF2-40B4-BE49-F238E27FC236}">
                <a16:creationId xmlns:a16="http://schemas.microsoft.com/office/drawing/2014/main" id="{DFE2E4C6-C167-C199-D6F8-93BB6E1805CE}"/>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A7517C00-66D5-81E8-00BE-11915EC24359}"/>
              </a:ext>
            </a:extLst>
          </p:cNvPr>
          <p:cNvSpPr/>
          <p:nvPr/>
        </p:nvSpPr>
        <p:spPr>
          <a:xfrm>
            <a:off x="13880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050" b="0" i="0" u="none" strike="noStrike" kern="1200" cap="none" spc="0" normalizeH="0" baseline="0" noProof="0">
                <a:ln>
                  <a:noFill/>
                </a:ln>
                <a:solidFill>
                  <a:srgbClr val="696158"/>
                </a:solidFill>
                <a:effectLst/>
                <a:uLnTx/>
                <a:uFillTx/>
                <a:latin typeface="Calibri"/>
                <a:ea typeface="+mn-lt"/>
                <a:cs typeface="Calibri"/>
              </a:rPr>
              <a:t>[Objetivo del subproceso]</a:t>
            </a:r>
            <a:endParaRPr kumimoji="0" lang="es-ES" sz="1800" b="0" i="0" u="none" strike="noStrike" kern="1200" cap="none" spc="0" normalizeH="0" baseline="0" noProof="0">
              <a:ln>
                <a:noFill/>
              </a:ln>
              <a:solidFill>
                <a:prstClr val="white"/>
              </a:solidFill>
              <a:effectLst/>
              <a:uLnTx/>
              <a:uFillTx/>
              <a:latin typeface="Calibri"/>
              <a:ea typeface="+mn-lt"/>
              <a:cs typeface="Calibri"/>
            </a:endParaRPr>
          </a:p>
        </p:txBody>
      </p:sp>
      <p:sp>
        <p:nvSpPr>
          <p:cNvPr id="53" name="Rectangle 52">
            <a:extLst>
              <a:ext uri="{FF2B5EF4-FFF2-40B4-BE49-F238E27FC236}">
                <a16:creationId xmlns:a16="http://schemas.microsoft.com/office/drawing/2014/main" id="{B43EFDAD-E5EE-4BB5-9B99-F3FFD6DD3FE1}"/>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B8670AE7-6962-E6B7-B029-5307CB8CCDCE}"/>
              </a:ext>
            </a:extLst>
          </p:cNvPr>
          <p:cNvGrpSpPr/>
          <p:nvPr/>
        </p:nvGrpSpPr>
        <p:grpSpPr>
          <a:xfrm>
            <a:off x="9548037" y="1292505"/>
            <a:ext cx="2371061" cy="1251553"/>
            <a:chOff x="9548037" y="1292505"/>
            <a:chExt cx="2371061" cy="1251553"/>
          </a:xfrm>
        </p:grpSpPr>
        <p:sp>
          <p:nvSpPr>
            <p:cNvPr id="54" name="Rectangle: Rounded Corners 53">
              <a:extLst>
                <a:ext uri="{FF2B5EF4-FFF2-40B4-BE49-F238E27FC236}">
                  <a16:creationId xmlns:a16="http://schemas.microsoft.com/office/drawing/2014/main" id="{73EA6815-EDAE-C4D0-61F7-DF77E646E070}"/>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18F6A17F-1CC4-88CD-D1AF-B8EB699A8544}"/>
                </a:ext>
              </a:extLst>
            </p:cNvPr>
            <p:cNvSpPr txBox="1"/>
            <p:nvPr/>
          </p:nvSpPr>
          <p:spPr>
            <a:xfrm>
              <a:off x="9548038" y="1577999"/>
              <a:ext cx="2371060" cy="966059"/>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E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r>
                <a:rPr lang="es-CL" sz="1200">
                  <a:latin typeface="Calibri"/>
                  <a:sym typeface="+mn-lt"/>
                </a:rPr>
                <a:t/>
              </a:r>
              <a:endParaRPr kumimoji="0" lang="es-CL"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p:txBody>
        </p:sp>
      </p:grpSp>
      <p:grpSp>
        <p:nvGrpSpPr>
          <p:cNvPr id="24" name="Group 23">
            <a:extLst>
              <a:ext uri="{FF2B5EF4-FFF2-40B4-BE49-F238E27FC236}">
                <a16:creationId xmlns:a16="http://schemas.microsoft.com/office/drawing/2014/main" id="{132F8CB9-B1D1-A065-9F12-DDB702029D00}"/>
              </a:ext>
            </a:extLst>
          </p:cNvPr>
          <p:cNvGrpSpPr/>
          <p:nvPr/>
        </p:nvGrpSpPr>
        <p:grpSpPr>
          <a:xfrm>
            <a:off x="9548037" y="2696008"/>
            <a:ext cx="2371061" cy="703546"/>
            <a:chOff x="9548037" y="3000808"/>
            <a:chExt cx="2371061" cy="703546"/>
          </a:xfrm>
        </p:grpSpPr>
        <p:sp>
          <p:nvSpPr>
            <p:cNvPr id="58" name="Rectangle: Rounded Corners 57">
              <a:extLst>
                <a:ext uri="{FF2B5EF4-FFF2-40B4-BE49-F238E27FC236}">
                  <a16:creationId xmlns:a16="http://schemas.microsoft.com/office/drawing/2014/main" id="{39AC2BA2-E85C-018F-F29B-FCB42FAA8671}"/>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err="1">
                  <a:ln>
                    <a:noFill/>
                  </a:ln>
                  <a:solidFill>
                    <a:prstClr val="white"/>
                  </a:solidFill>
                  <a:effectLst/>
                  <a:uLnTx/>
                  <a:uFillTx/>
                  <a:latin typeface="Calibri"/>
                  <a:ea typeface="+mn-ea"/>
                  <a:cs typeface="+mn-cs"/>
                </a:rPr>
                <a:t>Herramientas</a:t>
              </a:r>
              <a:endParaRPr kumimoji="0" lang="en-US" sz="1200" b="1" i="0" u="none" strike="noStrike" kern="1200" cap="none" spc="0" normalizeH="0" baseline="0" noProof="0">
                <a:ln>
                  <a:noFill/>
                </a:ln>
                <a:solidFill>
                  <a:prstClr val="white"/>
                </a:solidFill>
                <a:effectLst/>
                <a:uLnTx/>
                <a:uFillTx/>
                <a:latin typeface="Calibri"/>
                <a:ea typeface="+mn-ea"/>
                <a:cs typeface="+mn-cs"/>
              </a:endParaRPr>
            </a:p>
          </p:txBody>
        </p:sp>
        <p:sp>
          <p:nvSpPr>
            <p:cNvPr id="61" name="ee4pContent1">
              <a:extLst>
                <a:ext uri="{FF2B5EF4-FFF2-40B4-BE49-F238E27FC236}">
                  <a16:creationId xmlns:a16="http://schemas.microsoft.com/office/drawing/2014/main" id="{2F327A30-CC5D-F77F-A25D-5DDCD58D5382}"/>
                </a:ext>
              </a:extLst>
            </p:cNvPr>
            <p:cNvSpPr txBox="1"/>
            <p:nvPr/>
          </p:nvSpPr>
          <p:spPr>
            <a:xfrm>
              <a:off x="9548038" y="3286301"/>
              <a:ext cx="2371060" cy="41805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err="1">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p:txBody>
        </p:sp>
      </p:grpSp>
      <p:grpSp>
        <p:nvGrpSpPr>
          <p:cNvPr id="26" name="Group 25">
            <a:extLst>
              <a:ext uri="{FF2B5EF4-FFF2-40B4-BE49-F238E27FC236}">
                <a16:creationId xmlns:a16="http://schemas.microsoft.com/office/drawing/2014/main" id="{42C0A76B-F22E-BE59-739E-3B77A44B9E7E}"/>
              </a:ext>
            </a:extLst>
          </p:cNvPr>
          <p:cNvGrpSpPr/>
          <p:nvPr/>
        </p:nvGrpSpPr>
        <p:grpSpPr>
          <a:xfrm>
            <a:off x="9548037" y="4099511"/>
            <a:ext cx="2371061" cy="1242746"/>
            <a:chOff x="9548037" y="4099511"/>
            <a:chExt cx="2371061" cy="1242746"/>
          </a:xfrm>
        </p:grpSpPr>
        <p:sp>
          <p:nvSpPr>
            <p:cNvPr id="60" name="Rectangle: Rounded Corners 59">
              <a:extLst>
                <a:ext uri="{FF2B5EF4-FFF2-40B4-BE49-F238E27FC236}">
                  <a16:creationId xmlns:a16="http://schemas.microsoft.com/office/drawing/2014/main" id="{91E288F2-3F25-4150-D96E-ADC0F88358BC}"/>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err="1">
                  <a:ln>
                    <a:noFill/>
                  </a:ln>
                  <a:solidFill>
                    <a:prstClr val="white"/>
                  </a:solidFill>
                  <a:effectLst/>
                  <a:uLnTx/>
                  <a:uFillTx/>
                  <a:latin typeface="Calibri"/>
                  <a:ea typeface="+mn-ea"/>
                  <a:cs typeface="+mn-cs"/>
                </a:rPr>
                <a:t>KPIs</a:t>
              </a:r>
              <a:endParaRPr kumimoji="0" lang="en-US" sz="1200" b="1" i="0" u="none" strike="noStrike" kern="1200" cap="none" spc="0" normalizeH="0" baseline="0" noProof="0">
                <a:ln>
                  <a:noFill/>
                </a:ln>
                <a:solidFill>
                  <a:prstClr val="white"/>
                </a:solidFill>
                <a:effectLst/>
                <a:uLnTx/>
                <a:uFillTx/>
                <a:latin typeface="Calibri"/>
                <a:ea typeface="+mn-ea"/>
                <a:cs typeface="+mn-cs"/>
              </a:endParaRPr>
            </a:p>
          </p:txBody>
        </p:sp>
        <p:sp>
          <p:nvSpPr>
            <p:cNvPr id="59" name="ee4pContent1">
              <a:extLst>
                <a:ext uri="{FF2B5EF4-FFF2-40B4-BE49-F238E27FC236}">
                  <a16:creationId xmlns:a16="http://schemas.microsoft.com/office/drawing/2014/main" id="{8967D6BE-B6DA-ECCE-AD31-DC7542498D9D}"/>
                </a:ext>
              </a:extLst>
            </p:cNvPr>
            <p:cNvSpPr txBox="1"/>
            <p:nvPr/>
          </p:nvSpPr>
          <p:spPr>
            <a:xfrm>
              <a:off x="9548038" y="4385005"/>
              <a:ext cx="2371060" cy="95725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E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9" name="Group 28">
            <a:extLst>
              <a:ext uri="{FF2B5EF4-FFF2-40B4-BE49-F238E27FC236}">
                <a16:creationId xmlns:a16="http://schemas.microsoft.com/office/drawing/2014/main" id="{C87E236A-65EC-AFF2-F2F3-D6F32C33E8B3}"/>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A21B8C7D-F525-CD12-0946-402AC7D3675A}"/>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24AB00E8-E7ED-EC84-E66C-4BA90E38447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sp>
        <p:nvSpPr>
          <p:cNvPr id="28" name="Rectangle: Rounded Corners 27">
            <a:extLst>
              <a:ext uri="{FF2B5EF4-FFF2-40B4-BE49-F238E27FC236}">
                <a16:creationId xmlns:a16="http://schemas.microsoft.com/office/drawing/2014/main" id="{8023F876-7A01-6D0A-3BB5-9133A59A8CE5}"/>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76" name="Elipse 9">
            <a:extLst>
              <a:ext uri="{FF2B5EF4-FFF2-40B4-BE49-F238E27FC236}">
                <a16:creationId xmlns:a16="http://schemas.microsoft.com/office/drawing/2014/main" id="{6229DCE2-3A24-EACE-1B7D-C1918A17AE85}"/>
              </a:ext>
            </a:extLst>
          </p:cNvPr>
          <p:cNvSpPr/>
          <p:nvPr/>
        </p:nvSpPr>
        <p:spPr>
          <a:xfrm>
            <a:off x="1098551" y="2216671"/>
            <a:ext cx="1424910" cy="772506"/>
          </a:xfrm>
          <a:prstGeom prst="ellipse">
            <a:avLst/>
          </a:prstGeom>
          <a:solidFill>
            <a:srgbClr val="EEF8E4"/>
          </a:solidFill>
          <a:ln w="12344"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700" b="0" i="0" u="none" strike="noStrike" kern="1200" cap="none" spc="0" normalizeH="0" baseline="0" noProof="0">
                <a:ln>
                  <a:noFill/>
                </a:ln>
                <a:solidFill>
                  <a:srgbClr val="696158"/>
                </a:solidFill>
                <a:effectLst/>
                <a:uLnTx/>
                <a:uFillTx/>
                <a:latin typeface="Calibri"/>
                <a:ea typeface="+mn-ea"/>
                <a:cs typeface="+mn-cs"/>
              </a:rPr>
              <a:t>[Por completar]</a:t>
            </a:r>
            <a:r>
              <a:rPr kumimoji="0" lang="es-ES" sz="700" b="0" i="0" u="none" strike="noStrike" kern="1200" cap="none" spc="0" normalizeH="0" baseline="0" noProof="0" err="1">
                <a:ln>
                  <a:noFill/>
                </a:ln>
                <a:solidFill>
                  <a:srgbClr val="696158"/>
                </a:solidFill>
                <a:effectLst/>
                <a:uLnTx/>
                <a:uFillTx/>
                <a:latin typeface="Calibri"/>
                <a:ea typeface="+mn-ea"/>
                <a:cs typeface="+mn-cs"/>
              </a:rPr>
              <a:t/>
            </a:r>
            <a:r>
              <a:rPr kumimoji="0" lang="es-ES" sz="700" b="0" i="0" u="none" strike="noStrike" kern="1200" cap="none" spc="0" normalizeH="0" baseline="0" noProof="0">
                <a:ln>
                  <a:noFill/>
                </a:ln>
                <a:solidFill>
                  <a:srgbClr val="696158"/>
                </a:solidFill>
                <a:effectLst/>
                <a:uLnTx/>
                <a:uFillTx/>
                <a:latin typeface="Calibri"/>
                <a:ea typeface="+mn-ea"/>
                <a:cs typeface="+mn-cs"/>
              </a:rPr>
              <a:t/>
            </a:r>
            <a:r>
              <a:rPr lang="es-ES" sz="700">
                <a:solidFill>
                  <a:srgbClr val="696158"/>
                </a:solidFill>
                <a:latin typeface="Calibri"/>
              </a:rPr>
              <a:t/>
            </a:r>
            <a:r>
              <a:rPr kumimoji="0" lang="es-ES" sz="700" b="0" i="0" u="none" strike="noStrike" kern="1200" cap="none" spc="0" normalizeH="0" baseline="0" noProof="0">
                <a:ln>
                  <a:noFill/>
                </a:ln>
                <a:solidFill>
                  <a:srgbClr val="696158"/>
                </a:solidFill>
                <a:effectLst/>
                <a:uLnTx/>
                <a:uFillTx/>
                <a:latin typeface="Calibri"/>
                <a:ea typeface="+mn-ea"/>
                <a:cs typeface="+mn-cs"/>
              </a:rPr>
              <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700">
                <a:solidFill>
                  <a:srgbClr val="696158"/>
                </a:solidFill>
                <a:latin typeface="Calibri"/>
              </a:rPr>
              <a:t>[Por completar]</a:t>
            </a:r>
            <a:endParaRPr kumimoji="0" lang="es-ES" sz="700" b="0" i="0" u="none" strike="noStrike" kern="1200" cap="none" spc="0" normalizeH="0" baseline="0" noProof="0">
              <a:ln>
                <a:noFill/>
              </a:ln>
              <a:solidFill>
                <a:srgbClr val="696158"/>
              </a:solidFill>
              <a:effectLst/>
              <a:uLnTx/>
              <a:uFillTx/>
              <a:latin typeface="Calibri"/>
              <a:ea typeface="+mn-ea"/>
              <a:cs typeface="+mn-cs"/>
            </a:endParaRPr>
          </a:p>
        </p:txBody>
      </p:sp>
      <p:sp>
        <p:nvSpPr>
          <p:cNvPr id="88" name="Elipse 161">
            <a:extLst>
              <a:ext uri="{FF2B5EF4-FFF2-40B4-BE49-F238E27FC236}">
                <a16:creationId xmlns:a16="http://schemas.microsoft.com/office/drawing/2014/main" id="{F58BC306-3834-AD9C-ADDD-6C7965FC41E8}"/>
              </a:ext>
            </a:extLst>
          </p:cNvPr>
          <p:cNvSpPr/>
          <p:nvPr/>
        </p:nvSpPr>
        <p:spPr>
          <a:xfrm>
            <a:off x="7816565" y="3392817"/>
            <a:ext cx="1379800" cy="783993"/>
          </a:xfrm>
          <a:prstGeom prst="ellipse">
            <a:avLst/>
          </a:prstGeom>
          <a:solidFill>
            <a:srgbClr val="FFD5D5"/>
          </a:solidFill>
          <a:ln w="12344"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1" i="0" u="none" strike="noStrike" kern="1200" cap="none" spc="0" normalizeH="0" baseline="0" noProof="0">
                <a:ln>
                  <a:noFill/>
                </a:ln>
                <a:solidFill>
                  <a:srgbClr val="696158"/>
                </a:solidFill>
                <a:effectLst/>
                <a:uLnTx/>
                <a:uFillTx/>
                <a:latin typeface="Calibri"/>
                <a:ea typeface="Calibri"/>
                <a:cs typeface="Calibri"/>
              </a:rPr>
              <a:t>[Por completar]</a:t>
            </a:r>
            <a:endParaRPr lang="es-CL" sz="700" b="1">
              <a:solidFill>
                <a:srgbClr val="696158"/>
              </a:solidFill>
              <a:latin typeface="Calibri"/>
              <a:ea typeface="Calibri"/>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Calibri"/>
              </a:rPr>
              <a:t>[Por completar]</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3">
            <a:extLst>
              <a:ext uri="{FF2B5EF4-FFF2-40B4-BE49-F238E27FC236}">
                <a16:creationId xmlns:a16="http://schemas.microsoft.com/office/drawing/2014/main" id="{58EE892B-4DE1-2945-8000-007EF8877E8E}"/>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9" name="Rectangle: Rounded Corners 36">
            <a:extLst>
              <a:ext uri="{FF2B5EF4-FFF2-40B4-BE49-F238E27FC236}">
                <a16:creationId xmlns:a16="http://schemas.microsoft.com/office/drawing/2014/main" id="{B2D2F7C6-BECA-1AD7-E5E4-E33519348FB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97" name="Rectángulo 90">
            <a:extLst>
              <a:ext uri="{FF2B5EF4-FFF2-40B4-BE49-F238E27FC236}">
                <a16:creationId xmlns:a16="http://schemas.microsoft.com/office/drawing/2014/main" id="{BA577ECB-7DB4-E953-970D-E69AC7F8060B}"/>
              </a:ext>
            </a:extLst>
          </p:cNvPr>
          <p:cNvSpPr/>
          <p:nvPr/>
        </p:nvSpPr>
        <p:spPr>
          <a:xfrm>
            <a:off x="3276883" y="3396445"/>
            <a:ext cx="1029217"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8" name="Rectangle: Rounded Corners 114">
            <a:extLst>
              <a:ext uri="{FF2B5EF4-FFF2-40B4-BE49-F238E27FC236}">
                <a16:creationId xmlns:a16="http://schemas.microsoft.com/office/drawing/2014/main" id="{DC81B18D-42B8-C70A-C91F-846BD2559CC5}"/>
              </a:ext>
            </a:extLst>
          </p:cNvPr>
          <p:cNvSpPr/>
          <p:nvPr/>
        </p:nvSpPr>
        <p:spPr>
          <a:xfrm>
            <a:off x="3599561" y="4148938"/>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13" b="1" i="0" u="none" strike="noStrike" kern="1200" cap="none" spc="0" normalizeH="0" baseline="0" noProof="0">
                <a:ln>
                  <a:noFill/>
                </a:ln>
                <a:solidFill>
                  <a:prstClr val="white"/>
                </a:solidFill>
                <a:effectLst/>
                <a:uLnTx/>
                <a:uFillTx/>
                <a:latin typeface="Calibri"/>
                <a:ea typeface="+mn-ea"/>
                <a:cs typeface="+mn-cs"/>
              </a:rPr>
              <a:t>[Código]</a:t>
            </a:r>
          </a:p>
        </p:txBody>
      </p:sp>
      <p:sp>
        <p:nvSpPr>
          <p:cNvPr id="198" name="Rectángulo 90">
            <a:extLst>
              <a:ext uri="{FF2B5EF4-FFF2-40B4-BE49-F238E27FC236}">
                <a16:creationId xmlns:a16="http://schemas.microsoft.com/office/drawing/2014/main" id="{364C43D3-A2A2-43FA-AEE2-7E3C44925B12}"/>
              </a:ext>
            </a:extLst>
          </p:cNvPr>
          <p:cNvSpPr/>
          <p:nvPr/>
        </p:nvSpPr>
        <p:spPr>
          <a:xfrm>
            <a:off x="4540092" y="3396445"/>
            <a:ext cx="891634"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1" indent="0" algn="ctr"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05" name="Rectángulo 90">
            <a:extLst>
              <a:ext uri="{FF2B5EF4-FFF2-40B4-BE49-F238E27FC236}">
                <a16:creationId xmlns:a16="http://schemas.microsoft.com/office/drawing/2014/main" id="{7EAC2B7F-40E3-B8ED-6AF5-EE01D80BE067}"/>
              </a:ext>
            </a:extLst>
          </p:cNvPr>
          <p:cNvSpPr/>
          <p:nvPr/>
        </p:nvSpPr>
        <p:spPr>
          <a:xfrm>
            <a:off x="5691851" y="3396445"/>
            <a:ext cx="891634"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17" name="Conector recto 16">
            <a:extLst>
              <a:ext uri="{FF2B5EF4-FFF2-40B4-BE49-F238E27FC236}">
                <a16:creationId xmlns:a16="http://schemas.microsoft.com/office/drawing/2014/main" id="{68BECA1E-A87E-1AEB-941C-8926884A9F84}"/>
              </a:ext>
            </a:extLst>
          </p:cNvPr>
          <p:cNvCxnSpPr>
            <a:cxnSpLocks/>
            <a:stCxn id="15" idx="0"/>
            <a:endCxn id="88" idx="4"/>
          </p:cNvCxnSpPr>
          <p:nvPr/>
        </p:nvCxnSpPr>
        <p:spPr>
          <a:xfrm flipV="1">
            <a:off x="8504010" y="4176810"/>
            <a:ext cx="2455" cy="152845"/>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sp>
        <p:nvSpPr>
          <p:cNvPr id="212" name="Rectangle: Rounded Corners 119">
            <a:extLst>
              <a:ext uri="{FF2B5EF4-FFF2-40B4-BE49-F238E27FC236}">
                <a16:creationId xmlns:a16="http://schemas.microsoft.com/office/drawing/2014/main" id="{933E1430-9B50-6B6E-7A31-99917EFBB222}"/>
              </a:ext>
            </a:extLst>
          </p:cNvPr>
          <p:cNvSpPr/>
          <p:nvPr/>
        </p:nvSpPr>
        <p:spPr>
          <a:xfrm>
            <a:off x="4773620" y="4150840"/>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00" b="1" i="0" u="none" strike="noStrike" kern="1200" cap="none" spc="0" normalizeH="0" baseline="0" noProof="0">
                <a:ln>
                  <a:noFill/>
                </a:ln>
                <a:solidFill>
                  <a:prstClr val="white"/>
                </a:solidFill>
                <a:effectLst/>
                <a:uLnTx/>
                <a:uFillTx/>
                <a:latin typeface="Calibri"/>
                <a:ea typeface="+mn-ea"/>
                <a:cs typeface="+mn-cs"/>
              </a:rPr>
              <a:t>[Código]</a:t>
            </a:r>
            <a:endParaRPr kumimoji="0" lang="es-CL" sz="713" b="1" i="0" u="none" strike="noStrike" kern="1200" cap="none" spc="0" normalizeH="0" baseline="0" noProof="0">
              <a:ln>
                <a:noFill/>
              </a:ln>
              <a:solidFill>
                <a:prstClr val="white"/>
              </a:solidFill>
              <a:effectLst/>
              <a:uLnTx/>
              <a:uFillTx/>
              <a:latin typeface="Calibri"/>
              <a:ea typeface="+mn-ea"/>
              <a:cs typeface="+mn-cs"/>
            </a:endParaRPr>
          </a:p>
        </p:txBody>
      </p:sp>
      <p:sp>
        <p:nvSpPr>
          <p:cNvPr id="213" name="Rectangle: Rounded Corners 119">
            <a:extLst>
              <a:ext uri="{FF2B5EF4-FFF2-40B4-BE49-F238E27FC236}">
                <a16:creationId xmlns:a16="http://schemas.microsoft.com/office/drawing/2014/main" id="{AAD201F3-A340-B1FA-30C1-E2021F7F5F26}"/>
              </a:ext>
            </a:extLst>
          </p:cNvPr>
          <p:cNvSpPr/>
          <p:nvPr/>
        </p:nvSpPr>
        <p:spPr>
          <a:xfrm>
            <a:off x="5924442" y="4141019"/>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00" b="1" i="0" u="none" strike="noStrike" kern="1200" cap="none" spc="0" normalizeH="0" baseline="0" noProof="0">
                <a:ln>
                  <a:noFill/>
                </a:ln>
                <a:solidFill>
                  <a:prstClr val="white"/>
                </a:solidFill>
                <a:effectLst/>
                <a:uLnTx/>
                <a:uFillTx/>
                <a:latin typeface="Calibri"/>
                <a:ea typeface="+mn-ea"/>
                <a:cs typeface="+mn-cs"/>
              </a:rPr>
              <a:t>[Código]</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ángulo 90">
            <a:extLst>
              <a:ext uri="{FF2B5EF4-FFF2-40B4-BE49-F238E27FC236}">
                <a16:creationId xmlns:a16="http://schemas.microsoft.com/office/drawing/2014/main" id="{2EDCF4DE-A880-C734-215F-157FEC429186}"/>
              </a:ext>
            </a:extLst>
          </p:cNvPr>
          <p:cNvSpPr/>
          <p:nvPr/>
        </p:nvSpPr>
        <p:spPr>
          <a:xfrm>
            <a:off x="6764107" y="3398749"/>
            <a:ext cx="891634"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21" name="Rectangle: Rounded Corners 120">
            <a:extLst>
              <a:ext uri="{FF2B5EF4-FFF2-40B4-BE49-F238E27FC236}">
                <a16:creationId xmlns:a16="http://schemas.microsoft.com/office/drawing/2014/main" id="{3947B600-D4B4-6C30-42FE-BC00CF942093}"/>
              </a:ext>
            </a:extLst>
          </p:cNvPr>
          <p:cNvSpPr/>
          <p:nvPr/>
        </p:nvSpPr>
        <p:spPr>
          <a:xfrm>
            <a:off x="7114127" y="4141019"/>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00" b="1" i="0" u="none" strike="noStrike" kern="1200" cap="none" spc="0" normalizeH="0" baseline="0" noProof="0">
                <a:ln>
                  <a:noFill/>
                </a:ln>
                <a:solidFill>
                  <a:prstClr val="white"/>
                </a:solidFill>
                <a:effectLst/>
                <a:uLnTx/>
                <a:uFillTx/>
                <a:latin typeface="Calibri"/>
                <a:ea typeface="+mn-ea"/>
                <a:cs typeface="+mn-cs"/>
              </a:rPr>
              <a:t>[Código]</a:t>
            </a:r>
            <a:endParaRPr kumimoji="0" lang="es-CL" sz="713" b="1" i="0" u="none" strike="noStrike" kern="1200" cap="none" spc="0" normalizeH="0" baseline="0" noProof="0">
              <a:ln>
                <a:noFill/>
              </a:ln>
              <a:solidFill>
                <a:prstClr val="white"/>
              </a:solidFill>
              <a:effectLst/>
              <a:uLnTx/>
              <a:uFillTx/>
              <a:latin typeface="Calibri"/>
              <a:ea typeface="+mn-ea"/>
              <a:cs typeface="+mn-cs"/>
            </a:endParaRPr>
          </a:p>
        </p:txBody>
      </p:sp>
      <p:grpSp>
        <p:nvGrpSpPr>
          <p:cNvPr id="14" name="Grupo 13">
            <a:extLst>
              <a:ext uri="{FF2B5EF4-FFF2-40B4-BE49-F238E27FC236}">
                <a16:creationId xmlns:a16="http://schemas.microsoft.com/office/drawing/2014/main" id="{D77EBF36-48B3-EE5A-702F-941429B1879B}"/>
              </a:ext>
            </a:extLst>
          </p:cNvPr>
          <p:cNvGrpSpPr/>
          <p:nvPr/>
        </p:nvGrpSpPr>
        <p:grpSpPr>
          <a:xfrm>
            <a:off x="8106218" y="4329655"/>
            <a:ext cx="823274" cy="727366"/>
            <a:chOff x="8136083" y="3402403"/>
            <a:chExt cx="942610" cy="1062738"/>
          </a:xfrm>
        </p:grpSpPr>
        <p:pic>
          <p:nvPicPr>
            <p:cNvPr id="15" name="Gráfico 14" descr="Documento con relleno sólido">
              <a:extLst>
                <a:ext uri="{FF2B5EF4-FFF2-40B4-BE49-F238E27FC236}">
                  <a16:creationId xmlns:a16="http://schemas.microsoft.com/office/drawing/2014/main" id="{A6A59C2A-EB6D-2830-8584-6A643A53B73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54001" y="3402403"/>
              <a:ext cx="475071" cy="475071"/>
            </a:xfrm>
            <a:prstGeom prst="rect">
              <a:avLst/>
            </a:prstGeom>
          </p:spPr>
        </p:pic>
        <p:sp>
          <p:nvSpPr>
            <p:cNvPr id="16" name="Rectangle: Rounded Corners 10">
              <a:extLst>
                <a:ext uri="{FF2B5EF4-FFF2-40B4-BE49-F238E27FC236}">
                  <a16:creationId xmlns:a16="http://schemas.microsoft.com/office/drawing/2014/main" id="{506CEFF7-45A1-839A-03C1-C2A58888820F}"/>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cxnSp>
        <p:nvCxnSpPr>
          <p:cNvPr id="18" name="Conector: angular 17">
            <a:extLst>
              <a:ext uri="{FF2B5EF4-FFF2-40B4-BE49-F238E27FC236}">
                <a16:creationId xmlns:a16="http://schemas.microsoft.com/office/drawing/2014/main" id="{3B53F2FE-9B3D-B177-248F-84970BDB78FD}"/>
              </a:ext>
            </a:extLst>
          </p:cNvPr>
          <p:cNvCxnSpPr>
            <a:cxnSpLocks/>
            <a:stCxn id="76" idx="6"/>
            <a:endCxn id="197" idx="1"/>
          </p:cNvCxnSpPr>
          <p:nvPr/>
        </p:nvCxnSpPr>
        <p:spPr>
          <a:xfrm>
            <a:off x="2523461" y="2602924"/>
            <a:ext cx="753422" cy="117977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D52C67F8-E567-963D-DA0B-55AB3A0F55A6}"/>
              </a:ext>
            </a:extLst>
          </p:cNvPr>
          <p:cNvCxnSpPr>
            <a:cxnSpLocks/>
            <a:stCxn id="197" idx="3"/>
            <a:endCxn id="198" idx="1"/>
          </p:cNvCxnSpPr>
          <p:nvPr/>
        </p:nvCxnSpPr>
        <p:spPr>
          <a:xfrm>
            <a:off x="4306100" y="3782699"/>
            <a:ext cx="233992" cy="0"/>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132D0D6F-8E6F-337D-6323-570522CD10D8}"/>
              </a:ext>
            </a:extLst>
          </p:cNvPr>
          <p:cNvCxnSpPr>
            <a:cxnSpLocks/>
            <a:stCxn id="198" idx="3"/>
            <a:endCxn id="205" idx="1"/>
          </p:cNvCxnSpPr>
          <p:nvPr/>
        </p:nvCxnSpPr>
        <p:spPr>
          <a:xfrm>
            <a:off x="5431726" y="3782699"/>
            <a:ext cx="260125" cy="0"/>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E0590C30-A17E-8541-486C-62FFA04D6B33}"/>
              </a:ext>
            </a:extLst>
          </p:cNvPr>
          <p:cNvCxnSpPr>
            <a:cxnSpLocks/>
            <a:stCxn id="205" idx="3"/>
            <a:endCxn id="43" idx="1"/>
          </p:cNvCxnSpPr>
          <p:nvPr/>
        </p:nvCxnSpPr>
        <p:spPr>
          <a:xfrm>
            <a:off x="6583485" y="3782699"/>
            <a:ext cx="180622" cy="2304"/>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C26EA76E-4D9B-F217-719E-894C8E45C5E0}"/>
              </a:ext>
            </a:extLst>
          </p:cNvPr>
          <p:cNvCxnSpPr>
            <a:cxnSpLocks/>
            <a:stCxn id="43" idx="3"/>
            <a:endCxn id="88" idx="2"/>
          </p:cNvCxnSpPr>
          <p:nvPr/>
        </p:nvCxnSpPr>
        <p:spPr>
          <a:xfrm flipV="1">
            <a:off x="7655741" y="3784814"/>
            <a:ext cx="160824" cy="189"/>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569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753E6-411B-C6F3-90E9-88B1DD0D04B1}"/>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5043BC6-B542-D305-A11D-29293D0CE088}"/>
              </a:ext>
            </a:extLst>
          </p:cNvPr>
          <p:cNvGraphicFramePr>
            <a:graphicFrameLocks/>
          </p:cNvGraphicFramePr>
          <p:nvPr>
            <p:custDataLst>
              <p:tags r:id="rId1"/>
            </p:custDataLst>
            <p:extLst>
              <p:ext uri="{D42A27DB-BD31-4B8C-83A1-F6EECF244321}">
                <p14:modId xmlns:p14="http://schemas.microsoft.com/office/powerpoint/2010/main" val="2538486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B5043BC6-B542-D305-A11D-29293D0CE08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07E859-1622-CFF6-5F5F-1C625958D136}"/>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a:solidFill>
                  <a:schemeClr val="tx1"/>
                </a:solidFill>
              </a:rPr>
              <a:t/>
            </a:r>
            <a:r>
              <a:rPr lang="es-CL" sz="2400">
                <a:solidFill>
                  <a:schemeClr val="tx1"/>
                </a:solidFill>
              </a:rPr>
              <a:t/>
            </a:r>
            <a:r>
              <a:rPr lang="es-CL" sz="2400"/>
              <a:t/>
            </a:r>
            <a:endParaRPr lang="es-CL"/>
          </a:p>
        </p:txBody>
      </p:sp>
      <p:graphicFrame>
        <p:nvGraphicFramePr>
          <p:cNvPr id="20" name="Table 19">
            <a:extLst>
              <a:ext uri="{FF2B5EF4-FFF2-40B4-BE49-F238E27FC236}">
                <a16:creationId xmlns:a16="http://schemas.microsoft.com/office/drawing/2014/main" id="{ECA7188C-5F7D-C6BE-6BF4-EE53DFAD09CF}"/>
              </a:ext>
            </a:extLst>
          </p:cNvPr>
          <p:cNvGraphicFramePr>
            <a:graphicFrameLocks noGrp="1"/>
          </p:cNvGraphicFramePr>
          <p:nvPr>
            <p:extLst>
              <p:ext uri="{D42A27DB-BD31-4B8C-83A1-F6EECF244321}">
                <p14:modId xmlns:p14="http://schemas.microsoft.com/office/powerpoint/2010/main" val="3095265468"/>
              </p:ext>
            </p:extLst>
          </p:nvPr>
        </p:nvGraphicFramePr>
        <p:xfrm>
          <a:off x="1074656" y="997274"/>
          <a:ext cx="10629016" cy="4607534"/>
        </p:xfrm>
        <a:graphic>
          <a:graphicData uri="http://schemas.openxmlformats.org/drawingml/2006/table">
            <a:tbl>
              <a:tblPr>
                <a:tableStyleId>{2D5ABB26-0587-4C30-8999-92F81FD0307C}</a:tableStyleId>
              </a:tblPr>
              <a:tblGrid>
                <a:gridCol w="2597385">
                  <a:extLst>
                    <a:ext uri="{9D8B030D-6E8A-4147-A177-3AD203B41FA5}">
                      <a16:colId xmlns:a16="http://schemas.microsoft.com/office/drawing/2014/main" val="2775825265"/>
                    </a:ext>
                  </a:extLst>
                </a:gridCol>
                <a:gridCol w="4443259">
                  <a:extLst>
                    <a:ext uri="{9D8B030D-6E8A-4147-A177-3AD203B41FA5}">
                      <a16:colId xmlns:a16="http://schemas.microsoft.com/office/drawing/2014/main" val="2629782098"/>
                    </a:ext>
                  </a:extLst>
                </a:gridCol>
                <a:gridCol w="3588372">
                  <a:extLst>
                    <a:ext uri="{9D8B030D-6E8A-4147-A177-3AD203B41FA5}">
                      <a16:colId xmlns:a16="http://schemas.microsoft.com/office/drawing/2014/main" val="1732901862"/>
                    </a:ext>
                  </a:extLst>
                </a:gridCol>
              </a:tblGrid>
              <a:tr h="382004">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rPr>
                        <a:t>Nombre actividad</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rPr>
                        <a:t>Tareas</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rPr>
                        <a:t>Responsable</a:t>
                      </a:r>
                    </a:p>
                  </a:txBody>
                  <a:tcPr marL="27432" marR="27432" marT="27432" marB="27432" anchor="ctr">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66682">
                <a:tc rowSpan="8">
                  <a:txBody>
                    <a:bodyPr/>
                    <a:lstStyle/>
                    <a:p>
                      <a:pPr marL="0" marR="0" lvl="0" indent="0" algn="l" rtl="0">
                        <a:lnSpc>
                          <a:spcPct val="100000"/>
                        </a:lnSpc>
                        <a:spcBef>
                          <a:spcPts val="0"/>
                        </a:spcBef>
                        <a:spcAft>
                          <a:spcPts val="0"/>
                        </a:spcAft>
                        <a:buSzTx/>
                        <a:buNone/>
                      </a:pPr>
                      <a:r>
                        <a:rPr kumimoji="0" lang="es-CL" sz="1100" b="0" i="0" u="none" strike="noStrike" kern="1200" cap="none" spc="0" normalizeH="0" baseline="0" noProof="0">
                          <a:ln>
                            <a:noFill/>
                          </a:ln>
                          <a:solidFill>
                            <a:srgbClr val="696158"/>
                          </a:solidFill>
                          <a:effectLst/>
                          <a:uLnTx/>
                          <a:uFillTx/>
                          <a:latin typeface="+mn-lt"/>
                          <a:ea typeface="+mn-ea"/>
                          <a:cs typeface="+mn-cs"/>
                        </a:rPr>
                        <a:t>[Por completar]</a:t>
                      </a:r>
                      <a:endParaRPr lang="en-US"/>
                    </a:p>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mn-lt"/>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90691845"/>
                  </a:ext>
                </a:extLst>
              </a:tr>
              <a:tr h="367588">
                <a:tc vMerge="1">
                  <a:txBody>
                    <a:bodyPr/>
                    <a:lstStyle/>
                    <a:p>
                      <a:endParaRPr lang="en-US"/>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77677959"/>
                  </a:ext>
                </a:extLst>
              </a:tr>
              <a:tr h="266682">
                <a:tc vMerge="1">
                  <a:txBody>
                    <a:bodyPr/>
                    <a:lstStyle/>
                    <a:p>
                      <a:endParaRPr lang="es-ES"/>
                    </a:p>
                  </a:txBody>
                  <a:tcPr marL="5001" marR="5001" marT="5001" marB="0"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endParaRPr lang="es-CL" sz="1100" b="0" i="0" u="none" strike="noStrike" noProof="0">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788901174"/>
                  </a:ext>
                </a:extLst>
              </a:tr>
              <a:tr h="374796">
                <a:tc vMerge="1">
                  <a:txBody>
                    <a:bodyPr/>
                    <a:lstStyle/>
                    <a:p>
                      <a:pPr marL="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Char char="​"/>
                      </a:pP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br>
                        <a:rPr lang="es-ES" sz="1100" b="0" i="0" u="none" strike="noStrike">
                          <a:solidFill>
                            <a:srgbClr val="696158"/>
                          </a:solidFill>
                          <a:effectLst/>
                          <a:latin typeface="+mn-lt"/>
                        </a:rPr>
                      </a:br>
                      <a:r>
                        <a:rPr lang="es-ES" sz="1100" b="0" i="0" u="none" strike="noStrike">
                          <a:solidFill>
                            <a:srgbClr val="696158"/>
                          </a:solidFill>
                          <a:effectLst/>
                          <a:latin typeface="+mn-lt"/>
                        </a:rPr>
                        <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281097">
                <a:tc vMerge="1">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19976530"/>
                  </a:ext>
                </a:extLst>
              </a:tr>
              <a:tr h="266682">
                <a:tc vMerge="1">
                  <a:txBody>
                    <a:bodyPr/>
                    <a:lstStyle/>
                    <a:p>
                      <a:pPr marL="0" lvl="1" indent="0" algn="l" rtl="0" eaLnBrk="1" fontAlgn="auto" latinLnBrk="0" hangingPunct="1">
                        <a:lnSpc>
                          <a:spcPct val="100000"/>
                        </a:lnSpc>
                        <a:spcBef>
                          <a:spcPts val="0"/>
                        </a:spcBef>
                        <a:spcAft>
                          <a:spcPts val="0"/>
                        </a:spcAft>
                        <a:buClr>
                          <a:srgbClr val="EA7600"/>
                        </a:buClr>
                        <a:buFont typeface="Trebuchet MS" panose="020B0603020202020204" pitchFamily="34" charset="0"/>
                        <a:buChar char="​"/>
                      </a:pPr>
                      <a:endParaRPr lang="es-ES"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endParaRPr lang="es-ES" sz="1100" b="0" i="0" u="none" strike="noStrike">
                        <a:solidFill>
                          <a:srgbClr val="696158"/>
                        </a:solidFill>
                        <a:effectLst/>
                        <a:highlight>
                          <a:srgbClr val="FFFF00"/>
                        </a:highligh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33075069"/>
                  </a:ext>
                </a:extLst>
              </a:tr>
              <a:tr h="266682">
                <a:tc vMerge="1">
                  <a:txBody>
                    <a:bodyPr/>
                    <a:lstStyle/>
                    <a:p>
                      <a:pPr defTabSz="914400"/>
                      <a:endParaRPr lang="es-ES"/>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43836909"/>
                  </a:ext>
                </a:extLst>
              </a:tr>
              <a:tr h="266682">
                <a:tc vMerge="1">
                  <a:txBody>
                    <a:bodyPr/>
                    <a:lstStyle/>
                    <a:p>
                      <a:pPr defTabSz="914400"/>
                      <a:endParaRPr lang="es-ES"/>
                    </a:p>
                  </a:txBody>
                  <a:tcPr marL="5001" marR="5001" marT="5001" marB="0"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tabLst/>
                        <a:defRP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66515277"/>
                  </a:ext>
                </a:extLst>
              </a:tr>
              <a:tr h="353174">
                <a:tc rowSpan="2">
                  <a:txBody>
                    <a:bodyPr/>
                    <a:lstStyle/>
                    <a:p>
                      <a:pPr marL="0" lvl="1" indent="0" algn="l" rtl="0" eaLnBrk="1" fontAlgn="auto" latinLnBrk="0" hangingPunct="1">
                        <a:lnSpc>
                          <a:spcPct val="100000"/>
                        </a:lnSpc>
                        <a:spcBef>
                          <a:spcPts val="0"/>
                        </a:spcBef>
                        <a:spcAft>
                          <a:spcPts val="0"/>
                        </a:spcAft>
                        <a:buClr>
                          <a:srgbClr val="EA7600"/>
                        </a:buClr>
                        <a:buFont typeface="Trebuchet MS" panose="020B0603020202020204" pitchFamily="34" charset="0"/>
                        <a:buChar char="​"/>
                      </a:pPr>
                      <a:r>
                        <a:rPr lang="es-CL" sz="1100" b="0" i="0" u="none" strike="noStrike" kern="1200" noProof="0">
                          <a:solidFill>
                            <a:srgbClr val="696158"/>
                          </a:solidFill>
                          <a:effectLst/>
                          <a:latin typeface="Calibri"/>
                        </a:rPr>
                        <a:t>[Por completar]</a:t>
                      </a: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22012684"/>
                  </a:ext>
                </a:extLst>
              </a:tr>
              <a:tr h="266682">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r>
                        <a:rPr lang="es-CL"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25446822"/>
                  </a:ext>
                </a:extLst>
              </a:tr>
              <a:tr h="295512">
                <a:tc rowSpan="2">
                  <a:txBody>
                    <a:bodyPr/>
                    <a:lstStyle/>
                    <a:p>
                      <a:pPr marL="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[Por completar]</a:t>
                      </a:r>
                    </a:p>
                  </a:txBody>
                  <a:tcPr marL="5002" marR="5002" marT="5002" marB="0"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97619652"/>
                  </a:ext>
                </a:extLst>
              </a:tr>
              <a:tr h="295512">
                <a:tc vMerge="1">
                  <a:txBody>
                    <a:bodyPr/>
                    <a:lstStyle/>
                    <a:p>
                      <a:endParaRPr/>
                    </a:p>
                  </a:txBody>
                  <a:tcPr marL="5002" marR="5002" marT="5002" marB="0" anchor="ctr">
                    <a:lnT w="9524" cap="flat" cmpd="sng" algn="ctr">
                      <a:solidFill>
                        <a:srgbClr val="9A9A9A"/>
                      </a:solidFill>
                      <a:prstDash val="solid"/>
                      <a:round/>
                      <a:headEnd type="none" w="med" len="med"/>
                      <a:tailEnd type="none" w="med" len="med"/>
                    </a:lnT>
                    <a:lnB w="9524"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586677716"/>
                  </a:ext>
                </a:extLst>
              </a:tr>
              <a:tr h="273889">
                <a:tc rowSpan="2">
                  <a:txBody>
                    <a:bodyPr/>
                    <a:lstStyle/>
                    <a:p>
                      <a:pPr marL="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[Por completar]</a:t>
                      </a:r>
                    </a:p>
                  </a:txBody>
                  <a:tcPr marL="5002" marR="5002" marT="5002" marB="0" anchor="ct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tabLst/>
                        <a:defRP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r>
                        <a:rPr lang="es-CL" sz="1100" b="0" i="0" u="none" strike="noStrike" noProof="0">
                          <a:solidFill>
                            <a:srgbClr val="696158"/>
                          </a:solidFill>
                          <a:effectLst/>
                          <a:latin typeface="Calibri"/>
                        </a:rPr>
                        <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05623538"/>
                  </a:ext>
                </a:extLst>
              </a:tr>
              <a:tr h="345966">
                <a:tc vMerge="1">
                  <a:txBody>
                    <a:bodyPr/>
                    <a:lstStyle/>
                    <a:p>
                      <a:pPr marL="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kern="1200">
                        <a:solidFill>
                          <a:srgbClr val="696158"/>
                        </a:solidFill>
                        <a:effectLst/>
                        <a:latin typeface="+mn-lt"/>
                        <a:ea typeface="+mn-ea"/>
                        <a:cs typeface="+mn-cs"/>
                      </a:endParaRPr>
                    </a:p>
                  </a:txBody>
                  <a:tcPr marL="5002" marR="5002" marT="5002" marB="0" anchor="ctr">
                    <a:lnT w="9524" cap="flat" cmpd="sng" algn="ctr">
                      <a:solidFill>
                        <a:srgbClr val="9A9A9A"/>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tabLst/>
                        <a:defRPr/>
                      </a:pPr>
                      <a:r>
                        <a:rPr lang="es-CL" sz="1100" b="0" i="0" u="none" strike="noStrike" noProof="0">
                          <a:solidFill>
                            <a:srgbClr val="696158"/>
                          </a:solidFill>
                          <a:effectLst/>
                          <a:latin typeface="Calibri"/>
                        </a:rPr>
                        <a:t>[Por completar]</a:t>
                      </a:r>
                      <a:r>
                        <a:rPr lang="es-CL" sz="1100" b="0" i="0" u="none" strike="noStrike" noProof="0">
                          <a:solidFill>
                            <a:srgbClr val="696158"/>
                          </a:solidFill>
                          <a:effectLst/>
                          <a:latin typeface="+mn-lt"/>
                        </a:rPr>
                        <a:t/>
                      </a:r>
                      <a:r>
                        <a:rPr lang="es-CL" sz="1100" b="0" i="0" u="none" strike="noStrike" noProof="0">
                          <a:solidFill>
                            <a:srgbClr val="696158"/>
                          </a:solidFill>
                          <a:effectLst/>
                          <a:latin typeface="Calibri"/>
                        </a:rPr>
                        <a:t/>
                      </a: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838927600"/>
                  </a:ext>
                </a:extLst>
              </a:tr>
            </a:tbl>
          </a:graphicData>
        </a:graphic>
      </p:graphicFrame>
      <p:sp>
        <p:nvSpPr>
          <p:cNvPr id="9" name="Rectangle: Rounded Corners 8">
            <a:extLst>
              <a:ext uri="{FF2B5EF4-FFF2-40B4-BE49-F238E27FC236}">
                <a16:creationId xmlns:a16="http://schemas.microsoft.com/office/drawing/2014/main" id="{2436B52F-6118-AACB-7115-2BC23A9B1B28}"/>
              </a:ext>
            </a:extLst>
          </p:cNvPr>
          <p:cNvSpPr/>
          <p:nvPr/>
        </p:nvSpPr>
        <p:spPr>
          <a:xfrm>
            <a:off x="361627" y="39343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0" name="Rectangle: Rounded Corners 9">
            <a:extLst>
              <a:ext uri="{FF2B5EF4-FFF2-40B4-BE49-F238E27FC236}">
                <a16:creationId xmlns:a16="http://schemas.microsoft.com/office/drawing/2014/main" id="{B576FAA2-285B-5C17-1322-104A377709F2}"/>
              </a:ext>
            </a:extLst>
          </p:cNvPr>
          <p:cNvSpPr/>
          <p:nvPr/>
        </p:nvSpPr>
        <p:spPr>
          <a:xfrm>
            <a:off x="361627" y="458457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4" name="Rectangle: Rounded Corners 3">
            <a:extLst>
              <a:ext uri="{FF2B5EF4-FFF2-40B4-BE49-F238E27FC236}">
                <a16:creationId xmlns:a16="http://schemas.microsoft.com/office/drawing/2014/main" id="{8BBC84E5-7B79-E8D9-7F54-B2DA1D21CD5B}"/>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5" name="Rectangle: Rounded Corners 36">
            <a:extLst>
              <a:ext uri="{FF2B5EF4-FFF2-40B4-BE49-F238E27FC236}">
                <a16:creationId xmlns:a16="http://schemas.microsoft.com/office/drawing/2014/main" id="{5D27464C-3BC6-AD89-9DAD-FB2CE5B8D4D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6" name="Rectangle: Rounded Corners 27">
            <a:extLst>
              <a:ext uri="{FF2B5EF4-FFF2-40B4-BE49-F238E27FC236}">
                <a16:creationId xmlns:a16="http://schemas.microsoft.com/office/drawing/2014/main" id="{C5168BC1-7348-34E5-7EFA-287174C3DA0E}"/>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17" name="Rectangle: Rounded Corners 16">
            <a:extLst>
              <a:ext uri="{FF2B5EF4-FFF2-40B4-BE49-F238E27FC236}">
                <a16:creationId xmlns:a16="http://schemas.microsoft.com/office/drawing/2014/main" id="{228CFE84-7889-2FBE-258E-267F3773BB46}"/>
              </a:ext>
            </a:extLst>
          </p:cNvPr>
          <p:cNvSpPr/>
          <p:nvPr/>
        </p:nvSpPr>
        <p:spPr>
          <a:xfrm>
            <a:off x="361627" y="239755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 name="Rectangle: Rounded Corners 9">
            <a:extLst>
              <a:ext uri="{FF2B5EF4-FFF2-40B4-BE49-F238E27FC236}">
                <a16:creationId xmlns:a16="http://schemas.microsoft.com/office/drawing/2014/main" id="{03F1F035-63D8-99CC-46EF-7EC19812E971}"/>
              </a:ext>
            </a:extLst>
          </p:cNvPr>
          <p:cNvSpPr/>
          <p:nvPr/>
        </p:nvSpPr>
        <p:spPr>
          <a:xfrm>
            <a:off x="361627" y="518320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40121207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3631-BB1C-D886-8E58-8B009EFB4A37}"/>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5EDC4A71-A6C1-21EC-D02F-52A5D66457F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79" imgH="478" progId="TCLayout.ActiveDocument.1">
                  <p:embed/>
                </p:oleObj>
              </mc:Choice>
              <mc:Fallback>
                <p:oleObj name="Diapositiva de think-cell" r:id="rId4" imgW="479" imgH="478" progId="TCLayout.ActiveDocument.1">
                  <p:embed/>
                  <p:pic>
                    <p:nvPicPr>
                      <p:cNvPr id="160" name="think-cell data - do not delete" hidden="1">
                        <a:extLst>
                          <a:ext uri="{FF2B5EF4-FFF2-40B4-BE49-F238E27FC236}">
                            <a16:creationId xmlns:a16="http://schemas.microsoft.com/office/drawing/2014/main" id="{5EDC4A71-A6C1-21EC-D02F-52A5D66457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15B084E1-D481-4EDD-3ED9-237247E5A091}"/>
              </a:ext>
            </a:extLst>
          </p:cNvPr>
          <p:cNvSpPr txBox="1">
            <a:spLocks/>
          </p:cNvSpPr>
          <p:nvPr/>
        </p:nvSpPr>
        <p:spPr>
          <a:xfrm>
            <a:off x="630000" y="1800225"/>
            <a:ext cx="8691280" cy="4510448"/>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4" name="Text Placeholder 3">
            <a:extLst>
              <a:ext uri="{FF2B5EF4-FFF2-40B4-BE49-F238E27FC236}">
                <a16:creationId xmlns:a16="http://schemas.microsoft.com/office/drawing/2014/main" id="{32321C9E-263B-1648-763C-1DAF3419926B}"/>
              </a:ext>
            </a:extLst>
          </p:cNvPr>
          <p:cNvSpPr txBox="1">
            <a:spLocks/>
          </p:cNvSpPr>
          <p:nvPr/>
        </p:nvSpPr>
        <p:spPr>
          <a:xfrm rot="5400000">
            <a:off x="1821045" y="1062186"/>
            <a:ext cx="403477" cy="2014048"/>
          </a:xfrm>
          <a:prstGeom prst="rect">
            <a:avLst/>
          </a:prstGeom>
          <a:solidFill>
            <a:schemeClr val="bg2"/>
          </a:solidFill>
          <a:ln w="19050">
            <a:noFill/>
          </a:ln>
          <a:extLst>
            <a:ext uri="{91240B29-F687-4F45-9708-019B960494DF}">
              <a14:hiddenLine xmlns:a14="http://schemas.microsoft.com/office/drawing/2010/main" w="19050">
                <a:solidFill>
                  <a:schemeClr val="tx2"/>
                </a:solidFill>
              </a14:hiddenLine>
            </a:ext>
          </a:extLst>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ES" sz="90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[Por completar]</a:t>
            </a:r>
          </a:p>
        </p:txBody>
      </p:sp>
      <p:sp>
        <p:nvSpPr>
          <p:cNvPr id="6" name="Rectangle 5">
            <a:extLst>
              <a:ext uri="{FF2B5EF4-FFF2-40B4-BE49-F238E27FC236}">
                <a16:creationId xmlns:a16="http://schemas.microsoft.com/office/drawing/2014/main" id="{0FC1948E-6243-0623-2508-2EB0569948D0}"/>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050" b="0" i="0" u="none" strike="noStrike" kern="1200" cap="none" spc="0" normalizeH="0" baseline="0" noProof="0">
                <a:ln>
                  <a:noFill/>
                </a:ln>
                <a:solidFill>
                  <a:srgbClr val="696158"/>
                </a:solidFill>
                <a:effectLst/>
                <a:uLnTx/>
                <a:uFillTx/>
                <a:latin typeface="Calibri"/>
                <a:ea typeface="+mn-ea"/>
                <a:cs typeface="+mn-cs"/>
              </a:rPr>
              <a:t>[Objetivo del subproceso]</a:t>
            </a:r>
          </a:p>
        </p:txBody>
      </p:sp>
      <p:sp>
        <p:nvSpPr>
          <p:cNvPr id="37" name="Freeform 11">
            <a:extLst>
              <a:ext uri="{FF2B5EF4-FFF2-40B4-BE49-F238E27FC236}">
                <a16:creationId xmlns:a16="http://schemas.microsoft.com/office/drawing/2014/main" id="{627097C3-0B0C-E19A-6D7A-8B026AEA60C9}"/>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6"/>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cxnSp>
        <p:nvCxnSpPr>
          <p:cNvPr id="64" name="Conector recto 130">
            <a:extLst>
              <a:ext uri="{FF2B5EF4-FFF2-40B4-BE49-F238E27FC236}">
                <a16:creationId xmlns:a16="http://schemas.microsoft.com/office/drawing/2014/main" id="{68A80616-728D-930C-0E68-D7251FB968FE}"/>
              </a:ext>
            </a:extLst>
          </p:cNvPr>
          <p:cNvCxnSpPr>
            <a:cxnSpLocks/>
            <a:stCxn id="54" idx="3"/>
            <a:endCxn id="47" idx="0"/>
          </p:cNvCxnSpPr>
          <p:nvPr/>
        </p:nvCxnSpPr>
        <p:spPr>
          <a:xfrm flipH="1">
            <a:off x="2064227" y="5277873"/>
            <a:ext cx="2073" cy="239771"/>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46" name="ee4pContent1">
            <a:extLst>
              <a:ext uri="{FF2B5EF4-FFF2-40B4-BE49-F238E27FC236}">
                <a16:creationId xmlns:a16="http://schemas.microsoft.com/office/drawing/2014/main" id="{D4B7AE73-1F36-B64B-838A-E908515F8040}"/>
              </a:ext>
            </a:extLst>
          </p:cNvPr>
          <p:cNvSpPr txBox="1"/>
          <p:nvPr/>
        </p:nvSpPr>
        <p:spPr>
          <a:xfrm>
            <a:off x="9548038" y="157799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Text Placeholder 3">
            <a:extLst>
              <a:ext uri="{FF2B5EF4-FFF2-40B4-BE49-F238E27FC236}">
                <a16:creationId xmlns:a16="http://schemas.microsoft.com/office/drawing/2014/main" id="{1E0E67FA-7447-0247-0B17-FF53B235886E}"/>
              </a:ext>
            </a:extLst>
          </p:cNvPr>
          <p:cNvSpPr txBox="1">
            <a:spLocks/>
          </p:cNvSpPr>
          <p:nvPr/>
        </p:nvSpPr>
        <p:spPr>
          <a:xfrm rot="5400000">
            <a:off x="4785422" y="998687"/>
            <a:ext cx="329394" cy="2088130"/>
          </a:xfrm>
          <a:prstGeom prst="rect">
            <a:avLst/>
          </a:prstGeom>
          <a:solidFill>
            <a:schemeClr val="bg2"/>
          </a:solidFill>
          <a:ln w="19050">
            <a:noFill/>
          </a:ln>
          <a:extLst>
            <a:ext uri="{91240B29-F687-4F45-9708-019B960494DF}">
              <a14:hiddenLine xmlns:a14="http://schemas.microsoft.com/office/drawing/2010/main" w="19050">
                <a:solidFill>
                  <a:schemeClr val="tx2"/>
                </a:solidFill>
              </a14:hiddenLine>
            </a:ext>
          </a:extLst>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ES" sz="105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[Por completar]</a:t>
            </a:r>
            <a:r>
              <a:rPr kumimoji="0" lang="es-ES" sz="1050" b="0" i="0" u="none" strike="noStrike" kern="1200" cap="none" spc="0" normalizeH="0" baseline="0" noProof="0">
                <a:ln>
                  <a:noFill/>
                </a:ln>
                <a:solidFill>
                  <a:srgbClr val="696158"/>
                </a:solidFill>
                <a:effectLst/>
                <a:highlight>
                  <a:srgbClr val="FFFF00"/>
                </a:highlight>
                <a:uLnTx/>
                <a:uFillTx/>
                <a:latin typeface="Calibri"/>
                <a:ea typeface="+mn-ea"/>
                <a:cs typeface="+mn-cs"/>
                <a:sym typeface="Trebuchet MS" panose="020B0603020202020204" pitchFamily="34" charset="0"/>
              </a:rPr>
              <a:t/>
            </a:r>
            <a:r>
              <a:rPr kumimoji="0" lang="es-ES" sz="105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
            </a:r>
            <a:r>
              <a:rPr lang="es-ES" sz="1050">
                <a:solidFill>
                  <a:srgbClr val="696158"/>
                </a:solidFill>
                <a:latin typeface="Calibri"/>
              </a:rPr>
              <a:t/>
            </a:r>
            <a:r>
              <a:rPr kumimoji="0" lang="es-ES" sz="105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
            </a:r>
          </a:p>
        </p:txBody>
      </p:sp>
      <p:sp>
        <p:nvSpPr>
          <p:cNvPr id="17" name="Text Placeholder 3">
            <a:extLst>
              <a:ext uri="{FF2B5EF4-FFF2-40B4-BE49-F238E27FC236}">
                <a16:creationId xmlns:a16="http://schemas.microsoft.com/office/drawing/2014/main" id="{487E556F-3B8F-25EC-1423-861E8DB30822}"/>
              </a:ext>
            </a:extLst>
          </p:cNvPr>
          <p:cNvSpPr txBox="1">
            <a:spLocks/>
          </p:cNvSpPr>
          <p:nvPr/>
        </p:nvSpPr>
        <p:spPr>
          <a:xfrm rot="5400000">
            <a:off x="7696882" y="998688"/>
            <a:ext cx="329394" cy="2088130"/>
          </a:xfrm>
          <a:prstGeom prst="rect">
            <a:avLst/>
          </a:prstGeom>
          <a:solidFill>
            <a:schemeClr val="bg2"/>
          </a:solidFill>
          <a:ln w="19050">
            <a:noFill/>
          </a:ln>
          <a:extLst>
            <a:ext uri="{91240B29-F687-4F45-9708-019B960494DF}">
              <a14:hiddenLine xmlns:a14="http://schemas.microsoft.com/office/drawing/2010/main" w="19050">
                <a:solidFill>
                  <a:schemeClr val="tx2"/>
                </a:solidFill>
              </a14:hiddenLine>
            </a:ext>
          </a:extLst>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ES" sz="105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[Por completar]</a:t>
            </a:r>
          </a:p>
        </p:txBody>
      </p:sp>
      <p:sp>
        <p:nvSpPr>
          <p:cNvPr id="38" name="Elipse 90">
            <a:extLst>
              <a:ext uri="{FF2B5EF4-FFF2-40B4-BE49-F238E27FC236}">
                <a16:creationId xmlns:a16="http://schemas.microsoft.com/office/drawing/2014/main" id="{A392AC28-467F-3818-13B3-B23B8AF99FA6}"/>
              </a:ext>
            </a:extLst>
          </p:cNvPr>
          <p:cNvSpPr/>
          <p:nvPr/>
        </p:nvSpPr>
        <p:spPr>
          <a:xfrm rot="5400000">
            <a:off x="1901498" y="2269280"/>
            <a:ext cx="274320" cy="274320"/>
          </a:xfrm>
          <a:prstGeom prst="ellipse">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9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7" name="Elipse 104">
            <a:extLst>
              <a:ext uri="{FF2B5EF4-FFF2-40B4-BE49-F238E27FC236}">
                <a16:creationId xmlns:a16="http://schemas.microsoft.com/office/drawing/2014/main" id="{52E6B3C5-B56B-7177-0821-2A2C8BE704B4}"/>
              </a:ext>
            </a:extLst>
          </p:cNvPr>
          <p:cNvSpPr/>
          <p:nvPr/>
        </p:nvSpPr>
        <p:spPr>
          <a:xfrm rot="55556">
            <a:off x="1246017" y="5517597"/>
            <a:ext cx="1624808" cy="71857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p:txBody>
      </p:sp>
      <p:cxnSp>
        <p:nvCxnSpPr>
          <p:cNvPr id="59" name="Conector recto 117">
            <a:extLst>
              <a:ext uri="{FF2B5EF4-FFF2-40B4-BE49-F238E27FC236}">
                <a16:creationId xmlns:a16="http://schemas.microsoft.com/office/drawing/2014/main" id="{A0C2666E-BF11-56D1-C0FD-64FDB5904332}"/>
              </a:ext>
            </a:extLst>
          </p:cNvPr>
          <p:cNvCxnSpPr>
            <a:cxnSpLocks/>
            <a:stCxn id="38" idx="6"/>
            <a:endCxn id="86" idx="0"/>
          </p:cNvCxnSpPr>
          <p:nvPr/>
        </p:nvCxnSpPr>
        <p:spPr>
          <a:xfrm>
            <a:off x="2038658" y="2543600"/>
            <a:ext cx="380" cy="161623"/>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60" name="Conector recto 118">
            <a:extLst>
              <a:ext uri="{FF2B5EF4-FFF2-40B4-BE49-F238E27FC236}">
                <a16:creationId xmlns:a16="http://schemas.microsoft.com/office/drawing/2014/main" id="{AFA39BC9-D9F9-BA43-B044-E81DA0327294}"/>
              </a:ext>
            </a:extLst>
          </p:cNvPr>
          <p:cNvCxnSpPr>
            <a:cxnSpLocks/>
            <a:stCxn id="44" idx="3"/>
          </p:cNvCxnSpPr>
          <p:nvPr/>
        </p:nvCxnSpPr>
        <p:spPr>
          <a:xfrm flipH="1">
            <a:off x="2038658" y="3199037"/>
            <a:ext cx="1" cy="172044"/>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61" name="Conector recto 121">
            <a:extLst>
              <a:ext uri="{FF2B5EF4-FFF2-40B4-BE49-F238E27FC236}">
                <a16:creationId xmlns:a16="http://schemas.microsoft.com/office/drawing/2014/main" id="{A6EE9BEE-3C30-12E4-9DDE-4667E9290A28}"/>
              </a:ext>
            </a:extLst>
          </p:cNvPr>
          <p:cNvCxnSpPr>
            <a:cxnSpLocks/>
          </p:cNvCxnSpPr>
          <p:nvPr/>
        </p:nvCxnSpPr>
        <p:spPr>
          <a:xfrm>
            <a:off x="2038658" y="3717302"/>
            <a:ext cx="380" cy="230956"/>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44" name="Rectángulo 101">
            <a:extLst>
              <a:ext uri="{FF2B5EF4-FFF2-40B4-BE49-F238E27FC236}">
                <a16:creationId xmlns:a16="http://schemas.microsoft.com/office/drawing/2014/main" id="{E85F0E21-2F95-226E-B0B2-3648E2EA1645}"/>
              </a:ext>
            </a:extLst>
          </p:cNvPr>
          <p:cNvSpPr/>
          <p:nvPr/>
        </p:nvSpPr>
        <p:spPr>
          <a:xfrm rot="5400000">
            <a:off x="1817290" y="2058463"/>
            <a:ext cx="442738"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86" name="Rectangle: Rounded Corners 85">
            <a:extLst>
              <a:ext uri="{FF2B5EF4-FFF2-40B4-BE49-F238E27FC236}">
                <a16:creationId xmlns:a16="http://schemas.microsoft.com/office/drawing/2014/main" id="{17083662-B3F1-F356-C003-48EFB5912E8A}"/>
              </a:ext>
            </a:extLst>
          </p:cNvPr>
          <p:cNvSpPr/>
          <p:nvPr/>
        </p:nvSpPr>
        <p:spPr>
          <a:xfrm rot="10800000" flipV="1">
            <a:off x="1697920" y="2705223"/>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sp>
        <p:nvSpPr>
          <p:cNvPr id="46" name="Rectángulo 103">
            <a:extLst>
              <a:ext uri="{FF2B5EF4-FFF2-40B4-BE49-F238E27FC236}">
                <a16:creationId xmlns:a16="http://schemas.microsoft.com/office/drawing/2014/main" id="{4D46BA98-A5C8-AE31-C675-5B996A7C2931}"/>
              </a:ext>
            </a:extLst>
          </p:cNvPr>
          <p:cNvSpPr/>
          <p:nvPr/>
        </p:nvSpPr>
        <p:spPr>
          <a:xfrm rot="5400000">
            <a:off x="1841000" y="3359183"/>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88" name="Rectangle: Rounded Corners 87">
            <a:extLst>
              <a:ext uri="{FF2B5EF4-FFF2-40B4-BE49-F238E27FC236}">
                <a16:creationId xmlns:a16="http://schemas.microsoft.com/office/drawing/2014/main" id="{F0BA2195-FBA4-7C8B-670A-E21913A799D8}"/>
              </a:ext>
            </a:extLst>
          </p:cNvPr>
          <p:cNvSpPr/>
          <p:nvPr/>
        </p:nvSpPr>
        <p:spPr>
          <a:xfrm rot="10800000" flipV="1">
            <a:off x="1746766" y="4006873"/>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4" name="Rectángulo 111">
            <a:extLst>
              <a:ext uri="{FF2B5EF4-FFF2-40B4-BE49-F238E27FC236}">
                <a16:creationId xmlns:a16="http://schemas.microsoft.com/office/drawing/2014/main" id="{13721E86-755C-2382-E69D-87FD162FE359}"/>
              </a:ext>
            </a:extLst>
          </p:cNvPr>
          <p:cNvSpPr/>
          <p:nvPr/>
        </p:nvSpPr>
        <p:spPr>
          <a:xfrm rot="5400000">
            <a:off x="1844931" y="4137299"/>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Calibri"/>
                <a:cs typeface="Calibri"/>
              </a:rPr>
              <a:t>[Por completar]</a:t>
            </a:r>
          </a:p>
        </p:txBody>
      </p:sp>
      <p:sp>
        <p:nvSpPr>
          <p:cNvPr id="89" name="Rectangle: Rounded Corners 88">
            <a:extLst>
              <a:ext uri="{FF2B5EF4-FFF2-40B4-BE49-F238E27FC236}">
                <a16:creationId xmlns:a16="http://schemas.microsoft.com/office/drawing/2014/main" id="{56597A45-742B-12F4-29E5-8E027AC1383C}"/>
              </a:ext>
            </a:extLst>
          </p:cNvPr>
          <p:cNvSpPr/>
          <p:nvPr/>
        </p:nvSpPr>
        <p:spPr>
          <a:xfrm rot="10800000" flipV="1">
            <a:off x="1725561" y="4784059"/>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105" name="Conector recto 130">
            <a:extLst>
              <a:ext uri="{FF2B5EF4-FFF2-40B4-BE49-F238E27FC236}">
                <a16:creationId xmlns:a16="http://schemas.microsoft.com/office/drawing/2014/main" id="{5A3BA2C4-E984-B284-C25F-A6031C20B0EE}"/>
              </a:ext>
            </a:extLst>
          </p:cNvPr>
          <p:cNvCxnSpPr>
            <a:cxnSpLocks/>
            <a:stCxn id="46" idx="3"/>
            <a:endCxn id="89" idx="0"/>
          </p:cNvCxnSpPr>
          <p:nvPr/>
        </p:nvCxnSpPr>
        <p:spPr>
          <a:xfrm>
            <a:off x="2062369" y="4499757"/>
            <a:ext cx="4310" cy="284302"/>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15" name="Elipse 113">
            <a:extLst>
              <a:ext uri="{FF2B5EF4-FFF2-40B4-BE49-F238E27FC236}">
                <a16:creationId xmlns:a16="http://schemas.microsoft.com/office/drawing/2014/main" id="{B9F902E6-C6D1-8D79-84AC-A98EB3CC0DD6}"/>
              </a:ext>
            </a:extLst>
          </p:cNvPr>
          <p:cNvSpPr/>
          <p:nvPr/>
        </p:nvSpPr>
        <p:spPr>
          <a:xfrm rot="5400000">
            <a:off x="5881942" y="4844109"/>
            <a:ext cx="274320" cy="27432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116" name="Elipse 90">
            <a:extLst>
              <a:ext uri="{FF2B5EF4-FFF2-40B4-BE49-F238E27FC236}">
                <a16:creationId xmlns:a16="http://schemas.microsoft.com/office/drawing/2014/main" id="{68CE6DF8-A54F-CEF2-5947-84AEC63DE87E}"/>
              </a:ext>
            </a:extLst>
          </p:cNvPr>
          <p:cNvSpPr/>
          <p:nvPr/>
        </p:nvSpPr>
        <p:spPr>
          <a:xfrm rot="5400000">
            <a:off x="4812959" y="2269280"/>
            <a:ext cx="274320" cy="274320"/>
          </a:xfrm>
          <a:prstGeom prst="ellipse">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9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17" name="Diagrama de flujo: decisión 112">
            <a:extLst>
              <a:ext uri="{FF2B5EF4-FFF2-40B4-BE49-F238E27FC236}">
                <a16:creationId xmlns:a16="http://schemas.microsoft.com/office/drawing/2014/main" id="{35DB5842-4000-A226-35FF-494329080CFE}"/>
              </a:ext>
            </a:extLst>
          </p:cNvPr>
          <p:cNvSpPr/>
          <p:nvPr/>
        </p:nvSpPr>
        <p:spPr>
          <a:xfrm rot="5400000">
            <a:off x="4767240" y="4798389"/>
            <a:ext cx="365760" cy="365760"/>
          </a:xfrm>
          <a:prstGeom prst="flowChartDecision">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118" name="Rectángulo 101">
            <a:extLst>
              <a:ext uri="{FF2B5EF4-FFF2-40B4-BE49-F238E27FC236}">
                <a16:creationId xmlns:a16="http://schemas.microsoft.com/office/drawing/2014/main" id="{AB243E18-ADFF-4104-BC90-111769BCA9CD}"/>
              </a:ext>
            </a:extLst>
          </p:cNvPr>
          <p:cNvSpPr/>
          <p:nvPr/>
        </p:nvSpPr>
        <p:spPr>
          <a:xfrm rot="5400000">
            <a:off x="4728751" y="2058463"/>
            <a:ext cx="442738"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19" name="Rectangle: Rounded Corners 118">
            <a:extLst>
              <a:ext uri="{FF2B5EF4-FFF2-40B4-BE49-F238E27FC236}">
                <a16:creationId xmlns:a16="http://schemas.microsoft.com/office/drawing/2014/main" id="{BAE4ABDD-C953-83FE-C6B0-DAB4B43EA58D}"/>
              </a:ext>
            </a:extLst>
          </p:cNvPr>
          <p:cNvSpPr/>
          <p:nvPr/>
        </p:nvSpPr>
        <p:spPr>
          <a:xfrm rot="10800000" flipV="1">
            <a:off x="4609381" y="2705223"/>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0" name="Rectángulo 102">
            <a:extLst>
              <a:ext uri="{FF2B5EF4-FFF2-40B4-BE49-F238E27FC236}">
                <a16:creationId xmlns:a16="http://schemas.microsoft.com/office/drawing/2014/main" id="{26F8C47C-51A7-7C8E-0915-7E64B0D0B493}"/>
              </a:ext>
            </a:extLst>
          </p:cNvPr>
          <p:cNvSpPr/>
          <p:nvPr/>
        </p:nvSpPr>
        <p:spPr>
          <a:xfrm rot="5400000">
            <a:off x="4728751" y="3251705"/>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[Objetivo del subproceso]</a:t>
            </a:r>
          </a:p>
        </p:txBody>
      </p:sp>
      <p:sp>
        <p:nvSpPr>
          <p:cNvPr id="121" name="Rectangle: Rounded Corners 120">
            <a:extLst>
              <a:ext uri="{FF2B5EF4-FFF2-40B4-BE49-F238E27FC236}">
                <a16:creationId xmlns:a16="http://schemas.microsoft.com/office/drawing/2014/main" id="{55318FA4-DDD0-F84F-F8FA-E4DF8650755E}"/>
              </a:ext>
            </a:extLst>
          </p:cNvPr>
          <p:cNvSpPr/>
          <p:nvPr/>
        </p:nvSpPr>
        <p:spPr>
          <a:xfrm rot="10800000" flipV="1">
            <a:off x="4607670" y="3854777"/>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128" name="Conector recto 118">
            <a:extLst>
              <a:ext uri="{FF2B5EF4-FFF2-40B4-BE49-F238E27FC236}">
                <a16:creationId xmlns:a16="http://schemas.microsoft.com/office/drawing/2014/main" id="{8C4B0AF0-F878-EBE6-0BD7-84D3FEF5F1F5}"/>
              </a:ext>
            </a:extLst>
          </p:cNvPr>
          <p:cNvCxnSpPr>
            <a:cxnSpLocks/>
            <a:stCxn id="116" idx="6"/>
            <a:endCxn id="119" idx="0"/>
          </p:cNvCxnSpPr>
          <p:nvPr/>
        </p:nvCxnSpPr>
        <p:spPr>
          <a:xfrm>
            <a:off x="4950119" y="2543600"/>
            <a:ext cx="380" cy="161623"/>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34" name="Conector recto 118">
            <a:extLst>
              <a:ext uri="{FF2B5EF4-FFF2-40B4-BE49-F238E27FC236}">
                <a16:creationId xmlns:a16="http://schemas.microsoft.com/office/drawing/2014/main" id="{F79A0CA6-FE0D-72DE-8BD3-3EA02BF8F9DF}"/>
              </a:ext>
            </a:extLst>
          </p:cNvPr>
          <p:cNvCxnSpPr>
            <a:cxnSpLocks/>
            <a:stCxn id="118" idx="3"/>
            <a:endCxn id="121" idx="0"/>
          </p:cNvCxnSpPr>
          <p:nvPr/>
        </p:nvCxnSpPr>
        <p:spPr>
          <a:xfrm flipH="1">
            <a:off x="4948788" y="3199037"/>
            <a:ext cx="1332" cy="655740"/>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37" name="Conector recto 118">
            <a:extLst>
              <a:ext uri="{FF2B5EF4-FFF2-40B4-BE49-F238E27FC236}">
                <a16:creationId xmlns:a16="http://schemas.microsoft.com/office/drawing/2014/main" id="{0547EFA7-0F1E-EE40-571B-8EABAA97DE6F}"/>
              </a:ext>
            </a:extLst>
          </p:cNvPr>
          <p:cNvCxnSpPr>
            <a:cxnSpLocks/>
            <a:stCxn id="120" idx="3"/>
            <a:endCxn id="117" idx="1"/>
          </p:cNvCxnSpPr>
          <p:nvPr/>
        </p:nvCxnSpPr>
        <p:spPr>
          <a:xfrm>
            <a:off x="4950120" y="4392279"/>
            <a:ext cx="0" cy="406110"/>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44" name="Conector recto 118">
            <a:extLst>
              <a:ext uri="{FF2B5EF4-FFF2-40B4-BE49-F238E27FC236}">
                <a16:creationId xmlns:a16="http://schemas.microsoft.com/office/drawing/2014/main" id="{4B570CBF-BA15-5C6F-2301-3A1B90C6AE8A}"/>
              </a:ext>
            </a:extLst>
          </p:cNvPr>
          <p:cNvCxnSpPr>
            <a:cxnSpLocks/>
            <a:stCxn id="117" idx="3"/>
            <a:endCxn id="67" idx="0"/>
          </p:cNvCxnSpPr>
          <p:nvPr/>
        </p:nvCxnSpPr>
        <p:spPr>
          <a:xfrm>
            <a:off x="4950120" y="5164149"/>
            <a:ext cx="14228" cy="463373"/>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61" name="Conector recto 137">
            <a:extLst>
              <a:ext uri="{FF2B5EF4-FFF2-40B4-BE49-F238E27FC236}">
                <a16:creationId xmlns:a16="http://schemas.microsoft.com/office/drawing/2014/main" id="{134CB80F-C37C-D9EE-08FC-8FFEB20A7970}"/>
              </a:ext>
            </a:extLst>
          </p:cNvPr>
          <p:cNvCxnSpPr>
            <a:cxnSpLocks/>
            <a:stCxn id="117" idx="0"/>
            <a:endCxn id="115" idx="4"/>
          </p:cNvCxnSpPr>
          <p:nvPr/>
        </p:nvCxnSpPr>
        <p:spPr>
          <a:xfrm>
            <a:off x="5133000" y="4981269"/>
            <a:ext cx="748942" cy="0"/>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68" name="Elipse 90">
            <a:extLst>
              <a:ext uri="{FF2B5EF4-FFF2-40B4-BE49-F238E27FC236}">
                <a16:creationId xmlns:a16="http://schemas.microsoft.com/office/drawing/2014/main" id="{C6729E3A-6703-48BC-E8ED-23118D8E199D}"/>
              </a:ext>
            </a:extLst>
          </p:cNvPr>
          <p:cNvSpPr/>
          <p:nvPr/>
        </p:nvSpPr>
        <p:spPr>
          <a:xfrm rot="5400000">
            <a:off x="7724419" y="2269280"/>
            <a:ext cx="274320" cy="274320"/>
          </a:xfrm>
          <a:prstGeom prst="ellipse">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9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70" name="Rectángulo 101">
            <a:extLst>
              <a:ext uri="{FF2B5EF4-FFF2-40B4-BE49-F238E27FC236}">
                <a16:creationId xmlns:a16="http://schemas.microsoft.com/office/drawing/2014/main" id="{703A2FC6-1B95-F40C-F795-53D09C713D41}"/>
              </a:ext>
            </a:extLst>
          </p:cNvPr>
          <p:cNvSpPr/>
          <p:nvPr/>
        </p:nvSpPr>
        <p:spPr>
          <a:xfrm rot="5400000">
            <a:off x="7640211" y="2058463"/>
            <a:ext cx="442738"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71" name="Rectangle: Rounded Corners 170">
            <a:extLst>
              <a:ext uri="{FF2B5EF4-FFF2-40B4-BE49-F238E27FC236}">
                <a16:creationId xmlns:a16="http://schemas.microsoft.com/office/drawing/2014/main" id="{D73817BE-92FB-D0BE-83A9-ACD48931C977}"/>
              </a:ext>
            </a:extLst>
          </p:cNvPr>
          <p:cNvSpPr/>
          <p:nvPr/>
        </p:nvSpPr>
        <p:spPr>
          <a:xfrm rot="10800000" flipV="1">
            <a:off x="7520841" y="2715645"/>
            <a:ext cx="682236" cy="992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73" name="Rectángulo 102">
            <a:extLst>
              <a:ext uri="{FF2B5EF4-FFF2-40B4-BE49-F238E27FC236}">
                <a16:creationId xmlns:a16="http://schemas.microsoft.com/office/drawing/2014/main" id="{5D6081C5-AFA8-2383-7C8F-AFE7D4069B52}"/>
              </a:ext>
            </a:extLst>
          </p:cNvPr>
          <p:cNvSpPr/>
          <p:nvPr/>
        </p:nvSpPr>
        <p:spPr>
          <a:xfrm rot="5400000">
            <a:off x="7640211" y="3251705"/>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74" name="Rectangle: Rounded Corners 173">
            <a:extLst>
              <a:ext uri="{FF2B5EF4-FFF2-40B4-BE49-F238E27FC236}">
                <a16:creationId xmlns:a16="http://schemas.microsoft.com/office/drawing/2014/main" id="{20B32979-899E-83D4-76BC-8D037E709C4A}"/>
              </a:ext>
            </a:extLst>
          </p:cNvPr>
          <p:cNvSpPr/>
          <p:nvPr/>
        </p:nvSpPr>
        <p:spPr>
          <a:xfrm rot="10800000" flipV="1">
            <a:off x="7520841" y="3903823"/>
            <a:ext cx="682236" cy="992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76" name="Rectángulo 103">
            <a:extLst>
              <a:ext uri="{FF2B5EF4-FFF2-40B4-BE49-F238E27FC236}">
                <a16:creationId xmlns:a16="http://schemas.microsoft.com/office/drawing/2014/main" id="{46178245-7139-34DB-2F9A-EDF3679D2D1D}"/>
              </a:ext>
            </a:extLst>
          </p:cNvPr>
          <p:cNvSpPr/>
          <p:nvPr/>
        </p:nvSpPr>
        <p:spPr>
          <a:xfrm rot="5400000">
            <a:off x="7640210" y="4307089"/>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77" name="Rectangle: Rounded Corners 176">
            <a:extLst>
              <a:ext uri="{FF2B5EF4-FFF2-40B4-BE49-F238E27FC236}">
                <a16:creationId xmlns:a16="http://schemas.microsoft.com/office/drawing/2014/main" id="{37F8FA9B-F287-88E0-4DCD-26189859AF8C}"/>
              </a:ext>
            </a:extLst>
          </p:cNvPr>
          <p:cNvSpPr/>
          <p:nvPr/>
        </p:nvSpPr>
        <p:spPr>
          <a:xfrm rot="10800000" flipV="1">
            <a:off x="7520841" y="4931028"/>
            <a:ext cx="682236" cy="992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178" name="Conector recto 118">
            <a:extLst>
              <a:ext uri="{FF2B5EF4-FFF2-40B4-BE49-F238E27FC236}">
                <a16:creationId xmlns:a16="http://schemas.microsoft.com/office/drawing/2014/main" id="{D0838023-FF53-DD2F-FD94-78B628FAFB9B}"/>
              </a:ext>
            </a:extLst>
          </p:cNvPr>
          <p:cNvCxnSpPr>
            <a:cxnSpLocks/>
            <a:stCxn id="168" idx="6"/>
            <a:endCxn id="171" idx="0"/>
          </p:cNvCxnSpPr>
          <p:nvPr/>
        </p:nvCxnSpPr>
        <p:spPr>
          <a:xfrm>
            <a:off x="7861579" y="2543600"/>
            <a:ext cx="380" cy="172045"/>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81" name="Conector recto 118">
            <a:extLst>
              <a:ext uri="{FF2B5EF4-FFF2-40B4-BE49-F238E27FC236}">
                <a16:creationId xmlns:a16="http://schemas.microsoft.com/office/drawing/2014/main" id="{0FFA5001-D17A-7CF3-7909-122484326029}"/>
              </a:ext>
            </a:extLst>
          </p:cNvPr>
          <p:cNvCxnSpPr>
            <a:cxnSpLocks/>
            <a:stCxn id="170" idx="3"/>
            <a:endCxn id="174" idx="0"/>
          </p:cNvCxnSpPr>
          <p:nvPr/>
        </p:nvCxnSpPr>
        <p:spPr>
          <a:xfrm>
            <a:off x="7861580" y="3199037"/>
            <a:ext cx="379" cy="704786"/>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84" name="Conector recto 118">
            <a:extLst>
              <a:ext uri="{FF2B5EF4-FFF2-40B4-BE49-F238E27FC236}">
                <a16:creationId xmlns:a16="http://schemas.microsoft.com/office/drawing/2014/main" id="{D8DAF930-1893-91E5-7D1E-50E354EEB32E}"/>
              </a:ext>
            </a:extLst>
          </p:cNvPr>
          <p:cNvCxnSpPr>
            <a:cxnSpLocks/>
            <a:stCxn id="173" idx="3"/>
            <a:endCxn id="177" idx="0"/>
          </p:cNvCxnSpPr>
          <p:nvPr/>
        </p:nvCxnSpPr>
        <p:spPr>
          <a:xfrm>
            <a:off x="7861580" y="4392279"/>
            <a:ext cx="379" cy="538749"/>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3796D40A-5D25-EC89-7ED7-1126193C3832}"/>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0F3D68F8-692E-4D94-B21C-802760C91C62}"/>
              </a:ext>
            </a:extLst>
          </p:cNvPr>
          <p:cNvSpPr txBox="1">
            <a:spLocks/>
          </p:cNvSpPr>
          <p:nvPr/>
        </p:nvSpPr>
        <p:spPr>
          <a:xfrm>
            <a:off x="630000" y="1800225"/>
            <a:ext cx="329393" cy="4510448"/>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8" name="Rectangle: Rounded Corners 27">
            <a:extLst>
              <a:ext uri="{FF2B5EF4-FFF2-40B4-BE49-F238E27FC236}">
                <a16:creationId xmlns:a16="http://schemas.microsoft.com/office/drawing/2014/main" id="{B6D01F21-2A79-C7E7-73DC-3AA6CE6FC40F}"/>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3">
            <a:extLst>
              <a:ext uri="{FF2B5EF4-FFF2-40B4-BE49-F238E27FC236}">
                <a16:creationId xmlns:a16="http://schemas.microsoft.com/office/drawing/2014/main" id="{A231753B-45DB-F36A-CFD2-28B203201DB7}"/>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0" name="Rectangle: Rounded Corners 36">
            <a:extLst>
              <a:ext uri="{FF2B5EF4-FFF2-40B4-BE49-F238E27FC236}">
                <a16:creationId xmlns:a16="http://schemas.microsoft.com/office/drawing/2014/main" id="{40A26855-8B0F-25A7-0506-C23E8901CD63}"/>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0C825544-7ED1-8543-A14C-82F9B5BE2D8F}"/>
              </a:ext>
            </a:extLst>
          </p:cNvPr>
          <p:cNvSpPr>
            <a:spLocks noGrp="1"/>
          </p:cNvSpPr>
          <p:nvPr>
            <p:ph type="title"/>
          </p:nvPr>
        </p:nvSpPr>
        <p:spPr>
          <a:xfrm>
            <a:off x="630000" y="622800"/>
            <a:ext cx="8818550"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solidFill>
                  <a:srgbClr val="EA7600"/>
                </a:solidFill>
              </a:rPr>
              <a:t/>
            </a:r>
            <a:endParaRPr lang="es-CL">
              <a:solidFill>
                <a:srgbClr val="EA7600"/>
              </a:solidFill>
            </a:endParaRPr>
          </a:p>
        </p:txBody>
      </p:sp>
      <p:sp>
        <p:nvSpPr>
          <p:cNvPr id="29" name="Rectangle 52">
            <a:extLst>
              <a:ext uri="{FF2B5EF4-FFF2-40B4-BE49-F238E27FC236}">
                <a16:creationId xmlns:a16="http://schemas.microsoft.com/office/drawing/2014/main" id="{766E43AD-6E3A-F66C-425F-1F927A7DF026}"/>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30" name="Group 24">
            <a:extLst>
              <a:ext uri="{FF2B5EF4-FFF2-40B4-BE49-F238E27FC236}">
                <a16:creationId xmlns:a16="http://schemas.microsoft.com/office/drawing/2014/main" id="{0E4B5CE9-42E0-9DE0-305A-8AD99EFF6763}"/>
              </a:ext>
            </a:extLst>
          </p:cNvPr>
          <p:cNvGrpSpPr/>
          <p:nvPr/>
        </p:nvGrpSpPr>
        <p:grpSpPr>
          <a:xfrm>
            <a:off x="9548037" y="1292505"/>
            <a:ext cx="2371061" cy="1425152"/>
            <a:chOff x="9548037" y="1292505"/>
            <a:chExt cx="2371061" cy="1425152"/>
          </a:xfrm>
        </p:grpSpPr>
        <p:sp>
          <p:nvSpPr>
            <p:cNvPr id="31" name="Rectangle: Rounded Corners 53">
              <a:extLst>
                <a:ext uri="{FF2B5EF4-FFF2-40B4-BE49-F238E27FC236}">
                  <a16:creationId xmlns:a16="http://schemas.microsoft.com/office/drawing/2014/main" id="{0C6AB9A2-0376-83C8-770D-B748A09ADA23}"/>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32" name="ee4pContent1">
              <a:extLst>
                <a:ext uri="{FF2B5EF4-FFF2-40B4-BE49-F238E27FC236}">
                  <a16:creationId xmlns:a16="http://schemas.microsoft.com/office/drawing/2014/main" id="{04B6754D-22ED-1052-67A4-7F2B6D3A7651}"/>
                </a:ext>
              </a:extLst>
            </p:cNvPr>
            <p:cNvSpPr txBox="1"/>
            <p:nvPr/>
          </p:nvSpPr>
          <p:spPr>
            <a:xfrm>
              <a:off x="9548038" y="1569644"/>
              <a:ext cx="2371060" cy="114801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r>
                <a:rPr lang="es-CL" sz="1200">
                  <a:latin typeface="Calibri"/>
                  <a:ea typeface="Calibri"/>
                  <a:cs typeface="Calibri"/>
                </a:rPr>
                <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33" name="Group 23">
            <a:extLst>
              <a:ext uri="{FF2B5EF4-FFF2-40B4-BE49-F238E27FC236}">
                <a16:creationId xmlns:a16="http://schemas.microsoft.com/office/drawing/2014/main" id="{EA8F03AE-7012-80F5-BE28-62067CE3B8FC}"/>
              </a:ext>
            </a:extLst>
          </p:cNvPr>
          <p:cNvGrpSpPr/>
          <p:nvPr/>
        </p:nvGrpSpPr>
        <p:grpSpPr>
          <a:xfrm>
            <a:off x="9548037" y="2770091"/>
            <a:ext cx="2371061" cy="647000"/>
            <a:chOff x="9548037" y="3000808"/>
            <a:chExt cx="2371061" cy="647000"/>
          </a:xfrm>
        </p:grpSpPr>
        <p:sp>
          <p:nvSpPr>
            <p:cNvPr id="34" name="Rectangle: Rounded Corners 57">
              <a:extLst>
                <a:ext uri="{FF2B5EF4-FFF2-40B4-BE49-F238E27FC236}">
                  <a16:creationId xmlns:a16="http://schemas.microsoft.com/office/drawing/2014/main" id="{1C8BD8B9-F5E1-ECD5-6FCD-0F076624531B}"/>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35" name="ee4pContent1">
              <a:extLst>
                <a:ext uri="{FF2B5EF4-FFF2-40B4-BE49-F238E27FC236}">
                  <a16:creationId xmlns:a16="http://schemas.microsoft.com/office/drawing/2014/main" id="{13767B64-58F4-87E2-08E2-6A3AFF3DA7C4}"/>
                </a:ext>
              </a:extLst>
            </p:cNvPr>
            <p:cNvSpPr txBox="1"/>
            <p:nvPr/>
          </p:nvSpPr>
          <p:spPr>
            <a:xfrm>
              <a:off x="9548038" y="3286302"/>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grpSp>
        <p:nvGrpSpPr>
          <p:cNvPr id="36" name="Group 25">
            <a:extLst>
              <a:ext uri="{FF2B5EF4-FFF2-40B4-BE49-F238E27FC236}">
                <a16:creationId xmlns:a16="http://schemas.microsoft.com/office/drawing/2014/main" id="{E0DA1AE5-90A6-4E58-A984-297B36CCFA30}"/>
              </a:ext>
            </a:extLst>
          </p:cNvPr>
          <p:cNvGrpSpPr/>
          <p:nvPr/>
        </p:nvGrpSpPr>
        <p:grpSpPr>
          <a:xfrm>
            <a:off x="9548037" y="4099511"/>
            <a:ext cx="2371061" cy="975083"/>
            <a:chOff x="9548037" y="4099511"/>
            <a:chExt cx="2371061" cy="975083"/>
          </a:xfrm>
        </p:grpSpPr>
        <p:sp>
          <p:nvSpPr>
            <p:cNvPr id="39" name="Rectangle: Rounded Corners 59">
              <a:extLst>
                <a:ext uri="{FF2B5EF4-FFF2-40B4-BE49-F238E27FC236}">
                  <a16:creationId xmlns:a16="http://schemas.microsoft.com/office/drawing/2014/main" id="{C0D0B7F8-AEA7-FAD7-1B2D-487C258D590B}"/>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40" name="ee4pContent1">
              <a:extLst>
                <a:ext uri="{FF2B5EF4-FFF2-40B4-BE49-F238E27FC236}">
                  <a16:creationId xmlns:a16="http://schemas.microsoft.com/office/drawing/2014/main" id="{057544D5-1FF4-B66B-6F16-4FC2C8B881B2}"/>
                </a:ext>
              </a:extLst>
            </p:cNvPr>
            <p:cNvSpPr txBox="1"/>
            <p:nvPr/>
          </p:nvSpPr>
          <p:spPr>
            <a:xfrm>
              <a:off x="9548038" y="4395588"/>
              <a:ext cx="2371060" cy="6790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E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endParaRPr lang="es-CL" sz="2000" b="0" i="0" u="none" strike="noStrike" kern="1200" cap="none" spc="0" normalizeH="0" baseline="0" noProof="0">
                <a:ln>
                  <a:noFill/>
                </a:ln>
                <a:solidFill>
                  <a:srgbClr val="696158"/>
                </a:solidFill>
                <a:effectLst/>
                <a:uLnTx/>
                <a:uFillTx/>
                <a:ea typeface="Calibri" panose="020F0502020204030204" pitchFamily="34" charset="0"/>
                <a:cs typeface="Calibri" panose="020F0502020204030204" pitchFamily="34" charset="0"/>
              </a:endParaRPr>
            </a:p>
          </p:txBody>
        </p:sp>
      </p:grpSp>
      <p:grpSp>
        <p:nvGrpSpPr>
          <p:cNvPr id="41" name="Group 28">
            <a:extLst>
              <a:ext uri="{FF2B5EF4-FFF2-40B4-BE49-F238E27FC236}">
                <a16:creationId xmlns:a16="http://schemas.microsoft.com/office/drawing/2014/main" id="{59017F8B-0620-CE29-4276-A46B50F9E43A}"/>
              </a:ext>
            </a:extLst>
          </p:cNvPr>
          <p:cNvGrpSpPr/>
          <p:nvPr/>
        </p:nvGrpSpPr>
        <p:grpSpPr>
          <a:xfrm>
            <a:off x="9548037" y="5503015"/>
            <a:ext cx="2371061" cy="647000"/>
            <a:chOff x="9548037" y="5503015"/>
            <a:chExt cx="2371061" cy="647000"/>
          </a:xfrm>
        </p:grpSpPr>
        <p:sp>
          <p:nvSpPr>
            <p:cNvPr id="42" name="Rectangle: Rounded Corners 61">
              <a:extLst>
                <a:ext uri="{FF2B5EF4-FFF2-40B4-BE49-F238E27FC236}">
                  <a16:creationId xmlns:a16="http://schemas.microsoft.com/office/drawing/2014/main" id="{4CBD0CBA-4641-CEC2-2A08-55E5626DD22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43" name="ee4pContent1">
              <a:extLst>
                <a:ext uri="{FF2B5EF4-FFF2-40B4-BE49-F238E27FC236}">
                  <a16:creationId xmlns:a16="http://schemas.microsoft.com/office/drawing/2014/main" id="{796A1D99-0A9C-8A1E-2E4E-CEA2FABB6E6C}"/>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sp>
        <p:nvSpPr>
          <p:cNvPr id="12" name="CuadroTexto 11">
            <a:extLst>
              <a:ext uri="{FF2B5EF4-FFF2-40B4-BE49-F238E27FC236}">
                <a16:creationId xmlns:a16="http://schemas.microsoft.com/office/drawing/2014/main" id="{3250C0B8-DDE1-C064-DDC2-3865A199CDA1}"/>
              </a:ext>
            </a:extLst>
          </p:cNvPr>
          <p:cNvSpPr txBox="1"/>
          <p:nvPr/>
        </p:nvSpPr>
        <p:spPr>
          <a:xfrm>
            <a:off x="5319456" y="4719245"/>
            <a:ext cx="316005" cy="30384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96158"/>
                </a:solidFill>
                <a:effectLst/>
                <a:uLnTx/>
                <a:uFillTx/>
                <a:latin typeface="Calibri"/>
                <a:ea typeface="+mn-ea"/>
                <a:cs typeface="+mn-cs"/>
              </a:rPr>
              <a:t>No</a:t>
            </a:r>
          </a:p>
        </p:txBody>
      </p:sp>
      <p:sp>
        <p:nvSpPr>
          <p:cNvPr id="13" name="CuadroTexto 12">
            <a:extLst>
              <a:ext uri="{FF2B5EF4-FFF2-40B4-BE49-F238E27FC236}">
                <a16:creationId xmlns:a16="http://schemas.microsoft.com/office/drawing/2014/main" id="{8C1C0617-1F7E-75A3-D210-2D444442C77E}"/>
              </a:ext>
            </a:extLst>
          </p:cNvPr>
          <p:cNvSpPr txBox="1"/>
          <p:nvPr/>
        </p:nvSpPr>
        <p:spPr>
          <a:xfrm>
            <a:off x="4654956" y="5121030"/>
            <a:ext cx="316005" cy="30384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err="1">
                <a:ln>
                  <a:noFill/>
                </a:ln>
                <a:solidFill>
                  <a:srgbClr val="696158"/>
                </a:solidFill>
                <a:effectLst/>
                <a:uLnTx/>
                <a:uFillTx/>
                <a:latin typeface="Calibri"/>
                <a:ea typeface="+mn-ea"/>
                <a:cs typeface="+mn-cs"/>
              </a:rPr>
              <a:t>sI</a:t>
            </a:r>
            <a:endParaRPr kumimoji="0" lang="en-US" sz="600" b="0" i="0" u="none" strike="noStrike" kern="1200" cap="none" spc="0" normalizeH="0" baseline="0" noProof="0">
              <a:ln>
                <a:noFill/>
              </a:ln>
              <a:solidFill>
                <a:srgbClr val="696158"/>
              </a:solidFill>
              <a:effectLst/>
              <a:uLnTx/>
              <a:uFillTx/>
              <a:latin typeface="Calibri"/>
              <a:ea typeface="+mn-ea"/>
              <a:cs typeface="+mn-cs"/>
            </a:endParaRPr>
          </a:p>
        </p:txBody>
      </p:sp>
      <p:sp>
        <p:nvSpPr>
          <p:cNvPr id="18" name="CuadroTexto 17">
            <a:extLst>
              <a:ext uri="{FF2B5EF4-FFF2-40B4-BE49-F238E27FC236}">
                <a16:creationId xmlns:a16="http://schemas.microsoft.com/office/drawing/2014/main" id="{2B527779-B113-FC27-8325-2B0FFE3F3E77}"/>
              </a:ext>
            </a:extLst>
          </p:cNvPr>
          <p:cNvSpPr txBox="1"/>
          <p:nvPr/>
        </p:nvSpPr>
        <p:spPr>
          <a:xfrm>
            <a:off x="4048880" y="4747316"/>
            <a:ext cx="809800" cy="32939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96158"/>
                </a:solidFill>
                <a:effectLst/>
                <a:uLnTx/>
                <a:uFillTx/>
                <a:latin typeface="Calibri"/>
                <a:ea typeface="+mn-ea"/>
                <a:cs typeface="+mn-cs"/>
              </a:rPr>
              <a:t>[Por completar]</a:t>
            </a:r>
            <a:r>
              <a:rPr kumimoji="0" lang="en-US" sz="800" b="0" i="0" u="none" strike="noStrike" kern="1200" cap="none" spc="0" normalizeH="0" baseline="0" noProof="0" err="1">
                <a:ln>
                  <a:noFill/>
                </a:ln>
                <a:solidFill>
                  <a:srgbClr val="696158"/>
                </a:solidFill>
                <a:effectLst/>
                <a:uLnTx/>
                <a:uFillTx/>
                <a:latin typeface="Calibri"/>
                <a:ea typeface="+mn-ea"/>
                <a:cs typeface="+mn-cs"/>
              </a:rPr>
              <a:t/>
            </a:r>
            <a:r>
              <a:rPr kumimoji="0" lang="en-US" sz="800" b="0" i="0" u="none" strike="noStrike" kern="1200" cap="none" spc="0" normalizeH="0" baseline="0" noProof="0">
                <a:ln>
                  <a:noFill/>
                </a:ln>
                <a:solidFill>
                  <a:srgbClr val="696158"/>
                </a:solidFill>
                <a:effectLst/>
                <a:uLnTx/>
                <a:uFillTx/>
                <a:latin typeface="Calibri"/>
                <a:ea typeface="+mn-ea"/>
                <a:cs typeface="+mn-cs"/>
              </a:rPr>
              <a:t/>
            </a:r>
            <a:r>
              <a:rPr kumimoji="0" lang="en-US" sz="800" b="0" i="0" u="none" strike="noStrike" kern="1200" cap="none" spc="0" normalizeH="0" baseline="0" noProof="0" err="1">
                <a:ln>
                  <a:noFill/>
                </a:ln>
                <a:solidFill>
                  <a:srgbClr val="696158"/>
                </a:solidFill>
                <a:effectLst/>
                <a:uLnTx/>
                <a:uFillTx/>
                <a:latin typeface="Calibri"/>
                <a:ea typeface="+mn-ea"/>
                <a:cs typeface="+mn-cs"/>
              </a:rPr>
              <a:t/>
            </a:r>
            <a:r>
              <a:rPr kumimoji="0" lang="en-US" sz="800" b="0" i="0" u="none" strike="noStrike" kern="1200" cap="none" spc="0" normalizeH="0" baseline="0" noProof="0">
                <a:ln>
                  <a:noFill/>
                </a:ln>
                <a:solidFill>
                  <a:srgbClr val="696158"/>
                </a:solidFill>
                <a:effectLst/>
                <a:uLnTx/>
                <a:uFillTx/>
                <a:latin typeface="Calibri"/>
                <a:ea typeface="+mn-ea"/>
                <a:cs typeface="+mn-cs"/>
              </a:rPr>
              <a:t/>
            </a:r>
          </a:p>
        </p:txBody>
      </p:sp>
      <p:cxnSp>
        <p:nvCxnSpPr>
          <p:cNvPr id="27" name="Conector recto 118">
            <a:extLst>
              <a:ext uri="{FF2B5EF4-FFF2-40B4-BE49-F238E27FC236}">
                <a16:creationId xmlns:a16="http://schemas.microsoft.com/office/drawing/2014/main" id="{1D0C7F16-9F2C-99C0-D8BC-39C2BE6611E4}"/>
              </a:ext>
            </a:extLst>
          </p:cNvPr>
          <p:cNvCxnSpPr>
            <a:cxnSpLocks/>
            <a:stCxn id="176" idx="3"/>
            <a:endCxn id="69" idx="0"/>
          </p:cNvCxnSpPr>
          <p:nvPr/>
        </p:nvCxnSpPr>
        <p:spPr>
          <a:xfrm flipH="1">
            <a:off x="7861578" y="5447663"/>
            <a:ext cx="1" cy="207864"/>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23" name="CuadroTexto 17">
            <a:extLst>
              <a:ext uri="{FF2B5EF4-FFF2-40B4-BE49-F238E27FC236}">
                <a16:creationId xmlns:a16="http://schemas.microsoft.com/office/drawing/2014/main" id="{B03D1E17-D052-D8AD-7F17-CA922E356264}"/>
              </a:ext>
            </a:extLst>
          </p:cNvPr>
          <p:cNvSpPr txBox="1"/>
          <p:nvPr/>
        </p:nvSpPr>
        <p:spPr>
          <a:xfrm>
            <a:off x="5654521" y="4466099"/>
            <a:ext cx="809800" cy="32939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96158"/>
                </a:solidFill>
                <a:effectLst/>
                <a:uLnTx/>
                <a:uFillTx/>
                <a:latin typeface="Calibri"/>
                <a:ea typeface="Calibri"/>
                <a:cs typeface="Calibri"/>
              </a:rPr>
              <a:t>[Por completar]</a:t>
            </a:r>
            <a:r>
              <a:rPr kumimoji="0" lang="en-US" sz="800" b="0" i="0" u="none" strike="noStrike" kern="1200" cap="none" spc="0" normalizeH="0" baseline="0" noProof="0" err="1">
                <a:ln>
                  <a:noFill/>
                </a:ln>
                <a:solidFill>
                  <a:srgbClr val="696158"/>
                </a:solidFill>
                <a:effectLst/>
                <a:uLnTx/>
                <a:uFillTx/>
                <a:latin typeface="Calibri"/>
                <a:ea typeface="Calibri"/>
                <a:cs typeface="Calibri"/>
              </a:rPr>
              <a:t/>
            </a:r>
          </a:p>
        </p:txBody>
      </p:sp>
      <p:sp>
        <p:nvSpPr>
          <p:cNvPr id="67" name="Elipse 104">
            <a:extLst>
              <a:ext uri="{FF2B5EF4-FFF2-40B4-BE49-F238E27FC236}">
                <a16:creationId xmlns:a16="http://schemas.microsoft.com/office/drawing/2014/main" id="{C32F23C3-CE6E-4588-D3E2-5CEE984B8455}"/>
              </a:ext>
            </a:extLst>
          </p:cNvPr>
          <p:cNvSpPr/>
          <p:nvPr/>
        </p:nvSpPr>
        <p:spPr>
          <a:xfrm>
            <a:off x="4033983" y="5627522"/>
            <a:ext cx="1860730" cy="5646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p:txBody>
      </p:sp>
      <p:sp>
        <p:nvSpPr>
          <p:cNvPr id="69" name="Elipse 104">
            <a:extLst>
              <a:ext uri="{FF2B5EF4-FFF2-40B4-BE49-F238E27FC236}">
                <a16:creationId xmlns:a16="http://schemas.microsoft.com/office/drawing/2014/main" id="{85886E8D-E019-F2FB-C22F-379204A77CA0}"/>
              </a:ext>
            </a:extLst>
          </p:cNvPr>
          <p:cNvSpPr/>
          <p:nvPr/>
        </p:nvSpPr>
        <p:spPr>
          <a:xfrm>
            <a:off x="7141838" y="5655527"/>
            <a:ext cx="1439479" cy="5646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Calibri"/>
                <a:cs typeface="Calibri"/>
              </a:rPr>
              <a:t>[Por completar]</a:t>
            </a:r>
          </a:p>
        </p:txBody>
      </p:sp>
      <p:grpSp>
        <p:nvGrpSpPr>
          <p:cNvPr id="84" name="Grupo 83">
            <a:extLst>
              <a:ext uri="{FF2B5EF4-FFF2-40B4-BE49-F238E27FC236}">
                <a16:creationId xmlns:a16="http://schemas.microsoft.com/office/drawing/2014/main" id="{962056CB-F9DA-223E-ADE1-B7DB323BE15A}"/>
              </a:ext>
            </a:extLst>
          </p:cNvPr>
          <p:cNvGrpSpPr/>
          <p:nvPr/>
        </p:nvGrpSpPr>
        <p:grpSpPr>
          <a:xfrm>
            <a:off x="3063259" y="5495588"/>
            <a:ext cx="686703" cy="567941"/>
            <a:chOff x="8136083" y="3402403"/>
            <a:chExt cx="942610" cy="1062738"/>
          </a:xfrm>
        </p:grpSpPr>
        <p:pic>
          <p:nvPicPr>
            <p:cNvPr id="85" name="Gráfico 84" descr="Documento con relleno sólido">
              <a:extLst>
                <a:ext uri="{FF2B5EF4-FFF2-40B4-BE49-F238E27FC236}">
                  <a16:creationId xmlns:a16="http://schemas.microsoft.com/office/drawing/2014/main" id="{15F7A32D-F23F-5C3E-3663-5B01E60B251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87" name="Rectangle: Rounded Corners 10">
              <a:extLst>
                <a:ext uri="{FF2B5EF4-FFF2-40B4-BE49-F238E27FC236}">
                  <a16:creationId xmlns:a16="http://schemas.microsoft.com/office/drawing/2014/main" id="{C402DB32-0A32-E9CE-01B7-76E75113D823}"/>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cxnSp>
        <p:nvCxnSpPr>
          <p:cNvPr id="90" name="Conector recto 89">
            <a:extLst>
              <a:ext uri="{FF2B5EF4-FFF2-40B4-BE49-F238E27FC236}">
                <a16:creationId xmlns:a16="http://schemas.microsoft.com/office/drawing/2014/main" id="{7DB9F845-A135-5A43-6734-733C9131971E}"/>
              </a:ext>
            </a:extLst>
          </p:cNvPr>
          <p:cNvCxnSpPr>
            <a:cxnSpLocks/>
            <a:stCxn id="87" idx="1"/>
            <a:endCxn id="47" idx="6"/>
          </p:cNvCxnSpPr>
          <p:nvPr/>
        </p:nvCxnSpPr>
        <p:spPr>
          <a:xfrm flipH="1" flipV="1">
            <a:off x="2870719" y="5890013"/>
            <a:ext cx="192540" cy="2483"/>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grpSp>
        <p:nvGrpSpPr>
          <p:cNvPr id="93" name="Grupo 92">
            <a:extLst>
              <a:ext uri="{FF2B5EF4-FFF2-40B4-BE49-F238E27FC236}">
                <a16:creationId xmlns:a16="http://schemas.microsoft.com/office/drawing/2014/main" id="{F4720F93-FFB1-8D93-C8B2-52C46FD7C6A4}"/>
              </a:ext>
            </a:extLst>
          </p:cNvPr>
          <p:cNvGrpSpPr/>
          <p:nvPr/>
        </p:nvGrpSpPr>
        <p:grpSpPr>
          <a:xfrm>
            <a:off x="6023305" y="5512640"/>
            <a:ext cx="686703" cy="567941"/>
            <a:chOff x="8136083" y="3402403"/>
            <a:chExt cx="942610" cy="1062738"/>
          </a:xfrm>
        </p:grpSpPr>
        <p:pic>
          <p:nvPicPr>
            <p:cNvPr id="94" name="Gráfico 93" descr="Documento con relleno sólido">
              <a:extLst>
                <a:ext uri="{FF2B5EF4-FFF2-40B4-BE49-F238E27FC236}">
                  <a16:creationId xmlns:a16="http://schemas.microsoft.com/office/drawing/2014/main" id="{4AB3B526-9580-A00E-9160-F00BB8C687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95" name="Rectangle: Rounded Corners 10">
              <a:extLst>
                <a:ext uri="{FF2B5EF4-FFF2-40B4-BE49-F238E27FC236}">
                  <a16:creationId xmlns:a16="http://schemas.microsoft.com/office/drawing/2014/main" id="{5AC22768-CA25-E0C6-88F3-1F483206A239}"/>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cxnSp>
        <p:nvCxnSpPr>
          <p:cNvPr id="96" name="Conector recto 95">
            <a:extLst>
              <a:ext uri="{FF2B5EF4-FFF2-40B4-BE49-F238E27FC236}">
                <a16:creationId xmlns:a16="http://schemas.microsoft.com/office/drawing/2014/main" id="{AC51E864-EAD6-D657-7AA2-730899C925ED}"/>
              </a:ext>
            </a:extLst>
          </p:cNvPr>
          <p:cNvCxnSpPr>
            <a:cxnSpLocks/>
            <a:stCxn id="95" idx="1"/>
            <a:endCxn id="67" idx="6"/>
          </p:cNvCxnSpPr>
          <p:nvPr/>
        </p:nvCxnSpPr>
        <p:spPr>
          <a:xfrm flipH="1">
            <a:off x="5894713" y="5909548"/>
            <a:ext cx="128592" cy="277"/>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grpSp>
        <p:nvGrpSpPr>
          <p:cNvPr id="98" name="Grupo 97">
            <a:extLst>
              <a:ext uri="{FF2B5EF4-FFF2-40B4-BE49-F238E27FC236}">
                <a16:creationId xmlns:a16="http://schemas.microsoft.com/office/drawing/2014/main" id="{40B48CAF-3DE6-C1CE-98C2-F2B8925E1D92}"/>
              </a:ext>
            </a:extLst>
          </p:cNvPr>
          <p:cNvGrpSpPr/>
          <p:nvPr/>
        </p:nvGrpSpPr>
        <p:grpSpPr>
          <a:xfrm>
            <a:off x="8635794" y="5542696"/>
            <a:ext cx="644911" cy="566720"/>
            <a:chOff x="8136083" y="3402403"/>
            <a:chExt cx="942610" cy="1062738"/>
          </a:xfrm>
        </p:grpSpPr>
        <p:pic>
          <p:nvPicPr>
            <p:cNvPr id="99" name="Gráfico 98" descr="Documento con relleno sólido">
              <a:extLst>
                <a:ext uri="{FF2B5EF4-FFF2-40B4-BE49-F238E27FC236}">
                  <a16:creationId xmlns:a16="http://schemas.microsoft.com/office/drawing/2014/main" id="{CC6F4757-2F47-D0AE-E49F-29B131834D3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100" name="Rectangle: Rounded Corners 10">
              <a:extLst>
                <a:ext uri="{FF2B5EF4-FFF2-40B4-BE49-F238E27FC236}">
                  <a16:creationId xmlns:a16="http://schemas.microsoft.com/office/drawing/2014/main" id="{C02D70FC-49DC-27C1-152E-CD227D828B40}"/>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cxnSp>
        <p:nvCxnSpPr>
          <p:cNvPr id="101" name="Conector recto 100">
            <a:extLst>
              <a:ext uri="{FF2B5EF4-FFF2-40B4-BE49-F238E27FC236}">
                <a16:creationId xmlns:a16="http://schemas.microsoft.com/office/drawing/2014/main" id="{6D1E5F59-CCFF-BD51-BD3E-2769F35FE351}"/>
              </a:ext>
            </a:extLst>
          </p:cNvPr>
          <p:cNvCxnSpPr>
            <a:cxnSpLocks/>
            <a:stCxn id="100" idx="1"/>
            <a:endCxn id="69" idx="6"/>
          </p:cNvCxnSpPr>
          <p:nvPr/>
        </p:nvCxnSpPr>
        <p:spPr>
          <a:xfrm flipH="1" flipV="1">
            <a:off x="8581317" y="5937830"/>
            <a:ext cx="54477" cy="920"/>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sp>
        <p:nvSpPr>
          <p:cNvPr id="19" name="Rectángulo 103">
            <a:extLst>
              <a:ext uri="{FF2B5EF4-FFF2-40B4-BE49-F238E27FC236}">
                <a16:creationId xmlns:a16="http://schemas.microsoft.com/office/drawing/2014/main" id="{8C409C3A-C367-F52C-0854-3DBD2960321E}"/>
              </a:ext>
            </a:extLst>
          </p:cNvPr>
          <p:cNvSpPr/>
          <p:nvPr/>
        </p:nvSpPr>
        <p:spPr>
          <a:xfrm rot="5400000">
            <a:off x="1860539" y="2636259"/>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Rounded Corners 24">
            <a:extLst>
              <a:ext uri="{FF2B5EF4-FFF2-40B4-BE49-F238E27FC236}">
                <a16:creationId xmlns:a16="http://schemas.microsoft.com/office/drawing/2014/main" id="{A5D17755-C289-11D5-B009-5F89D660B9C3}"/>
              </a:ext>
            </a:extLst>
          </p:cNvPr>
          <p:cNvSpPr/>
          <p:nvPr/>
        </p:nvSpPr>
        <p:spPr>
          <a:xfrm rot="10800000" flipV="1">
            <a:off x="1668612" y="3293719"/>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18126122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29A49-ED01-A20E-5825-ACA6739C232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8000A3A-A803-7D10-6A70-290146DA30A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E8000A3A-A803-7D10-6A70-290146DA30A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1100A88-1CF6-5A4B-2C9F-4E1313E077E8}"/>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sz="2400"/>
              <a:t/>
            </a:r>
            <a:endParaRPr lang="es-CL"/>
          </a:p>
        </p:txBody>
      </p:sp>
      <p:graphicFrame>
        <p:nvGraphicFramePr>
          <p:cNvPr id="20" name="Table 19">
            <a:extLst>
              <a:ext uri="{FF2B5EF4-FFF2-40B4-BE49-F238E27FC236}">
                <a16:creationId xmlns:a16="http://schemas.microsoft.com/office/drawing/2014/main" id="{A62F55AD-B46B-46CA-AF06-4FAA1E270143}"/>
              </a:ext>
            </a:extLst>
          </p:cNvPr>
          <p:cNvGraphicFramePr>
            <a:graphicFrameLocks noGrp="1"/>
          </p:cNvGraphicFramePr>
          <p:nvPr>
            <p:extLst>
              <p:ext uri="{D42A27DB-BD31-4B8C-83A1-F6EECF244321}">
                <p14:modId xmlns:p14="http://schemas.microsoft.com/office/powerpoint/2010/main" val="287624584"/>
              </p:ext>
            </p:extLst>
          </p:nvPr>
        </p:nvGraphicFramePr>
        <p:xfrm>
          <a:off x="755569" y="925609"/>
          <a:ext cx="10817441" cy="5626500"/>
        </p:xfrm>
        <a:graphic>
          <a:graphicData uri="http://schemas.openxmlformats.org/drawingml/2006/table">
            <a:tbl>
              <a:tblPr>
                <a:tableStyleId>{2D5ABB26-0587-4C30-8999-92F81FD0307C}</a:tableStyleId>
              </a:tblPr>
              <a:tblGrid>
                <a:gridCol w="2176474">
                  <a:extLst>
                    <a:ext uri="{9D8B030D-6E8A-4147-A177-3AD203B41FA5}">
                      <a16:colId xmlns:a16="http://schemas.microsoft.com/office/drawing/2014/main" val="741832067"/>
                    </a:ext>
                  </a:extLst>
                </a:gridCol>
                <a:gridCol w="5993296">
                  <a:extLst>
                    <a:ext uri="{9D8B030D-6E8A-4147-A177-3AD203B41FA5}">
                      <a16:colId xmlns:a16="http://schemas.microsoft.com/office/drawing/2014/main" val="2629782098"/>
                    </a:ext>
                  </a:extLst>
                </a:gridCol>
                <a:gridCol w="2647671">
                  <a:extLst>
                    <a:ext uri="{9D8B030D-6E8A-4147-A177-3AD203B41FA5}">
                      <a16:colId xmlns:a16="http://schemas.microsoft.com/office/drawing/2014/main" val="1732901862"/>
                    </a:ext>
                  </a:extLst>
                </a:gridCol>
              </a:tblGrid>
              <a:tr h="413834">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14515">
                <a:tc rowSpan="4">
                  <a:txBody>
                    <a:bodyPr/>
                    <a:lstStyle/>
                    <a:p>
                      <a:pPr marL="0" indent="0" algn="l" rtl="0" eaLnBrk="1" fontAlgn="auto" latinLnBrk="0" hangingPunct="1">
                        <a:lnSpc>
                          <a:spcPct val="100000"/>
                        </a:lnSpc>
                        <a:spcBef>
                          <a:spcPts val="0"/>
                        </a:spcBef>
                        <a:spcAft>
                          <a:spcPts val="0"/>
                        </a:spcAft>
                        <a:buNone/>
                      </a:pPr>
                      <a:r>
                        <a:rPr lang="es-ES" sz="1100" b="0" i="0" u="none" strike="noStrike" kern="1200" noProof="0">
                          <a:solidFill>
                            <a:srgbClr val="696158"/>
                          </a:solidFill>
                          <a:effectLst/>
                          <a:latin typeface="Calibri"/>
                          <a:ea typeface="+mn-ea"/>
                          <a:cs typeface="+mn-cs"/>
                        </a:rPr>
                        <a:t>[Por completar]</a:t>
                      </a: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panose="020F0502020204030204" pitchFamily="34" charset="0"/>
                          <a:ea typeface="+mn-ea"/>
                          <a:cs typeface="+mn-cs"/>
                        </a:rPr>
                        <a:t>[Por completar]</a:t>
                      </a:r>
                      <a:r>
                        <a:rPr lang="es-CL" sz="1100" b="0" i="0" u="none" strike="noStrike" kern="1200">
                          <a:solidFill>
                            <a:srgbClr val="696158"/>
                          </a:solidFill>
                          <a:effectLst/>
                          <a:latin typeface="+mn-lt"/>
                          <a:ea typeface="+mn-ea"/>
                          <a:cs typeface="+mn-cs"/>
                        </a:rPr>
                        <a:t/>
                      </a: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431536072"/>
                  </a:ext>
                </a:extLst>
              </a:tr>
              <a:tr h="214515">
                <a:tc vMerge="1">
                  <a:txBody>
                    <a:bodyPr/>
                    <a:lstStyle/>
                    <a:p>
                      <a:endParaRPr lang="en-US"/>
                    </a:p>
                  </a:txBody>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15481612"/>
                  </a:ext>
                </a:extLst>
              </a:tr>
              <a:tr h="214515">
                <a:tc vMerge="1">
                  <a:txBody>
                    <a:bodyPr/>
                    <a:lstStyle/>
                    <a:p>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ES"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367698">
                <a:tc vMerge="1">
                  <a:txBody>
                    <a:bodyPr/>
                    <a:lstStyle/>
                    <a:p>
                      <a:pPr defTabSz="914400"/>
                      <a:endParaRPr lang="en-US"/>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289128">
                <a:tc rowSpan="2">
                  <a:txBody>
                    <a:bodyPr/>
                    <a:lstStyle/>
                    <a:p>
                      <a:pPr marL="0" lvl="0" indent="0" algn="l">
                        <a:lnSpc>
                          <a:spcPct val="100000"/>
                        </a:lnSpc>
                        <a:spcBef>
                          <a:spcPts val="0"/>
                        </a:spcBef>
                        <a:spcAft>
                          <a:spcPts val="0"/>
                        </a:spcAft>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20403712"/>
                  </a:ext>
                </a:extLst>
              </a:tr>
              <a:tr h="289128">
                <a:tc vMerge="1">
                  <a:txBody>
                    <a:bodyPr/>
                    <a:lstStyle/>
                    <a:p>
                      <a:endParaRPr lang="en-US"/>
                    </a:p>
                  </a:txBody>
                  <a:tcPr marL="27432" marR="27432" marT="27432" marB="27432"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15739083"/>
                  </a:ext>
                </a:extLst>
              </a:tr>
              <a:tr h="233167">
                <a:tc rowSpan="3">
                  <a:txBody>
                    <a:bodyPr/>
                    <a:lstStyle/>
                    <a:p>
                      <a:pPr marL="0" lvl="0" indent="0" algn="l" rtl="0">
                        <a:lnSpc>
                          <a:spcPct val="100000"/>
                        </a:lnSpc>
                        <a:spcBef>
                          <a:spcPts val="0"/>
                        </a:spcBef>
                        <a:spcAft>
                          <a:spcPts val="0"/>
                        </a:spcAft>
                        <a:buFont typeface="Trebuchet MS" panose="020B0603020202020204" pitchFamily="34" charset="0"/>
                        <a:buChar char="​"/>
                      </a:pPr>
                      <a:r>
                        <a:rPr lang="es-ES" sz="1100" b="0" i="0" u="none" strike="noStrike" kern="1200">
                          <a:solidFill>
                            <a:srgbClr val="696158"/>
                          </a:solidFill>
                          <a:effectLst/>
                          <a:latin typeface="Calibri"/>
                          <a:ea typeface="+mn-ea"/>
                          <a:cs typeface="+mn-cs"/>
                        </a:rPr>
                        <a:t>[Por completar]</a:t>
                      </a:r>
                      <a:endParaRPr lang="en-US"/>
                    </a:p>
                  </a:txBody>
                  <a:tcPr marL="0" marR="0" marT="0" marB="0" anchor="ctr" horzOverflow="overflow">
                    <a:lnT w="9525" cap="flat" cmpd="sng" algn="ctr">
                      <a:solidFill>
                        <a:schemeClr val="tx1"/>
                      </a:solidFill>
                      <a:prstDash val="sysDot"/>
                      <a:round/>
                      <a:headEnd type="none" w="med" len="med"/>
                      <a:tailEnd type="none" w="med" len="med"/>
                    </a:lnT>
                    <a:lnB w="9524">
                      <a:solidFill>
                        <a:srgbClr val="9A9A9A"/>
                      </a:solidFill>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87029312"/>
                  </a:ext>
                </a:extLst>
              </a:tr>
              <a:tr h="22000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894228"/>
                  </a:ext>
                </a:extLst>
              </a:tr>
              <a:tr h="0">
                <a:tc vMerge="1">
                  <a:txBody>
                    <a:bodyPr/>
                    <a:lstStyle/>
                    <a:p>
                      <a:endParaRPr lang="es-ES" sz="1100" b="0" i="0" u="none" strike="noStrike" kern="1200">
                        <a:solidFill>
                          <a:srgbClr val="696158"/>
                        </a:solidFill>
                        <a:effectLst/>
                        <a:latin typeface="Calibri"/>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rowSpan="2">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rowSpan="2">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12948825"/>
                  </a:ext>
                </a:extLst>
              </a:tr>
              <a:tr h="233168">
                <a:tc rowSpan="2">
                  <a:txBody>
                    <a:bodyPr/>
                    <a:lstStyle/>
                    <a:p>
                      <a:pPr marL="0" lvl="0" indent="0" algn="l" rtl="0">
                        <a:lnSpc>
                          <a:spcPct val="100000"/>
                        </a:lnSpc>
                        <a:spcBef>
                          <a:spcPts val="0"/>
                        </a:spcBef>
                        <a:spcAft>
                          <a:spcPts val="0"/>
                        </a:spcAft>
                        <a:buFont typeface="Trebuchet MS" panose="020B0603020202020204" pitchFamily="34" charset="0"/>
                        <a:buChar char="​"/>
                      </a:pPr>
                      <a:r>
                        <a:rPr lang="en-US" sz="1100" b="0" i="0" u="none" strike="noStrike" kern="1200">
                          <a:solidFill>
                            <a:srgbClr val="696158"/>
                          </a:solidFill>
                          <a:effectLst/>
                          <a:latin typeface="Calibri"/>
                          <a:ea typeface="+mn-ea"/>
                          <a:cs typeface="+mn-cs"/>
                        </a:rPr>
                        <a:t>[Por completar]</a:t>
                      </a:r>
                      <a:r>
                        <a:rPr lang="en-US" sz="1100" b="0" i="0" u="none" strike="noStrike" kern="1200" err="1">
                          <a:solidFill>
                            <a:srgbClr val="696158"/>
                          </a:solidFill>
                          <a:effectLst/>
                          <a:latin typeface="Calibri"/>
                          <a:ea typeface="+mn-ea"/>
                          <a:cs typeface="+mn-cs"/>
                        </a:rPr>
                        <a:t/>
                      </a:r>
                      <a:r>
                        <a:rPr lang="en-US" sz="1100" b="0" i="0" u="none" strike="noStrike" kern="1200">
                          <a:solidFill>
                            <a:srgbClr val="696158"/>
                          </a:solidFill>
                          <a:effectLst/>
                          <a:latin typeface="Calibri"/>
                          <a:ea typeface="+mn-ea"/>
                          <a:cs typeface="+mn-cs"/>
                        </a:rPr>
                        <a:t/>
                      </a:r>
                    </a:p>
                  </a:txBody>
                  <a:tcPr marL="0" marR="0" marT="0" marB="0" anchor="ctr" horzOverflow="overflow">
                    <a:lnT w="9524"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57751188"/>
                  </a:ext>
                </a:extLst>
              </a:tr>
              <a:tr h="246332">
                <a:tc vMerge="1">
                  <a:txBody>
                    <a:bodyPr/>
                    <a:lstStyle/>
                    <a:p>
                      <a:endParaRPr lang="en-US"/>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94451156"/>
                  </a:ext>
                </a:extLst>
              </a:tr>
              <a:tr h="258538">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60865207"/>
                  </a:ext>
                </a:extLst>
              </a:tr>
              <a:tr h="258538">
                <a:tc vMerge="1">
                  <a:txBody>
                    <a:bodyPr/>
                    <a:lstStyle/>
                    <a:p>
                      <a:pPr defTabSz="914400"/>
                      <a:endParaRPr lang="en-US"/>
                    </a:p>
                  </a:txBody>
                  <a:tcPr marL="27432" marR="27432" marT="27432" marB="27432"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06369445"/>
                  </a:ext>
                </a:extLst>
              </a:tr>
              <a:tr h="214515">
                <a:tc rowSpan="4">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4969819"/>
                  </a:ext>
                </a:extLst>
              </a:tr>
              <a:tr h="22546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619964474"/>
                  </a:ext>
                </a:extLst>
              </a:tr>
              <a:tr h="21451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80840966"/>
                  </a:ext>
                </a:extLst>
              </a:tr>
              <a:tr h="21451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58177823"/>
                  </a:ext>
                </a:extLst>
              </a:tr>
              <a:tr h="257887">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b="0" i="0" u="none" strike="noStrike">
                          <a:solidFill>
                            <a:srgbClr val="696158"/>
                          </a:solidFill>
                          <a:effectLst/>
                          <a:latin typeface="Calibri"/>
                        </a:rPr>
                        <a:t>[Por completar]</a:t>
                      </a:r>
                      <a:endParaRPr lang="es-CL" sz="1100" b="0" i="0" u="none" strike="noStrike">
                        <a:solidFill>
                          <a:srgbClr val="696158"/>
                        </a:solidFill>
                        <a:effectLst/>
                        <a:highlight>
                          <a:srgbClr val="FFFF00"/>
                        </a:highligh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40190215"/>
                  </a:ext>
                </a:extLst>
              </a:tr>
              <a:tr h="258538">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endParaRPr kumimoji="0" lang="es-CL" sz="1100" b="0" i="0" u="none" strike="noStrike" kern="1200" cap="none" spc="0" normalizeH="0" baseline="0" noProof="0">
                        <a:ln>
                          <a:noFill/>
                        </a:ln>
                        <a:solidFill>
                          <a:srgbClr val="696158"/>
                        </a:solidFill>
                        <a:effectLst/>
                        <a:highlight>
                          <a:srgbClr val="FFFF00"/>
                        </a:highlight>
                        <a:uLnTx/>
                        <a:uFillTx/>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3280016"/>
                  </a:ext>
                </a:extLst>
              </a:tr>
              <a:tr h="25853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06605337"/>
                  </a:ext>
                </a:extLst>
              </a:tr>
              <a:tr h="258538">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ES"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kern="1200">
                          <a:solidFill>
                            <a:srgbClr val="696158"/>
                          </a:solidFill>
                          <a:effectLst/>
                          <a:latin typeface="+mn-lt"/>
                          <a:ea typeface="+mn-ea"/>
                          <a:cs typeface="+mn-cs"/>
                        </a:rPr>
                        <a:t>[Por completar]</a:t>
                      </a:r>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784584687"/>
                  </a:ext>
                </a:extLst>
              </a:tr>
            </a:tbl>
          </a:graphicData>
        </a:graphic>
      </p:graphicFrame>
      <p:sp>
        <p:nvSpPr>
          <p:cNvPr id="6" name="Rectangle: Rounded Corners 3">
            <a:extLst>
              <a:ext uri="{FF2B5EF4-FFF2-40B4-BE49-F238E27FC236}">
                <a16:creationId xmlns:a16="http://schemas.microsoft.com/office/drawing/2014/main" id="{8CE59D68-655A-9243-387A-B4C537C0C11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F7386FC4-2339-DDBA-5D9B-B5FE3D4F260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4" name="Rectangle: Rounded Corners 27">
            <a:extLst>
              <a:ext uri="{FF2B5EF4-FFF2-40B4-BE49-F238E27FC236}">
                <a16:creationId xmlns:a16="http://schemas.microsoft.com/office/drawing/2014/main" id="{086FAE25-AD4B-B557-CAFB-AA339FB33D9C}"/>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11" name="Rectangle: Rounded Corners 10">
            <a:extLst>
              <a:ext uri="{FF2B5EF4-FFF2-40B4-BE49-F238E27FC236}">
                <a16:creationId xmlns:a16="http://schemas.microsoft.com/office/drawing/2014/main" id="{A5295EC1-3403-48C0-A25A-0C3AE73BCAFF}"/>
              </a:ext>
            </a:extLst>
          </p:cNvPr>
          <p:cNvSpPr/>
          <p:nvPr/>
        </p:nvSpPr>
        <p:spPr>
          <a:xfrm>
            <a:off x="118813" y="234955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4" name="Rectangle: Rounded Corners 13">
            <a:extLst>
              <a:ext uri="{FF2B5EF4-FFF2-40B4-BE49-F238E27FC236}">
                <a16:creationId xmlns:a16="http://schemas.microsoft.com/office/drawing/2014/main" id="{8870A67A-94EC-4F20-87F6-1C079CA9FF6D}"/>
              </a:ext>
            </a:extLst>
          </p:cNvPr>
          <p:cNvSpPr/>
          <p:nvPr/>
        </p:nvSpPr>
        <p:spPr>
          <a:xfrm>
            <a:off x="118813" y="175013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 name="Rectangle: Rounded Corners 10">
            <a:extLst>
              <a:ext uri="{FF2B5EF4-FFF2-40B4-BE49-F238E27FC236}">
                <a16:creationId xmlns:a16="http://schemas.microsoft.com/office/drawing/2014/main" id="{C527FE21-EC40-2041-FF09-ED5CF98CD8D5}"/>
              </a:ext>
            </a:extLst>
          </p:cNvPr>
          <p:cNvSpPr/>
          <p:nvPr/>
        </p:nvSpPr>
        <p:spPr>
          <a:xfrm>
            <a:off x="118813" y="291616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9" name="Rectangle: Rounded Corners 11">
            <a:extLst>
              <a:ext uri="{FF2B5EF4-FFF2-40B4-BE49-F238E27FC236}">
                <a16:creationId xmlns:a16="http://schemas.microsoft.com/office/drawing/2014/main" id="{D822366D-55A0-D7CF-9F28-681D3308F1B9}"/>
              </a:ext>
            </a:extLst>
          </p:cNvPr>
          <p:cNvSpPr/>
          <p:nvPr/>
        </p:nvSpPr>
        <p:spPr>
          <a:xfrm>
            <a:off x="118813" y="348384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0" name="Rectangle: Rounded Corners 11">
            <a:extLst>
              <a:ext uri="{FF2B5EF4-FFF2-40B4-BE49-F238E27FC236}">
                <a16:creationId xmlns:a16="http://schemas.microsoft.com/office/drawing/2014/main" id="{0EF75C3E-3FAA-2B13-7461-88C8AEB5CCE2}"/>
              </a:ext>
            </a:extLst>
          </p:cNvPr>
          <p:cNvSpPr/>
          <p:nvPr/>
        </p:nvSpPr>
        <p:spPr>
          <a:xfrm>
            <a:off x="118813" y="402115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3" name="Rectangle: Rounded Corners 11">
            <a:extLst>
              <a:ext uri="{FF2B5EF4-FFF2-40B4-BE49-F238E27FC236}">
                <a16:creationId xmlns:a16="http://schemas.microsoft.com/office/drawing/2014/main" id="{1EED622E-735E-B22C-0B9D-07FDF47BF13F}"/>
              </a:ext>
            </a:extLst>
          </p:cNvPr>
          <p:cNvSpPr/>
          <p:nvPr/>
        </p:nvSpPr>
        <p:spPr>
          <a:xfrm>
            <a:off x="118813" y="461981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5" name="Rectangle: Rounded Corners 11">
            <a:extLst>
              <a:ext uri="{FF2B5EF4-FFF2-40B4-BE49-F238E27FC236}">
                <a16:creationId xmlns:a16="http://schemas.microsoft.com/office/drawing/2014/main" id="{5C8DD8E4-E121-D8EB-8247-E813652F32D1}"/>
              </a:ext>
            </a:extLst>
          </p:cNvPr>
          <p:cNvSpPr/>
          <p:nvPr/>
        </p:nvSpPr>
        <p:spPr>
          <a:xfrm>
            <a:off x="118813" y="534294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6" name="Rectangle: Rounded Corners 11">
            <a:extLst>
              <a:ext uri="{FF2B5EF4-FFF2-40B4-BE49-F238E27FC236}">
                <a16:creationId xmlns:a16="http://schemas.microsoft.com/office/drawing/2014/main" id="{D7F4974F-6A9B-368F-206E-5F84F19AA719}"/>
              </a:ext>
            </a:extLst>
          </p:cNvPr>
          <p:cNvSpPr/>
          <p:nvPr/>
        </p:nvSpPr>
        <p:spPr>
          <a:xfrm>
            <a:off x="118813" y="572271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 name="Rectangle: Rounded Corners 11">
            <a:extLst>
              <a:ext uri="{FF2B5EF4-FFF2-40B4-BE49-F238E27FC236}">
                <a16:creationId xmlns:a16="http://schemas.microsoft.com/office/drawing/2014/main" id="{E0A0B3BC-6A89-AA0E-86BB-61E72B7EB4BA}"/>
              </a:ext>
            </a:extLst>
          </p:cNvPr>
          <p:cNvSpPr/>
          <p:nvPr/>
        </p:nvSpPr>
        <p:spPr>
          <a:xfrm>
            <a:off x="118813" y="628436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1237916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1CAFAAC-4461-4048-B1ED-EA52668CD313}"/>
              </a:ext>
            </a:extLst>
          </p:cNvPr>
          <p:cNvGraphicFramePr>
            <a:graphicFrameLocks/>
          </p:cNvGraphicFramePr>
          <p:nvPr>
            <p:custDataLst>
              <p:tags r:id="rId1"/>
            </p:custDataLst>
            <p:extLst>
              <p:ext uri="{D42A27DB-BD31-4B8C-83A1-F6EECF244321}">
                <p14:modId xmlns:p14="http://schemas.microsoft.com/office/powerpoint/2010/main" val="28994562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66" imgH="367" progId="TCLayout.ActiveDocument.1">
                  <p:embed/>
                </p:oleObj>
              </mc:Choice>
              <mc:Fallback>
                <p:oleObj name="Diapositiva de think-cell" r:id="rId4" imgW="366" imgH="367" progId="TCLayout.ActiveDocument.1">
                  <p:embed/>
                  <p:pic>
                    <p:nvPicPr>
                      <p:cNvPr id="5" name="think-cell data - do not delete" hidden="1">
                        <a:extLst>
                          <a:ext uri="{FF2B5EF4-FFF2-40B4-BE49-F238E27FC236}">
                            <a16:creationId xmlns:a16="http://schemas.microsoft.com/office/drawing/2014/main" id="{C1CAFAAC-4461-4048-B1ED-EA52668CD3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69A1D4-83D5-47C0-817F-1DA5297536E5}"/>
              </a:ext>
            </a:extLst>
          </p:cNvPr>
          <p:cNvSpPr>
            <a:spLocks noGrp="1"/>
          </p:cNvSpPr>
          <p:nvPr>
            <p:ph type="title"/>
          </p:nvPr>
        </p:nvSpPr>
        <p:spPr>
          <a:xfrm>
            <a:off x="630000" y="622800"/>
            <a:ext cx="8818551" cy="340663"/>
          </a:xfrm>
        </p:spPr>
        <p:txBody>
          <a:bodyPr vert="horz"/>
          <a:lstStyle/>
          <a:p>
            <a:r>
              <a:rPr lang="es-ES">
                <a:solidFill>
                  <a:schemeClr val="tx1"/>
                </a:solidFill>
              </a:rPr>
              <a:t>[Código] Flujograma subproceso| [Nombre del subproceso]</a:t>
            </a:r>
            <a:r>
              <a:rPr lang="es-ES"/>
              <a:t/>
            </a:r>
            <a:endParaRPr lang="en-US"/>
          </a:p>
        </p:txBody>
      </p:sp>
      <p:sp>
        <p:nvSpPr>
          <p:cNvPr id="7" name="Rectangle 6">
            <a:extLst>
              <a:ext uri="{FF2B5EF4-FFF2-40B4-BE49-F238E27FC236}">
                <a16:creationId xmlns:a16="http://schemas.microsoft.com/office/drawing/2014/main" id="{C469782B-69B4-404C-BAAB-AC48A5DFDC65}"/>
              </a:ext>
            </a:extLst>
          </p:cNvPr>
          <p:cNvSpPr/>
          <p:nvPr/>
        </p:nvSpPr>
        <p:spPr>
          <a:xfrm>
            <a:off x="9448551"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750EBC57-EAB0-44F9-951F-83C59D3A577A}"/>
              </a:ext>
            </a:extLst>
          </p:cNvPr>
          <p:cNvSpPr/>
          <p:nvPr/>
        </p:nvSpPr>
        <p:spPr>
          <a:xfrm>
            <a:off x="9548038" y="1548604"/>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10" name="ee4pContent1">
            <a:extLst>
              <a:ext uri="{FF2B5EF4-FFF2-40B4-BE49-F238E27FC236}">
                <a16:creationId xmlns:a16="http://schemas.microsoft.com/office/drawing/2014/main" id="{7EE4E8C3-6082-4F3F-8E13-56F248E75CBB}"/>
              </a:ext>
            </a:extLst>
          </p:cNvPr>
          <p:cNvSpPr txBox="1"/>
          <p:nvPr/>
        </p:nvSpPr>
        <p:spPr>
          <a:xfrm>
            <a:off x="9548039" y="1850287"/>
            <a:ext cx="2169040" cy="114219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err="1">
                <a:ln>
                  <a:noFill/>
                </a:ln>
                <a:solidFill>
                  <a:srgbClr val="696158"/>
                </a:solidFill>
                <a:effectLst/>
                <a:uLnTx/>
                <a:uFillTx/>
                <a:latin typeface="Calibri"/>
                <a:ea typeface="+mn-ea"/>
                <a:cs typeface="+mn-cs"/>
                <a:sym typeface="+mn-lt"/>
              </a:rPr>
              <a:t>[Por completar]</a:t>
            </a: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
            </a: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es-CL" sz="1200">
                <a:latin typeface="Calibri"/>
                <a:sym typeface="+mn-lt"/>
              </a:rPr>
              <a:t>[Por completar]</a:t>
            </a:r>
            <a:endParaRPr lang="es-CL" sz="1200" b="0" i="0" u="none" strike="noStrike" kern="1200" cap="none" spc="0" normalizeH="0" baseline="0" noProof="0" err="1">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12" name="Rectangle: Rounded Corners 11">
            <a:extLst>
              <a:ext uri="{FF2B5EF4-FFF2-40B4-BE49-F238E27FC236}">
                <a16:creationId xmlns:a16="http://schemas.microsoft.com/office/drawing/2014/main" id="{4F0FDEA7-2F59-4290-9EC0-D4EEF8A38E6B}"/>
              </a:ext>
            </a:extLst>
          </p:cNvPr>
          <p:cNvSpPr/>
          <p:nvPr/>
        </p:nvSpPr>
        <p:spPr>
          <a:xfrm>
            <a:off x="9548038" y="3036869"/>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13" name="ee4pContent1">
            <a:extLst>
              <a:ext uri="{FF2B5EF4-FFF2-40B4-BE49-F238E27FC236}">
                <a16:creationId xmlns:a16="http://schemas.microsoft.com/office/drawing/2014/main" id="{FC2421A6-9000-4EB0-B834-E7CBB5A2D6F1}"/>
              </a:ext>
            </a:extLst>
          </p:cNvPr>
          <p:cNvSpPr txBox="1"/>
          <p:nvPr/>
        </p:nvSpPr>
        <p:spPr>
          <a:xfrm>
            <a:off x="9548039" y="3338553"/>
            <a:ext cx="2015313" cy="85568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sp>
        <p:nvSpPr>
          <p:cNvPr id="15" name="Rectangle: Rounded Corners 14">
            <a:extLst>
              <a:ext uri="{FF2B5EF4-FFF2-40B4-BE49-F238E27FC236}">
                <a16:creationId xmlns:a16="http://schemas.microsoft.com/office/drawing/2014/main" id="{B9059F9D-CBDE-4072-AD45-627690467CA8}"/>
              </a:ext>
            </a:extLst>
          </p:cNvPr>
          <p:cNvSpPr/>
          <p:nvPr/>
        </p:nvSpPr>
        <p:spPr>
          <a:xfrm>
            <a:off x="9548038" y="4301841"/>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16" name="ee4pContent1">
            <a:extLst>
              <a:ext uri="{FF2B5EF4-FFF2-40B4-BE49-F238E27FC236}">
                <a16:creationId xmlns:a16="http://schemas.microsoft.com/office/drawing/2014/main" id="{50E29FAB-464C-4BDA-9F27-691E6C930A27}"/>
              </a:ext>
            </a:extLst>
          </p:cNvPr>
          <p:cNvSpPr txBox="1"/>
          <p:nvPr/>
        </p:nvSpPr>
        <p:spPr>
          <a:xfrm>
            <a:off x="9548039" y="4603525"/>
            <a:ext cx="2015313" cy="84096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18" name="Rectangle: Rounded Corners 17">
            <a:extLst>
              <a:ext uri="{FF2B5EF4-FFF2-40B4-BE49-F238E27FC236}">
                <a16:creationId xmlns:a16="http://schemas.microsoft.com/office/drawing/2014/main" id="{06A71DBC-5C3E-4C7A-972B-AF47FFDB8037}"/>
              </a:ext>
            </a:extLst>
          </p:cNvPr>
          <p:cNvSpPr/>
          <p:nvPr/>
        </p:nvSpPr>
        <p:spPr>
          <a:xfrm>
            <a:off x="9548038" y="5566813"/>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19" name="ee4pContent1">
            <a:extLst>
              <a:ext uri="{FF2B5EF4-FFF2-40B4-BE49-F238E27FC236}">
                <a16:creationId xmlns:a16="http://schemas.microsoft.com/office/drawing/2014/main" id="{1CC0070F-B29D-44CE-852A-16FCEB2B781D}"/>
              </a:ext>
            </a:extLst>
          </p:cNvPr>
          <p:cNvSpPr txBox="1"/>
          <p:nvPr/>
        </p:nvSpPr>
        <p:spPr>
          <a:xfrm>
            <a:off x="9548039" y="5868496"/>
            <a:ext cx="2015313" cy="553998"/>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sp>
        <p:nvSpPr>
          <p:cNvPr id="27" name="Rectangle 26">
            <a:extLst>
              <a:ext uri="{FF2B5EF4-FFF2-40B4-BE49-F238E27FC236}">
                <a16:creationId xmlns:a16="http://schemas.microsoft.com/office/drawing/2014/main" id="{D7B2F513-A156-4D29-9B2C-C9D87A98E595}"/>
              </a:ext>
            </a:extLst>
          </p:cNvPr>
          <p:cNvSpPr/>
          <p:nvPr/>
        </p:nvSpPr>
        <p:spPr>
          <a:xfrm>
            <a:off x="1381125" y="1123748"/>
            <a:ext cx="7891817" cy="639155"/>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[Objetivo del subproceso]</a:t>
            </a:r>
          </a:p>
        </p:txBody>
      </p:sp>
      <p:sp>
        <p:nvSpPr>
          <p:cNvPr id="26" name="Rectangle: Rounded Corners 25">
            <a:extLst>
              <a:ext uri="{FF2B5EF4-FFF2-40B4-BE49-F238E27FC236}">
                <a16:creationId xmlns:a16="http://schemas.microsoft.com/office/drawing/2014/main" id="{84058818-625B-4B5D-AA82-4267B8C55581}"/>
              </a:ext>
            </a:extLst>
          </p:cNvPr>
          <p:cNvSpPr/>
          <p:nvPr/>
        </p:nvSpPr>
        <p:spPr>
          <a:xfrm>
            <a:off x="629999" y="1123748"/>
            <a:ext cx="801132" cy="63915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7" name="Text Placeholder 3">
            <a:extLst>
              <a:ext uri="{FF2B5EF4-FFF2-40B4-BE49-F238E27FC236}">
                <a16:creationId xmlns:a16="http://schemas.microsoft.com/office/drawing/2014/main" id="{B15C69D5-DCD4-4F67-9900-D0706BDD33CC}"/>
              </a:ext>
            </a:extLst>
          </p:cNvPr>
          <p:cNvSpPr txBox="1">
            <a:spLocks/>
          </p:cNvSpPr>
          <p:nvPr/>
        </p:nvSpPr>
        <p:spPr>
          <a:xfrm>
            <a:off x="927182" y="2216920"/>
            <a:ext cx="8403437" cy="4062634"/>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EA7600"/>
              </a:solidFill>
              <a:effectLst/>
              <a:uLnTx/>
              <a:uFillTx/>
              <a:latin typeface="Calibri"/>
              <a:ea typeface="+mn-ea"/>
              <a:cs typeface="+mn-cs"/>
            </a:endParaRPr>
          </a:p>
        </p:txBody>
      </p:sp>
      <p:sp>
        <p:nvSpPr>
          <p:cNvPr id="38" name="Text Placeholder 3">
            <a:extLst>
              <a:ext uri="{FF2B5EF4-FFF2-40B4-BE49-F238E27FC236}">
                <a16:creationId xmlns:a16="http://schemas.microsoft.com/office/drawing/2014/main" id="{C36B8FCC-4D17-4CAB-B39F-0553E7940E41}"/>
              </a:ext>
            </a:extLst>
          </p:cNvPr>
          <p:cNvSpPr txBox="1">
            <a:spLocks/>
          </p:cNvSpPr>
          <p:nvPr/>
        </p:nvSpPr>
        <p:spPr>
          <a:xfrm>
            <a:off x="629999" y="2216920"/>
            <a:ext cx="297183" cy="4062634"/>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cxnSp>
        <p:nvCxnSpPr>
          <p:cNvPr id="40" name="Conector recto de flecha 123">
            <a:extLst>
              <a:ext uri="{FF2B5EF4-FFF2-40B4-BE49-F238E27FC236}">
                <a16:creationId xmlns:a16="http://schemas.microsoft.com/office/drawing/2014/main" id="{F229228B-D2EC-4D56-9932-FBE44D0BAA6F}"/>
              </a:ext>
            </a:extLst>
          </p:cNvPr>
          <p:cNvCxnSpPr>
            <a:cxnSpLocks/>
            <a:stCxn id="85" idx="3"/>
            <a:endCxn id="50" idx="1"/>
          </p:cNvCxnSpPr>
          <p:nvPr/>
        </p:nvCxnSpPr>
        <p:spPr>
          <a:xfrm>
            <a:off x="7904728" y="4100241"/>
            <a:ext cx="178709"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1" name="Conector recto de flecha 110">
            <a:extLst>
              <a:ext uri="{FF2B5EF4-FFF2-40B4-BE49-F238E27FC236}">
                <a16:creationId xmlns:a16="http://schemas.microsoft.com/office/drawing/2014/main" id="{15FA5F40-31EB-49CD-89F7-89AE7D1B353E}"/>
              </a:ext>
            </a:extLst>
          </p:cNvPr>
          <p:cNvCxnSpPr>
            <a:cxnSpLocks/>
            <a:stCxn id="45" idx="3"/>
            <a:endCxn id="46" idx="1"/>
          </p:cNvCxnSpPr>
          <p:nvPr/>
        </p:nvCxnSpPr>
        <p:spPr>
          <a:xfrm>
            <a:off x="2697393" y="4100241"/>
            <a:ext cx="14113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2" name="Conector recto de flecha 116">
            <a:extLst>
              <a:ext uri="{FF2B5EF4-FFF2-40B4-BE49-F238E27FC236}">
                <a16:creationId xmlns:a16="http://schemas.microsoft.com/office/drawing/2014/main" id="{F2CFBAE8-A619-46C7-BDA8-2D5F0EE1E1EE}"/>
              </a:ext>
            </a:extLst>
          </p:cNvPr>
          <p:cNvCxnSpPr>
            <a:cxnSpLocks/>
            <a:stCxn id="46" idx="3"/>
            <a:endCxn id="47" idx="1"/>
          </p:cNvCxnSpPr>
          <p:nvPr/>
        </p:nvCxnSpPr>
        <p:spPr>
          <a:xfrm>
            <a:off x="3967776" y="4100241"/>
            <a:ext cx="14113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4" name="Conector recto de flecha 120">
            <a:extLst>
              <a:ext uri="{FF2B5EF4-FFF2-40B4-BE49-F238E27FC236}">
                <a16:creationId xmlns:a16="http://schemas.microsoft.com/office/drawing/2014/main" id="{1CBCF63A-52B9-452A-9176-3ACCE0176333}"/>
              </a:ext>
            </a:extLst>
          </p:cNvPr>
          <p:cNvCxnSpPr>
            <a:cxnSpLocks/>
            <a:stCxn id="47" idx="3"/>
            <a:endCxn id="49" idx="1"/>
          </p:cNvCxnSpPr>
          <p:nvPr/>
        </p:nvCxnSpPr>
        <p:spPr>
          <a:xfrm>
            <a:off x="5238159" y="4100241"/>
            <a:ext cx="140795" cy="73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5" name="Conector recto de flecha 122">
            <a:extLst>
              <a:ext uri="{FF2B5EF4-FFF2-40B4-BE49-F238E27FC236}">
                <a16:creationId xmlns:a16="http://schemas.microsoft.com/office/drawing/2014/main" id="{66F07460-EA72-4836-AFB2-8F8945348A8D}"/>
              </a:ext>
            </a:extLst>
          </p:cNvPr>
          <p:cNvCxnSpPr>
            <a:cxnSpLocks/>
            <a:stCxn id="49" idx="3"/>
            <a:endCxn id="85" idx="1"/>
          </p:cNvCxnSpPr>
          <p:nvPr/>
        </p:nvCxnSpPr>
        <p:spPr>
          <a:xfrm flipV="1">
            <a:off x="6508205" y="4100241"/>
            <a:ext cx="152652" cy="73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141A4F40-417D-40E5-9373-A9E1FFDCBDEB}"/>
              </a:ext>
            </a:extLst>
          </p:cNvPr>
          <p:cNvSpPr/>
          <p:nvPr/>
        </p:nvSpPr>
        <p:spPr>
          <a:xfrm>
            <a:off x="1568142" y="3750294"/>
            <a:ext cx="1129251" cy="699894"/>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6" name="10 Rectángulo">
            <a:extLst>
              <a:ext uri="{FF2B5EF4-FFF2-40B4-BE49-F238E27FC236}">
                <a16:creationId xmlns:a16="http://schemas.microsoft.com/office/drawing/2014/main" id="{7357F557-FDF2-4033-92C2-940A9F4A537C}"/>
              </a:ext>
            </a:extLst>
          </p:cNvPr>
          <p:cNvSpPr/>
          <p:nvPr/>
        </p:nvSpPr>
        <p:spPr>
          <a:xfrm>
            <a:off x="2838525" y="3750294"/>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srgbClr val="696158"/>
                </a:solidFill>
                <a:effectLst/>
                <a:uLnTx/>
                <a:uFillTx/>
                <a:latin typeface="Calibri"/>
                <a:ea typeface="+mn-ea"/>
                <a:cs typeface="+mn-cs"/>
              </a:rPr>
              <a:t>[Por completar]</a:t>
            </a:r>
            <a:br>
              <a:rPr kumimoji="0" lang="es-ES" sz="1000" b="0" i="0" u="none" strike="noStrike" kern="1200" cap="none" spc="0" normalizeH="0" baseline="0" noProof="0">
                <a:ln>
                  <a:noFill/>
                </a:ln>
                <a:solidFill>
                  <a:srgbClr val="696158"/>
                </a:solidFill>
                <a:effectLst/>
                <a:uLnTx/>
                <a:uFillTx/>
                <a:latin typeface="Calibri"/>
                <a:ea typeface="+mn-ea"/>
                <a:cs typeface="+mn-cs"/>
              </a:rPr>
            </a:br>
            <a:r>
              <a:rPr kumimoji="0" lang="es-ES" sz="1000" b="0" i="0" u="none" strike="noStrike" kern="1200" cap="none" spc="0" normalizeH="0" baseline="0" noProof="0">
                <a:ln>
                  <a:noFill/>
                </a:ln>
                <a:solidFill>
                  <a:srgbClr val="696158"/>
                </a:solidFill>
                <a:effectLst/>
                <a:uLnTx/>
                <a:uFillTx/>
                <a:latin typeface="Calibri"/>
                <a:ea typeface="+mn-ea"/>
                <a:cs typeface="+mn-cs"/>
              </a:rPr>
              <a:t/>
            </a:r>
          </a:p>
        </p:txBody>
      </p:sp>
      <p:sp>
        <p:nvSpPr>
          <p:cNvPr id="47" name="10 Rectángulo">
            <a:extLst>
              <a:ext uri="{FF2B5EF4-FFF2-40B4-BE49-F238E27FC236}">
                <a16:creationId xmlns:a16="http://schemas.microsoft.com/office/drawing/2014/main" id="{FF1CBFA3-D038-4F52-99A9-0EAE824D9937}"/>
              </a:ext>
            </a:extLst>
          </p:cNvPr>
          <p:cNvSpPr/>
          <p:nvPr/>
        </p:nvSpPr>
        <p:spPr>
          <a:xfrm>
            <a:off x="4108908" y="3750294"/>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9" name="10 Rectángulo">
            <a:extLst>
              <a:ext uri="{FF2B5EF4-FFF2-40B4-BE49-F238E27FC236}">
                <a16:creationId xmlns:a16="http://schemas.microsoft.com/office/drawing/2014/main" id="{67FA9BB4-D6E6-499A-902C-83E6A98DDC79}"/>
              </a:ext>
            </a:extLst>
          </p:cNvPr>
          <p:cNvSpPr/>
          <p:nvPr/>
        </p:nvSpPr>
        <p:spPr>
          <a:xfrm>
            <a:off x="5378954" y="3751031"/>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50" name="10 Rectángulo">
            <a:extLst>
              <a:ext uri="{FF2B5EF4-FFF2-40B4-BE49-F238E27FC236}">
                <a16:creationId xmlns:a16="http://schemas.microsoft.com/office/drawing/2014/main" id="{DB52F411-B78E-475F-B759-9EE1D9BDC42B}"/>
              </a:ext>
            </a:extLst>
          </p:cNvPr>
          <p:cNvSpPr/>
          <p:nvPr/>
        </p:nvSpPr>
        <p:spPr>
          <a:xfrm>
            <a:off x="8083437" y="3750294"/>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srgbClr val="696158"/>
                </a:solidFill>
                <a:effectLst/>
                <a:uLnTx/>
                <a:uFillTx/>
                <a:latin typeface="Calibri"/>
                <a:ea typeface="+mn-ea"/>
                <a:cs typeface="+mn-cs"/>
              </a:rPr>
              <a:t>[Objetivo del subproceso]</a:t>
            </a:r>
            <a:endParaRPr kumimoji="0" lang="es-CL" sz="1000" b="0" i="0" u="none" strike="noStrike" kern="1200" cap="none" spc="0" normalizeH="0" baseline="0" noProof="0">
              <a:ln>
                <a:noFill/>
              </a:ln>
              <a:solidFill>
                <a:srgbClr val="696158"/>
              </a:solidFill>
              <a:effectLst/>
              <a:uLnTx/>
              <a:uFillTx/>
              <a:latin typeface="Calibri"/>
              <a:ea typeface="+mn-ea"/>
              <a:cs typeface="+mn-cs"/>
            </a:endParaRPr>
          </a:p>
        </p:txBody>
      </p:sp>
      <p:sp>
        <p:nvSpPr>
          <p:cNvPr id="56" name="Rectangle: Rounded Corners 55">
            <a:extLst>
              <a:ext uri="{FF2B5EF4-FFF2-40B4-BE49-F238E27FC236}">
                <a16:creationId xmlns:a16="http://schemas.microsoft.com/office/drawing/2014/main" id="{EC632A1C-0C98-4579-87E1-AEB6C5A97D45}"/>
              </a:ext>
            </a:extLst>
          </p:cNvPr>
          <p:cNvSpPr/>
          <p:nvPr/>
        </p:nvSpPr>
        <p:spPr>
          <a:xfrm>
            <a:off x="1934684" y="3588539"/>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7" name="Rectangle: Rounded Corners 56">
            <a:extLst>
              <a:ext uri="{FF2B5EF4-FFF2-40B4-BE49-F238E27FC236}">
                <a16:creationId xmlns:a16="http://schemas.microsoft.com/office/drawing/2014/main" id="{656F8717-5AEA-4579-9D4B-9D95CA6FE4D4}"/>
              </a:ext>
            </a:extLst>
          </p:cNvPr>
          <p:cNvSpPr/>
          <p:nvPr/>
        </p:nvSpPr>
        <p:spPr>
          <a:xfrm>
            <a:off x="3205067" y="3588539"/>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8" name="Rectangle: Rounded Corners 57">
            <a:extLst>
              <a:ext uri="{FF2B5EF4-FFF2-40B4-BE49-F238E27FC236}">
                <a16:creationId xmlns:a16="http://schemas.microsoft.com/office/drawing/2014/main" id="{FECDBAA6-E447-465E-BBA8-77A1DB023E24}"/>
              </a:ext>
            </a:extLst>
          </p:cNvPr>
          <p:cNvSpPr/>
          <p:nvPr/>
        </p:nvSpPr>
        <p:spPr>
          <a:xfrm>
            <a:off x="4475450" y="3588539"/>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9" name="Rectangle: Rounded Corners 58">
            <a:extLst>
              <a:ext uri="{FF2B5EF4-FFF2-40B4-BE49-F238E27FC236}">
                <a16:creationId xmlns:a16="http://schemas.microsoft.com/office/drawing/2014/main" id="{FDF8F77C-A149-4ADD-802C-1BD977E852FD}"/>
              </a:ext>
            </a:extLst>
          </p:cNvPr>
          <p:cNvSpPr/>
          <p:nvPr/>
        </p:nvSpPr>
        <p:spPr>
          <a:xfrm>
            <a:off x="5800156" y="3579047"/>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[Código]</a:t>
            </a:r>
          </a:p>
        </p:txBody>
      </p:sp>
      <p:sp>
        <p:nvSpPr>
          <p:cNvPr id="60" name="Rectangle: Rounded Corners 59">
            <a:extLst>
              <a:ext uri="{FF2B5EF4-FFF2-40B4-BE49-F238E27FC236}">
                <a16:creationId xmlns:a16="http://schemas.microsoft.com/office/drawing/2014/main" id="{2F3E8FE7-A737-43D0-B40F-34C5726742E0}"/>
              </a:ext>
            </a:extLst>
          </p:cNvPr>
          <p:cNvSpPr/>
          <p:nvPr/>
        </p:nvSpPr>
        <p:spPr>
          <a:xfrm>
            <a:off x="8447083" y="3582636"/>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[Código]</a:t>
            </a:r>
          </a:p>
        </p:txBody>
      </p:sp>
      <p:sp>
        <p:nvSpPr>
          <p:cNvPr id="62" name="10 Rectángulo">
            <a:extLst>
              <a:ext uri="{FF2B5EF4-FFF2-40B4-BE49-F238E27FC236}">
                <a16:creationId xmlns:a16="http://schemas.microsoft.com/office/drawing/2014/main" id="{60094292-8059-4F3B-9E23-8231E6D0848B}"/>
              </a:ext>
            </a:extLst>
          </p:cNvPr>
          <p:cNvSpPr/>
          <p:nvPr/>
        </p:nvSpPr>
        <p:spPr>
          <a:xfrm>
            <a:off x="8083437" y="4744591"/>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71" name="Rectangle: Rounded Corners 70">
            <a:extLst>
              <a:ext uri="{FF2B5EF4-FFF2-40B4-BE49-F238E27FC236}">
                <a16:creationId xmlns:a16="http://schemas.microsoft.com/office/drawing/2014/main" id="{CAB89AB2-DB21-48A6-825D-9F011E5336BD}"/>
              </a:ext>
            </a:extLst>
          </p:cNvPr>
          <p:cNvSpPr/>
          <p:nvPr/>
        </p:nvSpPr>
        <p:spPr>
          <a:xfrm>
            <a:off x="8447082" y="4584306"/>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5" name="Oval 34">
            <a:extLst>
              <a:ext uri="{FF2B5EF4-FFF2-40B4-BE49-F238E27FC236}">
                <a16:creationId xmlns:a16="http://schemas.microsoft.com/office/drawing/2014/main" id="{2B476E83-7E22-4DF5-8EAD-56EAE4CD4B5F}"/>
              </a:ext>
            </a:extLst>
          </p:cNvPr>
          <p:cNvSpPr/>
          <p:nvPr/>
        </p:nvSpPr>
        <p:spPr>
          <a:xfrm>
            <a:off x="1721550" y="2426822"/>
            <a:ext cx="1218601" cy="607685"/>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r>
              <a:rPr lang="es-CL" sz="900">
                <a:solidFill>
                  <a:srgbClr val="696158"/>
                </a:solidFill>
                <a:latin typeface="Calibri"/>
                <a:ea typeface="Calibri"/>
                <a:cs typeface="Calibri"/>
              </a:rPr>
              <a:t>[Por completar]</a:t>
            </a:r>
            <a:endParaRPr lang="es-CL" sz="900" b="0" i="0" u="none" strike="noStrike" kern="1200" cap="none" spc="0" normalizeH="0" baseline="0" noProof="0">
              <a:ln>
                <a:noFill/>
              </a:ln>
              <a:solidFill>
                <a:srgbClr val="696158"/>
              </a:solidFill>
              <a:effectLst/>
              <a:uLnTx/>
              <a:uFillTx/>
              <a:latin typeface="Calibri"/>
              <a:ea typeface="Calibri"/>
              <a:cs typeface="Calibri"/>
            </a:endParaRPr>
          </a:p>
        </p:txBody>
      </p:sp>
      <p:sp>
        <p:nvSpPr>
          <p:cNvPr id="3" name="Rectangle: Rounded Corners 27">
            <a:extLst>
              <a:ext uri="{FF2B5EF4-FFF2-40B4-BE49-F238E27FC236}">
                <a16:creationId xmlns:a16="http://schemas.microsoft.com/office/drawing/2014/main" id="{5B5627BA-015F-A7AE-4983-2FFE6153331E}"/>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r>
              <a:rPr kumimoji="0" lang="es-CL" sz="1100" b="1" i="0" u="none" strike="noStrike" kern="1200" cap="none" spc="0" normalizeH="0" baseline="0" noProof="0">
                <a:ln>
                  <a:noFill/>
                </a:ln>
                <a:solidFill>
                  <a:srgbClr val="9A9300"/>
                </a:solidFill>
                <a:effectLst/>
                <a:highlight>
                  <a:srgbClr val="FFFFFF"/>
                </a:highlight>
                <a:uLnTx/>
                <a:uFillTx/>
                <a:latin typeface="Calibri"/>
                <a:ea typeface="+mn-ea"/>
                <a:cs typeface="+mn-cs"/>
              </a:rPr>
              <a:t/>
            </a:r>
            <a:endParaRPr lang="es-CL" sz="1100" b="1" i="0" u="none" strike="noStrike" kern="1200" cap="none" spc="0" normalizeH="0" baseline="0" noProof="0">
              <a:ln>
                <a:noFill/>
              </a:ln>
              <a:solidFill>
                <a:srgbClr val="9A9300"/>
              </a:solidFill>
              <a:effectLst/>
              <a:highlight>
                <a:srgbClr val="FFFFFF"/>
              </a:highlight>
              <a:uLnTx/>
              <a:uFillTx/>
              <a:latin typeface="Calibri"/>
              <a:ea typeface="Calibri"/>
              <a:cs typeface="Calibri"/>
            </a:endParaRPr>
          </a:p>
        </p:txBody>
      </p:sp>
      <p:sp>
        <p:nvSpPr>
          <p:cNvPr id="4" name="Rectangle: Rounded Corners 3">
            <a:extLst>
              <a:ext uri="{FF2B5EF4-FFF2-40B4-BE49-F238E27FC236}">
                <a16:creationId xmlns:a16="http://schemas.microsoft.com/office/drawing/2014/main" id="{02A6233E-B7EA-497D-0029-CE81E1FFBA4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6" name="Rectangle: Rounded Corners 36">
            <a:extLst>
              <a:ext uri="{FF2B5EF4-FFF2-40B4-BE49-F238E27FC236}">
                <a16:creationId xmlns:a16="http://schemas.microsoft.com/office/drawing/2014/main" id="{74959F56-230B-056E-EB0C-2E0B6CF2C195}"/>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85" name="10 Rectángulo">
            <a:extLst>
              <a:ext uri="{FF2B5EF4-FFF2-40B4-BE49-F238E27FC236}">
                <a16:creationId xmlns:a16="http://schemas.microsoft.com/office/drawing/2014/main" id="{F07567CD-97AA-6FDE-8FD9-22B8E29BBA98}"/>
              </a:ext>
            </a:extLst>
          </p:cNvPr>
          <p:cNvSpPr/>
          <p:nvPr/>
        </p:nvSpPr>
        <p:spPr>
          <a:xfrm>
            <a:off x="6660857" y="3750294"/>
            <a:ext cx="124387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a:ln>
                  <a:noFill/>
                </a:ln>
                <a:solidFill>
                  <a:srgbClr val="696158"/>
                </a:solidFill>
                <a:effectLst/>
                <a:uLnTx/>
                <a:uFillTx/>
                <a:latin typeface="Calibri"/>
                <a:ea typeface="+mn-ea"/>
                <a:cs typeface="+mn-cs"/>
              </a:rPr>
              <a:t>[Por completar]</a:t>
            </a:r>
            <a:endParaRPr kumimoji="0" lang="es-CL" sz="1000" b="0" i="0" u="none" strike="noStrike" kern="1200" cap="none" spc="0" normalizeH="0" baseline="0" noProof="0">
              <a:ln>
                <a:noFill/>
              </a:ln>
              <a:solidFill>
                <a:srgbClr val="696158"/>
              </a:solidFill>
              <a:effectLst/>
              <a:uLnTx/>
              <a:uFillTx/>
              <a:latin typeface="Calibri"/>
              <a:ea typeface="+mn-ea"/>
              <a:cs typeface="+mn-cs"/>
            </a:endParaRPr>
          </a:p>
        </p:txBody>
      </p:sp>
      <p:sp>
        <p:nvSpPr>
          <p:cNvPr id="86" name="Rectangle: Rounded Corners 59">
            <a:extLst>
              <a:ext uri="{FF2B5EF4-FFF2-40B4-BE49-F238E27FC236}">
                <a16:creationId xmlns:a16="http://schemas.microsoft.com/office/drawing/2014/main" id="{DA19A5EA-9459-4808-F4DC-4902EB4B45BA}"/>
              </a:ext>
            </a:extLst>
          </p:cNvPr>
          <p:cNvSpPr/>
          <p:nvPr/>
        </p:nvSpPr>
        <p:spPr>
          <a:xfrm>
            <a:off x="7139123" y="3582636"/>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92" name="Conector recto de flecha 123">
            <a:extLst>
              <a:ext uri="{FF2B5EF4-FFF2-40B4-BE49-F238E27FC236}">
                <a16:creationId xmlns:a16="http://schemas.microsoft.com/office/drawing/2014/main" id="{FCEF428F-65EE-4200-D6E1-567DD1B3AB77}"/>
              </a:ext>
            </a:extLst>
          </p:cNvPr>
          <p:cNvCxnSpPr>
            <a:cxnSpLocks/>
            <a:stCxn id="50" idx="2"/>
            <a:endCxn id="71" idx="0"/>
          </p:cNvCxnSpPr>
          <p:nvPr/>
        </p:nvCxnSpPr>
        <p:spPr>
          <a:xfrm flipH="1">
            <a:off x="8645166" y="4450188"/>
            <a:ext cx="2897" cy="13411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7" name="Elipse 104">
            <a:extLst>
              <a:ext uri="{FF2B5EF4-FFF2-40B4-BE49-F238E27FC236}">
                <a16:creationId xmlns:a16="http://schemas.microsoft.com/office/drawing/2014/main" id="{DA3AF850-BFBC-FFB7-BE71-6E83C243643A}"/>
              </a:ext>
            </a:extLst>
          </p:cNvPr>
          <p:cNvSpPr/>
          <p:nvPr/>
        </p:nvSpPr>
        <p:spPr>
          <a:xfrm>
            <a:off x="8080539" y="5686559"/>
            <a:ext cx="1129251" cy="54864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700" b="1">
                <a:solidFill>
                  <a:srgbClr val="696158"/>
                </a:solidFill>
                <a:latin typeface="Calibri"/>
              </a:rPr>
              <a:t>[Por completar]</a:t>
            </a:r>
            <a:endParaRPr kumimoji="0" lang="es-CL" sz="7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20" name="Conector recto de flecha 123">
            <a:extLst>
              <a:ext uri="{FF2B5EF4-FFF2-40B4-BE49-F238E27FC236}">
                <a16:creationId xmlns:a16="http://schemas.microsoft.com/office/drawing/2014/main" id="{54F83BD2-AE40-8E2E-F0C8-7183D0A19AE4}"/>
              </a:ext>
            </a:extLst>
          </p:cNvPr>
          <p:cNvCxnSpPr>
            <a:cxnSpLocks/>
            <a:stCxn id="62" idx="2"/>
            <a:endCxn id="17" idx="0"/>
          </p:cNvCxnSpPr>
          <p:nvPr/>
        </p:nvCxnSpPr>
        <p:spPr>
          <a:xfrm flipH="1">
            <a:off x="8645165" y="5444485"/>
            <a:ext cx="2898" cy="242074"/>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nvGrpSpPr>
          <p:cNvPr id="32" name="Grupo 31">
            <a:extLst>
              <a:ext uri="{FF2B5EF4-FFF2-40B4-BE49-F238E27FC236}">
                <a16:creationId xmlns:a16="http://schemas.microsoft.com/office/drawing/2014/main" id="{6330D527-C581-C94A-3F92-264AF4F57282}"/>
              </a:ext>
            </a:extLst>
          </p:cNvPr>
          <p:cNvGrpSpPr/>
          <p:nvPr/>
        </p:nvGrpSpPr>
        <p:grpSpPr>
          <a:xfrm>
            <a:off x="6678280" y="5568852"/>
            <a:ext cx="686703" cy="567941"/>
            <a:chOff x="8136083" y="3402403"/>
            <a:chExt cx="942610" cy="1062738"/>
          </a:xfrm>
        </p:grpSpPr>
        <p:pic>
          <p:nvPicPr>
            <p:cNvPr id="33" name="Gráfico 32" descr="Documento con relleno sólido">
              <a:extLst>
                <a:ext uri="{FF2B5EF4-FFF2-40B4-BE49-F238E27FC236}">
                  <a16:creationId xmlns:a16="http://schemas.microsoft.com/office/drawing/2014/main" id="{380D641A-207B-40B5-761A-165E4DFD08B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54001" y="3402403"/>
              <a:ext cx="475071" cy="475071"/>
            </a:xfrm>
            <a:prstGeom prst="rect">
              <a:avLst/>
            </a:prstGeom>
          </p:spPr>
        </p:pic>
        <p:sp>
          <p:nvSpPr>
            <p:cNvPr id="34" name="Rectangle: Rounded Corners 10">
              <a:extLst>
                <a:ext uri="{FF2B5EF4-FFF2-40B4-BE49-F238E27FC236}">
                  <a16:creationId xmlns:a16="http://schemas.microsoft.com/office/drawing/2014/main" id="{76E4043B-C2AB-2FE0-E99D-9C7BAABD7E83}"/>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cxnSp>
        <p:nvCxnSpPr>
          <p:cNvPr id="36" name="Conector recto 35">
            <a:extLst>
              <a:ext uri="{FF2B5EF4-FFF2-40B4-BE49-F238E27FC236}">
                <a16:creationId xmlns:a16="http://schemas.microsoft.com/office/drawing/2014/main" id="{B152143C-47D5-0CD5-2858-0D403DE04B10}"/>
              </a:ext>
            </a:extLst>
          </p:cNvPr>
          <p:cNvCxnSpPr>
            <a:cxnSpLocks/>
            <a:stCxn id="17" idx="2"/>
            <a:endCxn id="34" idx="3"/>
          </p:cNvCxnSpPr>
          <p:nvPr/>
        </p:nvCxnSpPr>
        <p:spPr>
          <a:xfrm flipH="1">
            <a:off x="7364983" y="5960880"/>
            <a:ext cx="715556" cy="4880"/>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cxnSp>
        <p:nvCxnSpPr>
          <p:cNvPr id="28" name="Conector: angular 27">
            <a:extLst>
              <a:ext uri="{FF2B5EF4-FFF2-40B4-BE49-F238E27FC236}">
                <a16:creationId xmlns:a16="http://schemas.microsoft.com/office/drawing/2014/main" id="{01DEB190-8F4F-96BF-FA54-7DB53261BF0F}"/>
              </a:ext>
            </a:extLst>
          </p:cNvPr>
          <p:cNvCxnSpPr>
            <a:cxnSpLocks/>
            <a:stCxn id="35" idx="4"/>
            <a:endCxn id="45" idx="1"/>
          </p:cNvCxnSpPr>
          <p:nvPr/>
        </p:nvCxnSpPr>
        <p:spPr>
          <a:xfrm rot="5400000">
            <a:off x="1416630" y="3186020"/>
            <a:ext cx="1065734" cy="762709"/>
          </a:xfrm>
          <a:prstGeom prst="bentConnector4">
            <a:avLst>
              <a:gd name="adj1" fmla="val 15469"/>
              <a:gd name="adj2" fmla="val 12997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729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1683-1B9D-6745-627B-58BDB4E6F44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1635C5-8CE6-F3A2-62EC-AD16013EAA1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E1635C5-8CE6-F3A2-62EC-AD16013EAA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69CF5FB-85AB-B463-FBD2-5A498B3EB39F}"/>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sz="2400"/>
              <a:t/>
            </a:r>
            <a:r>
              <a:rPr lang="es-CL"/>
              <a:t/>
            </a:r>
          </a:p>
        </p:txBody>
      </p:sp>
      <p:graphicFrame>
        <p:nvGraphicFramePr>
          <p:cNvPr id="20" name="Table 19">
            <a:extLst>
              <a:ext uri="{FF2B5EF4-FFF2-40B4-BE49-F238E27FC236}">
                <a16:creationId xmlns:a16="http://schemas.microsoft.com/office/drawing/2014/main" id="{20822D6E-069C-90C7-23AE-A78AD0DF3AAF}"/>
              </a:ext>
            </a:extLst>
          </p:cNvPr>
          <p:cNvGraphicFramePr>
            <a:graphicFrameLocks noGrp="1"/>
          </p:cNvGraphicFramePr>
          <p:nvPr>
            <p:extLst>
              <p:ext uri="{D42A27DB-BD31-4B8C-83A1-F6EECF244321}">
                <p14:modId xmlns:p14="http://schemas.microsoft.com/office/powerpoint/2010/main" val="2029018461"/>
              </p:ext>
            </p:extLst>
          </p:nvPr>
        </p:nvGraphicFramePr>
        <p:xfrm>
          <a:off x="950869" y="1030203"/>
          <a:ext cx="10552509" cy="5767148"/>
        </p:xfrm>
        <a:graphic>
          <a:graphicData uri="http://schemas.openxmlformats.org/drawingml/2006/table">
            <a:tbl>
              <a:tblPr>
                <a:tableStyleId>{2D5ABB26-0587-4C30-8999-92F81FD0307C}</a:tableStyleId>
              </a:tblPr>
              <a:tblGrid>
                <a:gridCol w="2007991">
                  <a:extLst>
                    <a:ext uri="{9D8B030D-6E8A-4147-A177-3AD203B41FA5}">
                      <a16:colId xmlns:a16="http://schemas.microsoft.com/office/drawing/2014/main" val="741832067"/>
                    </a:ext>
                  </a:extLst>
                </a:gridCol>
                <a:gridCol w="5027015">
                  <a:extLst>
                    <a:ext uri="{9D8B030D-6E8A-4147-A177-3AD203B41FA5}">
                      <a16:colId xmlns:a16="http://schemas.microsoft.com/office/drawing/2014/main" val="2629782098"/>
                    </a:ext>
                  </a:extLst>
                </a:gridCol>
                <a:gridCol w="3517503">
                  <a:extLst>
                    <a:ext uri="{9D8B030D-6E8A-4147-A177-3AD203B41FA5}">
                      <a16:colId xmlns:a16="http://schemas.microsoft.com/office/drawing/2014/main" val="1732901862"/>
                    </a:ext>
                  </a:extLst>
                </a:gridCol>
              </a:tblGrid>
              <a:tr h="35658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37621">
                <a:tc rowSpan="5">
                  <a:txBody>
                    <a:bodyPr/>
                    <a:lstStyle/>
                    <a:p>
                      <a:pPr algn="l"/>
                      <a:r>
                        <a:rPr lang="es-CL" sz="1100">
                          <a:solidFill>
                            <a:schemeClr val="tx1"/>
                          </a:solidFill>
                        </a:rPr>
                        <a:t>[Por completar]</a:t>
                      </a:r>
                      <a:endParaRPr lang="es-ES"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u="none" strike="noStrike" kern="1200">
                          <a:solidFill>
                            <a:schemeClr val="tx1"/>
                          </a:solidFill>
                          <a:effectLst/>
                          <a:latin typeface="+mn-lt"/>
                          <a:ea typeface="+mn-ea"/>
                          <a:cs typeface="+mn-cs"/>
                        </a:rPr>
                        <a:t>[Por completar]</a:t>
                      </a:r>
                      <a:r>
                        <a:rPr lang="es-CL" sz="1100" u="none" strike="noStrike" kern="1200" err="1">
                          <a:solidFill>
                            <a:schemeClr val="tx1"/>
                          </a:solidFill>
                          <a:effectLst/>
                          <a:latin typeface="+mn-lt"/>
                          <a:ea typeface="+mn-ea"/>
                          <a:cs typeface="+mn-cs"/>
                        </a:rPr>
                        <a:t/>
                      </a:r>
                      <a:r>
                        <a:rPr lang="es-CL" sz="1100" u="none" strike="noStrike" kern="1200">
                          <a:solidFill>
                            <a:schemeClr val="tx1"/>
                          </a:solidFill>
                          <a:effectLst/>
                          <a:latin typeface="+mn-lt"/>
                          <a:ea typeface="+mn-ea"/>
                          <a:cs typeface="+mn-cs"/>
                        </a:rPr>
                        <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316829">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a:effectLst/>
                        </a:rPr>
                        <a:t>[Por completar]</a:t>
                      </a:r>
                      <a:endParaRPr lang="es-CL" sz="1100" b="0" i="0" u="none" strike="noStrike">
                        <a:solidFill>
                          <a:srgbClr val="000000"/>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956679281"/>
                  </a:ext>
                </a:extLst>
              </a:tr>
              <a:tr h="222770">
                <a:tc vMerge="1">
                  <a:txBody>
                    <a:bodyPr/>
                    <a:lstStyle/>
                    <a:p>
                      <a:endParaRPr lang="en-US"/>
                    </a:p>
                  </a:txBody>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u="none" strike="noStrike" kern="1200">
                          <a:solidFill>
                            <a:schemeClr val="tx1"/>
                          </a:solidFill>
                          <a:effectLst/>
                          <a:latin typeface="+mn-lt"/>
                          <a:ea typeface="+mn-ea"/>
                          <a:cs typeface="+mn-cs"/>
                        </a:rPr>
                        <a:t>[Por completar]</a:t>
                      </a:r>
                      <a:r>
                        <a:rPr lang="es-CL" sz="1100" b="0" i="0" u="none" strike="noStrike" kern="1200" noProof="0">
                          <a:solidFill>
                            <a:srgbClr val="696158"/>
                          </a:solidFill>
                          <a:effectLst/>
                          <a:latin typeface="Calibri"/>
                        </a:rPr>
                        <a:t/>
                      </a:r>
                      <a:endParaRPr lang="es-CL" sz="1100" u="none" strike="noStrike" kern="1200">
                        <a:solidFill>
                          <a:schemeClr val="tx1"/>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
                          <a:srgbClr val="696158"/>
                        </a:buClr>
                        <a:buSzTx/>
                        <a:buFont typeface="Trebuchet MS,Sans-Serif" panose="020B0603020202020204" pitchFamily="34" charset="0"/>
                        <a:buChar char="​"/>
                      </a:pPr>
                      <a:r>
                        <a:rPr lang="es-CL" sz="1100" b="0" i="0" u="none" strike="noStrike" noProof="0">
                          <a:solidFill>
                            <a:srgbClr val="696158"/>
                          </a:solidFill>
                          <a:effectLst/>
                          <a:latin typeface="Calibri"/>
                        </a:rPr>
                        <a:t>[Por completar]</a:t>
                      </a:r>
                      <a:endParaRPr lang="en-US" sz="1100" b="0" i="0" u="none" strike="noStrike" noProof="0">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75560042"/>
                  </a:ext>
                </a:extLst>
              </a:tr>
              <a:tr h="222770">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02722860"/>
                  </a:ext>
                </a:extLst>
              </a:tr>
              <a:tr h="22277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u="none" strike="noStrike" kern="1200">
                          <a:solidFill>
                            <a:schemeClr val="tx1"/>
                          </a:solidFill>
                          <a:effectLst/>
                          <a:latin typeface="+mn-lt"/>
                          <a:ea typeface="+mn-ea"/>
                          <a:cs typeface="+mn-cs"/>
                        </a:rPr>
                        <a:t>[Por completar]</a:t>
                      </a:r>
                      <a:r>
                        <a:rPr lang="es-CL" sz="1100" b="0" i="0" u="none" strike="noStrike" kern="1200" noProof="0">
                          <a:solidFill>
                            <a:srgbClr val="696158"/>
                          </a:solidFill>
                          <a:effectLst/>
                          <a:latin typeface="Calibri"/>
                        </a:rPr>
                        <a:t/>
                      </a:r>
                      <a:endParaRPr lang="es-CL" sz="1100" u="none" strike="noStrike" kern="1200">
                        <a:solidFill>
                          <a:schemeClr val="tx1"/>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a:lnSpc>
                          <a:spcPct val="100000"/>
                        </a:lnSpc>
                        <a:spcBef>
                          <a:spcPts val="0"/>
                        </a:spcBef>
                        <a:spcAft>
                          <a:spcPts val="0"/>
                        </a:spcAft>
                        <a:buClrTx/>
                        <a:buSz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222770">
                <a:tc rowSpan="5">
                  <a:txBody>
                    <a:bodyPr/>
                    <a:lstStyle/>
                    <a:p>
                      <a:pPr algn="l"/>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24827636"/>
                  </a:ext>
                </a:extLst>
              </a:tr>
              <a:tr h="222770">
                <a:tc vMerge="1">
                  <a:txBody>
                    <a:bodyPr/>
                    <a:lstStyle/>
                    <a:p>
                      <a:pPr algn="l"/>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35252232"/>
                  </a:ext>
                </a:extLst>
              </a:tr>
              <a:tr h="222770">
                <a:tc vMerge="1">
                  <a:txBody>
                    <a:bodyPr/>
                    <a:lstStyle/>
                    <a:p>
                      <a:pPr algn="l"/>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31893896"/>
                  </a:ext>
                </a:extLst>
              </a:tr>
              <a:tr h="22277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lang="es-CL"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39001767"/>
                  </a:ext>
                </a:extLst>
              </a:tr>
              <a:tr h="16560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lang="es-CL"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1359060"/>
                  </a:ext>
                </a:extLst>
              </a:tr>
              <a:tr h="222770">
                <a:tc rowSpan="3">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u="none" strike="noStrike">
                          <a:effectLst/>
                        </a:rPr>
                        <a:t>[Por completar]</a:t>
                      </a: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80698614"/>
                  </a:ext>
                </a:extLst>
              </a:tr>
              <a:tr h="237621">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254695937"/>
                  </a:ext>
                </a:extLst>
              </a:tr>
              <a:tr h="23762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18288" marR="18288" marT="18288" marB="18288">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758735031"/>
                  </a:ext>
                </a:extLst>
              </a:tr>
              <a:tr h="237621">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51512587"/>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36010776"/>
                  </a:ext>
                </a:extLst>
              </a:tr>
              <a:tr h="237621">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u="none" strike="noStrike">
                          <a:effectLst/>
                        </a:rPr>
                        <a:t>[Por completar]</a:t>
                      </a: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62206507"/>
                  </a:ext>
                </a:extLst>
              </a:tr>
              <a:tr h="237621">
                <a:tc vMerge="1">
                  <a:txBody>
                    <a:bodyPr/>
                    <a:lstStyle/>
                    <a:p>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04208566"/>
                  </a:ext>
                </a:extLst>
              </a:tr>
              <a:tr h="237621">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32362945"/>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u="none" strike="noStrike" kern="1200">
                        <a:solidFill>
                          <a:schemeClr val="tx1"/>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275423625"/>
                  </a:ext>
                </a:extLst>
              </a:tr>
              <a:tr h="237621">
                <a:tc rowSpan="4">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r>
                        <a:rPr lang="es-CL" sz="1100" u="none" strike="noStrike">
                          <a:effectLst/>
                        </a:rPr>
                        <a:t>[Por completar]</a:t>
                      </a: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068642523"/>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lang="es-CL" sz="1100" b="0" i="0" u="none" strike="noStrike">
                        <a:solidFill>
                          <a:srgbClr val="000000"/>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063500569"/>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lang="es-CL" sz="1100" b="0" i="0" u="none" strike="noStrike">
                        <a:solidFill>
                          <a:srgbClr val="000000"/>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r>
                        <a:rPr lang="es-CL" sz="1100" b="0" i="0" u="none" strike="noStrike" kern="1200" cap="none" spc="0" normalizeH="0" baseline="0" noProof="0">
                          <a:ln>
                            <a:noFill/>
                          </a:ln>
                          <a:solidFill>
                            <a:srgbClr val="696158"/>
                          </a:solidFill>
                          <a:effectLst/>
                          <a:uLnTx/>
                          <a:uFillTx/>
                          <a:latin typeface="Calibri"/>
                          <a:ea typeface="+mn-ea"/>
                          <a:cs typeface="+mn-cs"/>
                        </a:rPr>
                        <a:t/>
                      </a:r>
                      <a:r>
                        <a:rPr kumimoji="0" lang="es-CL" sz="1100" b="0" i="0" u="none" strike="noStrike" kern="1200" cap="none" spc="0" normalizeH="0" baseline="0" noProof="0">
                          <a:ln>
                            <a:noFill/>
                          </a:ln>
                          <a:solidFill>
                            <a:srgbClr val="696158"/>
                          </a:solidFill>
                          <a:effectLst/>
                          <a:uLnTx/>
                          <a:uFillTx/>
                          <a:latin typeface="Calibri"/>
                          <a:ea typeface="+mn-ea"/>
                          <a:cs typeface="+mn-cs"/>
                        </a:rPr>
                        <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23113741"/>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lang="es-CL" sz="1100" b="0" i="0" u="none" strike="noStrike">
                        <a:solidFill>
                          <a:srgbClr val="000000"/>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kern="1200">
                          <a:solidFill>
                            <a:schemeClr val="tx1"/>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r>
                        <a:rPr lang="es-CL" sz="1100" b="0" i="0" u="none" strike="noStrike" kern="1200" cap="none" spc="0" normalizeH="0" baseline="0" noProof="0">
                          <a:ln>
                            <a:noFill/>
                          </a:ln>
                          <a:solidFill>
                            <a:srgbClr val="696158"/>
                          </a:solidFill>
                          <a:effectLst/>
                          <a:uLnTx/>
                          <a:uFillTx/>
                          <a:latin typeface="Calibri"/>
                          <a:ea typeface="+mn-ea"/>
                          <a:cs typeface="+mn-cs"/>
                        </a:rPr>
                        <a:t/>
                      </a:r>
                      <a:r>
                        <a:rPr kumimoji="0" lang="es-CL" sz="1100" b="0" i="0" u="none" strike="noStrike" kern="1200" cap="none" spc="0" normalizeH="0" baseline="0" noProof="0">
                          <a:ln>
                            <a:noFill/>
                          </a:ln>
                          <a:solidFill>
                            <a:srgbClr val="696158"/>
                          </a:solidFill>
                          <a:effectLst/>
                          <a:uLnTx/>
                          <a:uFillTx/>
                          <a:latin typeface="Calibri"/>
                          <a:ea typeface="+mn-ea"/>
                          <a:cs typeface="+mn-cs"/>
                        </a:rPr>
                        <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150312735"/>
                  </a:ext>
                </a:extLst>
              </a:tr>
            </a:tbl>
          </a:graphicData>
        </a:graphic>
      </p:graphicFrame>
      <p:sp>
        <p:nvSpPr>
          <p:cNvPr id="21" name="Rectangle: Rounded Corners 20">
            <a:extLst>
              <a:ext uri="{FF2B5EF4-FFF2-40B4-BE49-F238E27FC236}">
                <a16:creationId xmlns:a16="http://schemas.microsoft.com/office/drawing/2014/main" id="{13DAF85A-5D23-307F-23A9-0DECBDA8CF59}"/>
              </a:ext>
            </a:extLst>
          </p:cNvPr>
          <p:cNvSpPr/>
          <p:nvPr/>
        </p:nvSpPr>
        <p:spPr>
          <a:xfrm>
            <a:off x="258911" y="186088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6" name="Rectangle: Rounded Corners 3">
            <a:extLst>
              <a:ext uri="{FF2B5EF4-FFF2-40B4-BE49-F238E27FC236}">
                <a16:creationId xmlns:a16="http://schemas.microsoft.com/office/drawing/2014/main" id="{A65160BD-7914-E5A7-8A31-DE428BC4F60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25CC473A-1E15-C6DC-2EAA-465DC558FD6B}"/>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5" name="Rectangle: Rounded Corners 27">
            <a:extLst>
              <a:ext uri="{FF2B5EF4-FFF2-40B4-BE49-F238E27FC236}">
                <a16:creationId xmlns:a16="http://schemas.microsoft.com/office/drawing/2014/main" id="{7E0AC217-29B3-5611-97C4-93817954CACA}"/>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4" name="Rectangle: Rounded Corners 3">
            <a:extLst>
              <a:ext uri="{FF2B5EF4-FFF2-40B4-BE49-F238E27FC236}">
                <a16:creationId xmlns:a16="http://schemas.microsoft.com/office/drawing/2014/main" id="{4FA011E6-89A6-08CE-C461-FE2D6A333AE8}"/>
              </a:ext>
            </a:extLst>
          </p:cNvPr>
          <p:cNvSpPr/>
          <p:nvPr/>
        </p:nvSpPr>
        <p:spPr>
          <a:xfrm>
            <a:off x="258446" y="304000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0" name="Rectangle: Rounded Corners 9">
            <a:extLst>
              <a:ext uri="{FF2B5EF4-FFF2-40B4-BE49-F238E27FC236}">
                <a16:creationId xmlns:a16="http://schemas.microsoft.com/office/drawing/2014/main" id="{8FB00F7B-6FB0-9752-84C6-1F33D007E596}"/>
              </a:ext>
            </a:extLst>
          </p:cNvPr>
          <p:cNvSpPr/>
          <p:nvPr/>
        </p:nvSpPr>
        <p:spPr>
          <a:xfrm>
            <a:off x="258446" y="392008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 name="Rectangle: Rounded Corners 10">
            <a:extLst>
              <a:ext uri="{FF2B5EF4-FFF2-40B4-BE49-F238E27FC236}">
                <a16:creationId xmlns:a16="http://schemas.microsoft.com/office/drawing/2014/main" id="{C7393E95-77BC-440C-CACF-77673A4A34D1}"/>
              </a:ext>
            </a:extLst>
          </p:cNvPr>
          <p:cNvSpPr/>
          <p:nvPr/>
        </p:nvSpPr>
        <p:spPr>
          <a:xfrm>
            <a:off x="258446" y="453701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 name="Rectangle: Rounded Corners 11">
            <a:extLst>
              <a:ext uri="{FF2B5EF4-FFF2-40B4-BE49-F238E27FC236}">
                <a16:creationId xmlns:a16="http://schemas.microsoft.com/office/drawing/2014/main" id="{7DABEEFE-26FB-F195-7398-AC9AD612E483}"/>
              </a:ext>
            </a:extLst>
          </p:cNvPr>
          <p:cNvSpPr/>
          <p:nvPr/>
        </p:nvSpPr>
        <p:spPr>
          <a:xfrm>
            <a:off x="258446" y="499918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 name="Rectangle: Rounded Corners 11">
            <a:extLst>
              <a:ext uri="{FF2B5EF4-FFF2-40B4-BE49-F238E27FC236}">
                <a16:creationId xmlns:a16="http://schemas.microsoft.com/office/drawing/2014/main" id="{C6FA17B9-EC82-9561-C30B-90B56CE24579}"/>
              </a:ext>
            </a:extLst>
          </p:cNvPr>
          <p:cNvSpPr/>
          <p:nvPr/>
        </p:nvSpPr>
        <p:spPr>
          <a:xfrm>
            <a:off x="259466" y="546447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9" name="Rectangle: Rounded Corners 11">
            <a:extLst>
              <a:ext uri="{FF2B5EF4-FFF2-40B4-BE49-F238E27FC236}">
                <a16:creationId xmlns:a16="http://schemas.microsoft.com/office/drawing/2014/main" id="{68B0226E-36D3-4AA1-CA71-8D6BD9F12C72}"/>
              </a:ext>
            </a:extLst>
          </p:cNvPr>
          <p:cNvSpPr/>
          <p:nvPr/>
        </p:nvSpPr>
        <p:spPr>
          <a:xfrm>
            <a:off x="258446" y="619527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27859715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13757-A723-399A-0AD0-EE495E74F600}"/>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C5E5CA6A-83CD-E7A3-C108-D66811CEA1EA}"/>
              </a:ext>
            </a:extLst>
          </p:cNvPr>
          <p:cNvGraphicFramePr>
            <a:graphicFrameLocks/>
          </p:cNvGraphicFramePr>
          <p:nvPr>
            <p:custDataLst>
              <p:tags r:id="rId1"/>
            </p:custDataLst>
            <p:extLst>
              <p:ext uri="{D42A27DB-BD31-4B8C-83A1-F6EECF244321}">
                <p14:modId xmlns:p14="http://schemas.microsoft.com/office/powerpoint/2010/main" val="3408784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79" imgH="478" progId="TCLayout.ActiveDocument.1">
                  <p:embed/>
                </p:oleObj>
              </mc:Choice>
              <mc:Fallback>
                <p:oleObj name="Diapositiva de think-cell" r:id="rId3" imgW="479" imgH="478" progId="TCLayout.ActiveDocument.1">
                  <p:embed/>
                  <p:pic>
                    <p:nvPicPr>
                      <p:cNvPr id="160" name="think-cell data - do not delete" hidden="1">
                        <a:extLst>
                          <a:ext uri="{FF2B5EF4-FFF2-40B4-BE49-F238E27FC236}">
                            <a16:creationId xmlns:a16="http://schemas.microsoft.com/office/drawing/2014/main" id="{C5E5CA6A-83CD-E7A3-C108-D66811CEA1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ext Placeholder 3">
            <a:extLst>
              <a:ext uri="{FF2B5EF4-FFF2-40B4-BE49-F238E27FC236}">
                <a16:creationId xmlns:a16="http://schemas.microsoft.com/office/drawing/2014/main" id="{8F8020C2-8202-43EC-7294-6AC72D714F88}"/>
              </a:ext>
            </a:extLst>
          </p:cNvPr>
          <p:cNvSpPr txBox="1">
            <a:spLocks/>
          </p:cNvSpPr>
          <p:nvPr/>
        </p:nvSpPr>
        <p:spPr>
          <a:xfrm>
            <a:off x="628650" y="1854201"/>
            <a:ext cx="8642942"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D88F8AD7-FDCE-3A39-FC8E-5EDE4CEA577E}"/>
              </a:ext>
            </a:extLst>
          </p:cNvPr>
          <p:cNvSpPr/>
          <p:nvPr/>
        </p:nvSpPr>
        <p:spPr>
          <a:xfrm>
            <a:off x="1350201" y="1200674"/>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050" b="0" i="0" u="none" strike="noStrike" kern="1200" cap="none" spc="0" normalizeH="0" baseline="0" noProof="0">
                <a:ln>
                  <a:noFill/>
                </a:ln>
                <a:solidFill>
                  <a:srgbClr val="696158"/>
                </a:solidFill>
                <a:effectLst/>
                <a:uLnTx/>
                <a:uFillTx/>
                <a:latin typeface="Calibri"/>
                <a:ea typeface="+mn-lt"/>
                <a:cs typeface="Calibri"/>
              </a:rPr>
              <a:t>[Objetivo del subproceso]</a:t>
            </a: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Freeform 11">
            <a:extLst>
              <a:ext uri="{FF2B5EF4-FFF2-40B4-BE49-F238E27FC236}">
                <a16:creationId xmlns:a16="http://schemas.microsoft.com/office/drawing/2014/main" id="{D38751A7-1E5A-B27E-12E2-B10920A18A38}"/>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5"/>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4834A6EE-5A9D-2F4F-3AED-B7EDE0186617}"/>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DA075970-4DF0-6F9C-ECAE-B58CA26DD6E4}"/>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8" name="Rectangle: Rounded Corners 27">
            <a:extLst>
              <a:ext uri="{FF2B5EF4-FFF2-40B4-BE49-F238E27FC236}">
                <a16:creationId xmlns:a16="http://schemas.microsoft.com/office/drawing/2014/main" id="{FBD45722-F0A1-5EEB-9062-109E423E49BF}"/>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3">
            <a:extLst>
              <a:ext uri="{FF2B5EF4-FFF2-40B4-BE49-F238E27FC236}">
                <a16:creationId xmlns:a16="http://schemas.microsoft.com/office/drawing/2014/main" id="{F619ADA3-B4E8-6E47-52C3-AC579D74EB7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0" name="Rectangle: Rounded Corners 36">
            <a:extLst>
              <a:ext uri="{FF2B5EF4-FFF2-40B4-BE49-F238E27FC236}">
                <a16:creationId xmlns:a16="http://schemas.microsoft.com/office/drawing/2014/main" id="{7B70FC75-F796-3550-42E0-B75E2BD9A90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0836BC5B-040F-589E-240B-12E5F25E8561}"/>
              </a:ext>
            </a:extLst>
          </p:cNvPr>
          <p:cNvSpPr>
            <a:spLocks noGrp="1"/>
          </p:cNvSpPr>
          <p:nvPr>
            <p:ph type="title"/>
          </p:nvPr>
        </p:nvSpPr>
        <p:spPr>
          <a:xfrm>
            <a:off x="630000" y="622800"/>
            <a:ext cx="10933350" cy="276999"/>
          </a:xfrm>
        </p:spPr>
        <p:txBody>
          <a:bodyPr vert="horz"/>
          <a:lstStyle/>
          <a:p>
            <a:r>
              <a:rPr lang="es-CL" sz="2000">
                <a:solidFill>
                  <a:schemeClr val="tx1"/>
                </a:solidFill>
              </a:rPr>
              <a:t>[Código] Flujograma subproceso| [Nombre del subproceso]</a:t>
            </a:r>
            <a:r>
              <a:rPr lang="es-CL" sz="2000">
                <a:solidFill>
                  <a:srgbClr val="EA7600"/>
                </a:solidFill>
              </a:rPr>
              <a:t/>
            </a:r>
          </a:p>
        </p:txBody>
      </p:sp>
      <p:sp>
        <p:nvSpPr>
          <p:cNvPr id="11" name="Rectangle 52">
            <a:extLst>
              <a:ext uri="{FF2B5EF4-FFF2-40B4-BE49-F238E27FC236}">
                <a16:creationId xmlns:a16="http://schemas.microsoft.com/office/drawing/2014/main" id="{F9551491-4B91-F917-2961-FB07F1E4D1F1}"/>
              </a:ext>
            </a:extLst>
          </p:cNvPr>
          <p:cNvSpPr/>
          <p:nvPr/>
        </p:nvSpPr>
        <p:spPr>
          <a:xfrm>
            <a:off x="9453282" y="-14973"/>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prstClr val="white"/>
              </a:solidFill>
              <a:effectLst/>
              <a:uLnTx/>
              <a:uFillTx/>
              <a:latin typeface="Calibri"/>
              <a:ea typeface="+mn-ea"/>
              <a:cs typeface="+mn-cs"/>
              <a:sym typeface="+mn-lt"/>
            </a:endParaRPr>
          </a:p>
        </p:txBody>
      </p:sp>
      <p:grpSp>
        <p:nvGrpSpPr>
          <p:cNvPr id="12" name="Group 24">
            <a:extLst>
              <a:ext uri="{FF2B5EF4-FFF2-40B4-BE49-F238E27FC236}">
                <a16:creationId xmlns:a16="http://schemas.microsoft.com/office/drawing/2014/main" id="{986D2466-0679-41C5-D843-BB315B960D2A}"/>
              </a:ext>
            </a:extLst>
          </p:cNvPr>
          <p:cNvGrpSpPr/>
          <p:nvPr/>
        </p:nvGrpSpPr>
        <p:grpSpPr>
          <a:xfrm>
            <a:off x="9548037" y="1292505"/>
            <a:ext cx="2371061" cy="1238552"/>
            <a:chOff x="9548037" y="1292505"/>
            <a:chExt cx="2371061" cy="1238552"/>
          </a:xfrm>
        </p:grpSpPr>
        <p:sp>
          <p:nvSpPr>
            <p:cNvPr id="14" name="Rectangle: Rounded Corners 53">
              <a:extLst>
                <a:ext uri="{FF2B5EF4-FFF2-40B4-BE49-F238E27FC236}">
                  <a16:creationId xmlns:a16="http://schemas.microsoft.com/office/drawing/2014/main" id="{4FFEDF00-064E-A63D-C268-0B3F4D727EB9}"/>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16" name="ee4pContent1">
              <a:extLst>
                <a:ext uri="{FF2B5EF4-FFF2-40B4-BE49-F238E27FC236}">
                  <a16:creationId xmlns:a16="http://schemas.microsoft.com/office/drawing/2014/main" id="{455B2425-55B3-88E5-1F4D-480EB3922AF5}"/>
                </a:ext>
              </a:extLst>
            </p:cNvPr>
            <p:cNvSpPr txBox="1"/>
            <p:nvPr/>
          </p:nvSpPr>
          <p:spPr>
            <a:xfrm>
              <a:off x="9548038" y="1628130"/>
              <a:ext cx="2371060" cy="902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r>
                <a:rPr lang="es-CL" sz="1200">
                  <a:latin typeface="Calibri"/>
                  <a:ea typeface="Calibri"/>
                  <a:cs typeface="Calibri"/>
                </a:rPr>
                <a:t>[Por completar]</a:t>
              </a:r>
            </a:p>
          </p:txBody>
        </p:sp>
      </p:grpSp>
      <p:grpSp>
        <p:nvGrpSpPr>
          <p:cNvPr id="17" name="Group 23">
            <a:extLst>
              <a:ext uri="{FF2B5EF4-FFF2-40B4-BE49-F238E27FC236}">
                <a16:creationId xmlns:a16="http://schemas.microsoft.com/office/drawing/2014/main" id="{45853548-05A0-4EDA-E1F6-B26A96DEC069}"/>
              </a:ext>
            </a:extLst>
          </p:cNvPr>
          <p:cNvGrpSpPr/>
          <p:nvPr/>
        </p:nvGrpSpPr>
        <p:grpSpPr>
          <a:xfrm>
            <a:off x="9448550" y="2608012"/>
            <a:ext cx="2371061" cy="647000"/>
            <a:chOff x="9548037" y="3000808"/>
            <a:chExt cx="2371061" cy="647000"/>
          </a:xfrm>
        </p:grpSpPr>
        <p:sp>
          <p:nvSpPr>
            <p:cNvPr id="18" name="Rectangle: Rounded Corners 57">
              <a:extLst>
                <a:ext uri="{FF2B5EF4-FFF2-40B4-BE49-F238E27FC236}">
                  <a16:creationId xmlns:a16="http://schemas.microsoft.com/office/drawing/2014/main" id="{6B3B77BF-C2B4-5360-C6E3-F6210EE2FF9D}"/>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19" name="ee4pContent1">
              <a:extLst>
                <a:ext uri="{FF2B5EF4-FFF2-40B4-BE49-F238E27FC236}">
                  <a16:creationId xmlns:a16="http://schemas.microsoft.com/office/drawing/2014/main" id="{618DAB99-95A2-D6EF-0024-67EACF28ED8C}"/>
                </a:ext>
              </a:extLst>
            </p:cNvPr>
            <p:cNvSpPr txBox="1"/>
            <p:nvPr/>
          </p:nvSpPr>
          <p:spPr>
            <a:xfrm>
              <a:off x="9548038" y="3286302"/>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108000" marR="0" lvl="1" indent="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p:txBody>
        </p:sp>
      </p:grpSp>
      <p:grpSp>
        <p:nvGrpSpPr>
          <p:cNvPr id="20" name="Group 25">
            <a:extLst>
              <a:ext uri="{FF2B5EF4-FFF2-40B4-BE49-F238E27FC236}">
                <a16:creationId xmlns:a16="http://schemas.microsoft.com/office/drawing/2014/main" id="{401D1B6B-6B30-3EF2-6B8C-396C2516113D}"/>
              </a:ext>
            </a:extLst>
          </p:cNvPr>
          <p:cNvGrpSpPr/>
          <p:nvPr/>
        </p:nvGrpSpPr>
        <p:grpSpPr>
          <a:xfrm>
            <a:off x="9548037" y="4099511"/>
            <a:ext cx="2371061" cy="647000"/>
            <a:chOff x="9548037" y="4099511"/>
            <a:chExt cx="2371061" cy="647000"/>
          </a:xfrm>
        </p:grpSpPr>
        <p:sp>
          <p:nvSpPr>
            <p:cNvPr id="21" name="Rectangle: Rounded Corners 59">
              <a:extLst>
                <a:ext uri="{FF2B5EF4-FFF2-40B4-BE49-F238E27FC236}">
                  <a16:creationId xmlns:a16="http://schemas.microsoft.com/office/drawing/2014/main" id="{F0CF87C9-795B-AD9D-D054-4F01B67CA3AD}"/>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22" name="ee4pContent1">
              <a:extLst>
                <a:ext uri="{FF2B5EF4-FFF2-40B4-BE49-F238E27FC236}">
                  <a16:creationId xmlns:a16="http://schemas.microsoft.com/office/drawing/2014/main" id="{8E6BFDAC-1D37-B9F6-3577-95942EABA897}"/>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grpSp>
        <p:nvGrpSpPr>
          <p:cNvPr id="23" name="Group 28">
            <a:extLst>
              <a:ext uri="{FF2B5EF4-FFF2-40B4-BE49-F238E27FC236}">
                <a16:creationId xmlns:a16="http://schemas.microsoft.com/office/drawing/2014/main" id="{5C432DAD-C195-8332-3F54-9BB87AF774E6}"/>
              </a:ext>
            </a:extLst>
          </p:cNvPr>
          <p:cNvGrpSpPr/>
          <p:nvPr/>
        </p:nvGrpSpPr>
        <p:grpSpPr>
          <a:xfrm>
            <a:off x="9548037" y="5503015"/>
            <a:ext cx="2371061" cy="647000"/>
            <a:chOff x="9548037" y="5503015"/>
            <a:chExt cx="2371061" cy="647000"/>
          </a:xfrm>
        </p:grpSpPr>
        <p:sp>
          <p:nvSpPr>
            <p:cNvPr id="24" name="Rectangle: Rounded Corners 61">
              <a:extLst>
                <a:ext uri="{FF2B5EF4-FFF2-40B4-BE49-F238E27FC236}">
                  <a16:creationId xmlns:a16="http://schemas.microsoft.com/office/drawing/2014/main" id="{465B440C-167F-CF61-C016-5C741F5E063E}"/>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25" name="ee4pContent1">
              <a:extLst>
                <a:ext uri="{FF2B5EF4-FFF2-40B4-BE49-F238E27FC236}">
                  <a16:creationId xmlns:a16="http://schemas.microsoft.com/office/drawing/2014/main" id="{63E36C80-C035-C41E-0FBF-C4A1D4F47275}"/>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grpSp>
        <p:nvGrpSpPr>
          <p:cNvPr id="2" name="Group 1">
            <a:extLst>
              <a:ext uri="{FF2B5EF4-FFF2-40B4-BE49-F238E27FC236}">
                <a16:creationId xmlns:a16="http://schemas.microsoft.com/office/drawing/2014/main" id="{B81DE619-91D3-7164-8AF7-80F48223A891}"/>
              </a:ext>
            </a:extLst>
          </p:cNvPr>
          <p:cNvGrpSpPr/>
          <p:nvPr/>
        </p:nvGrpSpPr>
        <p:grpSpPr>
          <a:xfrm>
            <a:off x="1707021" y="3596640"/>
            <a:ext cx="6565442" cy="995680"/>
            <a:chOff x="1425098" y="4687276"/>
            <a:chExt cx="6565442" cy="995680"/>
          </a:xfrm>
        </p:grpSpPr>
        <p:sp>
          <p:nvSpPr>
            <p:cNvPr id="3" name="Oval 2">
              <a:extLst>
                <a:ext uri="{FF2B5EF4-FFF2-40B4-BE49-F238E27FC236}">
                  <a16:creationId xmlns:a16="http://schemas.microsoft.com/office/drawing/2014/main" id="{CD5AE731-92F1-5067-F4A6-0C098BF63028}"/>
                </a:ext>
              </a:extLst>
            </p:cNvPr>
            <p:cNvSpPr/>
            <p:nvPr/>
          </p:nvSpPr>
          <p:spPr>
            <a:xfrm>
              <a:off x="6346343" y="4687276"/>
              <a:ext cx="1644197" cy="99568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err="1">
                  <a:ln>
                    <a:noFill/>
                  </a:ln>
                  <a:solidFill>
                    <a:srgbClr val="696158"/>
                  </a:solidFill>
                  <a:effectLst/>
                  <a:uLnTx/>
                  <a:uFillTx/>
                  <a:latin typeface="Calibri"/>
                  <a:ea typeface="+mn-ea"/>
                  <a:cs typeface="+mn-cs"/>
                </a:rPr>
                <a:t>[Por completar]</a:t>
              </a:r>
              <a:r>
                <a:rPr kumimoji="0" lang="en-GB" sz="800" b="1" i="0" u="none" strike="noStrike" kern="1200" cap="none" spc="0" normalizeH="0" baseline="0" noProof="0">
                  <a:ln>
                    <a:noFill/>
                  </a:ln>
                  <a:solidFill>
                    <a:srgbClr val="696158"/>
                  </a:solidFill>
                  <a:effectLst/>
                  <a:uLnTx/>
                  <a:uFillTx/>
                  <a:latin typeface="Calibri"/>
                  <a:ea typeface="+mn-ea"/>
                  <a:cs typeface="+mn-cs"/>
                </a:rPr>
                <a:t/>
              </a:r>
              <a:r>
                <a:rPr kumimoji="0" lang="en-GB" sz="800" b="1" i="0" u="none" strike="noStrike" kern="1200" cap="none" spc="0" normalizeH="0" baseline="0" noProof="0" err="1">
                  <a:ln>
                    <a:noFill/>
                  </a:ln>
                  <a:solidFill>
                    <a:srgbClr val="696158"/>
                  </a:solidFill>
                  <a:effectLst/>
                  <a:uLnTx/>
                  <a:uFillTx/>
                  <a:latin typeface="Calibri"/>
                  <a:ea typeface="+mn-ea"/>
                  <a:cs typeface="+mn-cs"/>
                </a:rPr>
                <a:t/>
              </a:r>
              <a:r>
                <a:rPr kumimoji="0" lang="en-GB" sz="800" b="1" i="0" u="none" strike="noStrike" kern="1200" cap="none" spc="0" normalizeH="0" baseline="0" noProof="0">
                  <a:ln>
                    <a:noFill/>
                  </a:ln>
                  <a:solidFill>
                    <a:srgbClr val="696158"/>
                  </a:solidFill>
                  <a:effectLst/>
                  <a:uLnTx/>
                  <a:uFillTx/>
                  <a:latin typeface="Calibri"/>
                  <a:ea typeface="+mn-ea"/>
                  <a:cs typeface="+mn-cs"/>
                </a:rPr>
                <a:t/>
              </a:r>
              <a:r>
                <a:rPr kumimoji="0" lang="en-GB" sz="800" b="1" i="0" u="none" strike="noStrike" kern="1200" cap="none" spc="0" normalizeH="0" baseline="0" noProof="0" err="1">
                  <a:ln>
                    <a:noFill/>
                  </a:ln>
                  <a:solidFill>
                    <a:srgbClr val="696158"/>
                  </a:solidFill>
                  <a:effectLst/>
                  <a:uLnTx/>
                  <a:uFillTx/>
                  <a:latin typeface="Calibri"/>
                  <a:ea typeface="+mn-ea"/>
                  <a:cs typeface="+mn-cs"/>
                </a:rPr>
                <a:t/>
              </a: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26" name="Straight Arrow Connector 25">
              <a:extLst>
                <a:ext uri="{FF2B5EF4-FFF2-40B4-BE49-F238E27FC236}">
                  <a16:creationId xmlns:a16="http://schemas.microsoft.com/office/drawing/2014/main" id="{3CB9560A-2FA3-8FDF-5692-A2850DCC3E22}"/>
                </a:ext>
              </a:extLst>
            </p:cNvPr>
            <p:cNvCxnSpPr>
              <a:cxnSpLocks/>
              <a:stCxn id="36" idx="3"/>
            </p:cNvCxnSpPr>
            <p:nvPr/>
          </p:nvCxnSpPr>
          <p:spPr>
            <a:xfrm>
              <a:off x="6145539" y="5182975"/>
              <a:ext cx="174874"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2668F9F-A34F-0424-6043-9D55F57AFE10}"/>
                </a:ext>
              </a:extLst>
            </p:cNvPr>
            <p:cNvCxnSpPr>
              <a:cxnSpLocks/>
              <a:stCxn id="30" idx="3"/>
              <a:endCxn id="34" idx="1"/>
            </p:cNvCxnSpPr>
            <p:nvPr/>
          </p:nvCxnSpPr>
          <p:spPr>
            <a:xfrm>
              <a:off x="3802737" y="5182975"/>
              <a:ext cx="282708" cy="240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9CC361B-01A4-7340-90C9-B36FE9AC6F0C}"/>
                </a:ext>
              </a:extLst>
            </p:cNvPr>
            <p:cNvSpPr/>
            <p:nvPr/>
          </p:nvSpPr>
          <p:spPr>
            <a:xfrm>
              <a:off x="1425098" y="4862935"/>
              <a:ext cx="1290100" cy="650106"/>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r>
                <a:rPr lang="es-CL" sz="800">
                  <a:solidFill>
                    <a:srgbClr val="696158"/>
                  </a:solidFill>
                  <a:latin typeface="Calibri"/>
                  <a:ea typeface="Calibri"/>
                  <a:cs typeface="Calibri"/>
                </a:rPr>
                <a:t>[Por completar]</a:t>
              </a:r>
              <a:endParaRPr lang="es-ES" sz="800">
                <a:ea typeface="Calibri"/>
                <a:cs typeface="Calibri"/>
              </a:endParaRPr>
            </a:p>
          </p:txBody>
        </p:sp>
        <p:cxnSp>
          <p:nvCxnSpPr>
            <p:cNvPr id="29" name="Straight Arrow Connector 28">
              <a:extLst>
                <a:ext uri="{FF2B5EF4-FFF2-40B4-BE49-F238E27FC236}">
                  <a16:creationId xmlns:a16="http://schemas.microsoft.com/office/drawing/2014/main" id="{DA1E8A43-B8D6-A71A-C6C2-E1B31F3AEF70}"/>
                </a:ext>
              </a:extLst>
            </p:cNvPr>
            <p:cNvCxnSpPr>
              <a:cxnSpLocks/>
              <a:stCxn id="28" idx="6"/>
              <a:endCxn id="30" idx="1"/>
            </p:cNvCxnSpPr>
            <p:nvPr/>
          </p:nvCxnSpPr>
          <p:spPr>
            <a:xfrm flipV="1">
              <a:off x="2715198" y="5182975"/>
              <a:ext cx="144929" cy="5013"/>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3620DEDD-E3C7-BB4E-10B2-3C1ED00A68F1}"/>
                </a:ext>
              </a:extLst>
            </p:cNvPr>
            <p:cNvSpPr/>
            <p:nvPr/>
          </p:nvSpPr>
          <p:spPr>
            <a:xfrm>
              <a:off x="2860127"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1" name="Rectangle: Rounded Corners 30">
              <a:extLst>
                <a:ext uri="{FF2B5EF4-FFF2-40B4-BE49-F238E27FC236}">
                  <a16:creationId xmlns:a16="http://schemas.microsoft.com/office/drawing/2014/main" id="{A9BFD465-A379-8AB1-F20E-8B5DFCCC7D3B}"/>
                </a:ext>
              </a:extLst>
            </p:cNvPr>
            <p:cNvSpPr/>
            <p:nvPr/>
          </p:nvSpPr>
          <p:spPr>
            <a:xfrm>
              <a:off x="3136449"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34" name="Rectangle: Rounded Corners 33">
              <a:extLst>
                <a:ext uri="{FF2B5EF4-FFF2-40B4-BE49-F238E27FC236}">
                  <a16:creationId xmlns:a16="http://schemas.microsoft.com/office/drawing/2014/main" id="{F5C848E7-114A-9243-6425-4B17C38FD55E}"/>
                </a:ext>
              </a:extLst>
            </p:cNvPr>
            <p:cNvSpPr/>
            <p:nvPr/>
          </p:nvSpPr>
          <p:spPr>
            <a:xfrm>
              <a:off x="4085445" y="4867423"/>
              <a:ext cx="942610" cy="635919"/>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5" name="Rectangle: Rounded Corners 34">
              <a:extLst>
                <a:ext uri="{FF2B5EF4-FFF2-40B4-BE49-F238E27FC236}">
                  <a16:creationId xmlns:a16="http://schemas.microsoft.com/office/drawing/2014/main" id="{2B89CA8F-5970-DC6A-8E16-CFE71E04521C}"/>
                </a:ext>
              </a:extLst>
            </p:cNvPr>
            <p:cNvSpPr/>
            <p:nvPr/>
          </p:nvSpPr>
          <p:spPr>
            <a:xfrm>
              <a:off x="4361767" y="4761636"/>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36" name="Rectangle: Rounded Corners 35">
              <a:extLst>
                <a:ext uri="{FF2B5EF4-FFF2-40B4-BE49-F238E27FC236}">
                  <a16:creationId xmlns:a16="http://schemas.microsoft.com/office/drawing/2014/main" id="{889EE637-6F86-01A9-3EB6-7029C84B9C9C}"/>
                </a:ext>
              </a:extLst>
            </p:cNvPr>
            <p:cNvSpPr/>
            <p:nvPr/>
          </p:nvSpPr>
          <p:spPr>
            <a:xfrm>
              <a:off x="5202929"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8" name="Rectangle: Rounded Corners 37">
              <a:extLst>
                <a:ext uri="{FF2B5EF4-FFF2-40B4-BE49-F238E27FC236}">
                  <a16:creationId xmlns:a16="http://schemas.microsoft.com/office/drawing/2014/main" id="{48CD3064-C111-FA99-6C1F-3254EA5BB643}"/>
                </a:ext>
              </a:extLst>
            </p:cNvPr>
            <p:cNvSpPr/>
            <p:nvPr/>
          </p:nvSpPr>
          <p:spPr>
            <a:xfrm>
              <a:off x="5479250"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39" name="Straight Arrow Connector 38">
              <a:extLst>
                <a:ext uri="{FF2B5EF4-FFF2-40B4-BE49-F238E27FC236}">
                  <a16:creationId xmlns:a16="http://schemas.microsoft.com/office/drawing/2014/main" id="{D56A83DF-C010-FF72-88B1-E0979112FD7B}"/>
                </a:ext>
              </a:extLst>
            </p:cNvPr>
            <p:cNvCxnSpPr>
              <a:cxnSpLocks/>
              <a:stCxn id="34" idx="3"/>
              <a:endCxn id="36" idx="1"/>
            </p:cNvCxnSpPr>
            <p:nvPr/>
          </p:nvCxnSpPr>
          <p:spPr>
            <a:xfrm flipV="1">
              <a:off x="5028055" y="5182975"/>
              <a:ext cx="174874" cy="240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7719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20312-A204-91D1-657D-77C425687C7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EDD250C-ACC5-BF96-B188-B2DC9A7EDDF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1EDD250C-ACC5-BF96-B188-B2DC9A7EDD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7E4DE75-FA54-5CCA-36E5-F2A62EABF291}"/>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sz="2400"/>
              <a:t/>
            </a:r>
            <a:endParaRPr lang="es-CL"/>
          </a:p>
        </p:txBody>
      </p:sp>
      <p:graphicFrame>
        <p:nvGraphicFramePr>
          <p:cNvPr id="20" name="Table 19">
            <a:extLst>
              <a:ext uri="{FF2B5EF4-FFF2-40B4-BE49-F238E27FC236}">
                <a16:creationId xmlns:a16="http://schemas.microsoft.com/office/drawing/2014/main" id="{609106E0-DF86-5488-3753-28DC0A036C93}"/>
              </a:ext>
            </a:extLst>
          </p:cNvPr>
          <p:cNvGraphicFramePr>
            <a:graphicFrameLocks noGrp="1"/>
          </p:cNvGraphicFramePr>
          <p:nvPr>
            <p:extLst>
              <p:ext uri="{D42A27DB-BD31-4B8C-83A1-F6EECF244321}">
                <p14:modId xmlns:p14="http://schemas.microsoft.com/office/powerpoint/2010/main" val="1964436119"/>
              </p:ext>
            </p:extLst>
          </p:nvPr>
        </p:nvGraphicFramePr>
        <p:xfrm>
          <a:off x="1010094" y="1280048"/>
          <a:ext cx="10552509" cy="4497790"/>
        </p:xfrm>
        <a:graphic>
          <a:graphicData uri="http://schemas.openxmlformats.org/drawingml/2006/table">
            <a:tbl>
              <a:tblPr>
                <a:tableStyleId>{2D5ABB26-0587-4C30-8999-92F81FD0307C}</a:tableStyleId>
              </a:tblPr>
              <a:tblGrid>
                <a:gridCol w="2223300">
                  <a:extLst>
                    <a:ext uri="{9D8B030D-6E8A-4147-A177-3AD203B41FA5}">
                      <a16:colId xmlns:a16="http://schemas.microsoft.com/office/drawing/2014/main" val="741832067"/>
                    </a:ext>
                  </a:extLst>
                </a:gridCol>
                <a:gridCol w="4793006">
                  <a:extLst>
                    <a:ext uri="{9D8B030D-6E8A-4147-A177-3AD203B41FA5}">
                      <a16:colId xmlns:a16="http://schemas.microsoft.com/office/drawing/2014/main" val="2629782098"/>
                    </a:ext>
                  </a:extLst>
                </a:gridCol>
                <a:gridCol w="3536203">
                  <a:extLst>
                    <a:ext uri="{9D8B030D-6E8A-4147-A177-3AD203B41FA5}">
                      <a16:colId xmlns:a16="http://schemas.microsoft.com/office/drawing/2014/main" val="1732901862"/>
                    </a:ext>
                  </a:extLst>
                </a:gridCol>
              </a:tblGrid>
              <a:tr h="422275">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314917">
                <a:tc rowSpan="8">
                  <a:txBody>
                    <a:bodyPr/>
                    <a:lstStyle/>
                    <a:p>
                      <a:pPr marL="0" lvl="0" indent="0" algn="l" rtl="0">
                        <a:lnSpc>
                          <a:spcPct val="100000"/>
                        </a:lnSpc>
                        <a:spcBef>
                          <a:spcPts val="0"/>
                        </a:spcBef>
                        <a:spcAft>
                          <a:spcPts val="0"/>
                        </a:spcAft>
                        <a:buFont typeface="Trebuchet MS" panose="020B0603020202020204" pitchFamily="34" charset="0"/>
                        <a:buChar char="​"/>
                      </a:pPr>
                      <a:r>
                        <a:rPr lang="es-ES" sz="1400" b="0" i="0" u="none" strike="noStrike">
                          <a:solidFill>
                            <a:srgbClr val="696158"/>
                          </a:solidFill>
                          <a:effectLst/>
                          <a:latin typeface="Calibri"/>
                        </a:rPr>
                        <a:t>[Por completar]</a:t>
                      </a:r>
                      <a:endParaRPr lang="es-ES"/>
                    </a:p>
                  </a:txBody>
                  <a:tcPr marL="27432" marR="27432" marT="64008"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r>
                        <a:rPr lang="es-ES"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lvl="0" indent="0" algn="l">
                        <a:lnSpc>
                          <a:spcPct val="100000"/>
                        </a:lnSpc>
                        <a:spcBef>
                          <a:spcPts val="0"/>
                        </a:spcBef>
                        <a:spcAft>
                          <a:spcPts val="0"/>
                        </a:spcAft>
                        <a:buNone/>
                      </a:pPr>
                      <a:r>
                        <a:rPr lang="es-CL" sz="1400" b="0" i="0" u="none" strike="noStrike" kern="1200" noProof="0">
                          <a:solidFill>
                            <a:srgbClr val="696158"/>
                          </a:solidFill>
                          <a:effectLst/>
                          <a:latin typeface="Calibri"/>
                          <a:ea typeface="+mn-ea"/>
                          <a:cs typeface="+mn-cs"/>
                        </a:rPr>
                        <a:t>[Por completar]</a:t>
                      </a:r>
                    </a:p>
                  </a:txBody>
                  <a:tcPr marL="27432" marR="27432" marT="64008" anchor="ctr">
                    <a:lnT w="9525"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1366927866"/>
                  </a:ext>
                </a:extLst>
              </a:tr>
              <a:tr h="314917">
                <a:tc vMerge="1">
                  <a:txBody>
                    <a:bodyPr/>
                    <a:lstStyle/>
                    <a:p>
                      <a:pPr defTabSz="914400"/>
                      <a:endParaRPr lang="es-ES" sz="1400" b="0" i="0" u="none" strike="noStrike">
                        <a:solidFill>
                          <a:srgbClr val="696158"/>
                        </a:solidFill>
                        <a:effectLst/>
                        <a:latin typeface="Calibri"/>
                      </a:endParaRPr>
                    </a:p>
                  </a:txBody>
                  <a:tcPr marL="27432" marR="27432" marT="64008"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[Por completar]</a:t>
                      </a: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400" b="0" i="0" u="none" strike="noStrike">
                          <a:solidFill>
                            <a:srgbClr val="696158"/>
                          </a:solidFill>
                          <a:effectLst/>
                          <a:latin typeface="Calibri"/>
                        </a:rPr>
                        <a:t>[Por completar]</a:t>
                      </a: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529633">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[Por completar]</a:t>
                      </a:r>
                      <a:br>
                        <a:rPr lang="es-ES" sz="1400" b="0" i="0" u="none" strike="noStrike">
                          <a:solidFill>
                            <a:srgbClr val="696158"/>
                          </a:solidFill>
                          <a:effectLst/>
                          <a:latin typeface="Calibri"/>
                        </a:rPr>
                      </a:br>
                      <a:r>
                        <a:rPr lang="es-ES" sz="1400" b="0" i="0" u="none" strike="noStrike">
                          <a:solidFill>
                            <a:srgbClr val="696158"/>
                          </a:solidFill>
                          <a:effectLst/>
                          <a:latin typeface="Calibri"/>
                        </a:rPr>
                        <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53390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[Por completar]</a:t>
                      </a:r>
                      <a:br>
                        <a:rPr lang="es-ES" sz="1400" b="0" i="0" u="none" strike="noStrike">
                          <a:solidFill>
                            <a:srgbClr val="696158"/>
                          </a:solidFill>
                          <a:effectLst/>
                          <a:latin typeface="Calibri"/>
                        </a:rPr>
                      </a:br>
                      <a:r>
                        <a:rPr lang="es-ES" sz="1400" b="0" i="0" u="none" strike="noStrike">
                          <a:solidFill>
                            <a:srgbClr val="696158"/>
                          </a:solidFill>
                          <a:effectLst/>
                          <a:latin typeface="Calibri"/>
                        </a:rPr>
                        <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16504413"/>
                  </a:ext>
                </a:extLst>
              </a:tr>
              <a:tr h="365017">
                <a:tc vMerge="1">
                  <a:txBody>
                    <a:bodyPr/>
                    <a:lstStyle/>
                    <a:p>
                      <a:endParaRPr lang="es-ES"/>
                    </a:p>
                  </a:txBody>
                  <a:tcPr/>
                </a:tc>
                <a:tc>
                  <a:txBody>
                    <a:bodyPr/>
                    <a:lstStyle/>
                    <a:p>
                      <a:pPr marL="107950" lvl="1" indent="0" algn="l">
                        <a:lnSpc>
                          <a:spcPct val="100000"/>
                        </a:lnSpc>
                        <a:spcBef>
                          <a:spcPts val="0"/>
                        </a:spcBef>
                        <a:spcAft>
                          <a:spcPts val="0"/>
                        </a:spcAft>
                        <a:buNone/>
                      </a:pPr>
                      <a:r>
                        <a:rPr lang="es-ES" sz="1400" b="0" i="0" u="none" strike="noStrike" noProof="0">
                          <a:solidFill>
                            <a:srgbClr val="696158"/>
                          </a:solidFill>
                          <a:effectLst/>
                          <a:latin typeface="Calibri"/>
                        </a:rPr>
                        <a:t>[Por completar]</a:t>
                      </a:r>
                      <a:endParaRPr lang="es-ES"/>
                    </a:p>
                  </a:txBody>
                  <a:tcPr marL="27432" marR="27432" marT="64008"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00000"/>
                        </a:lnSpc>
                        <a:spcBef>
                          <a:spcPts val="0"/>
                        </a:spcBef>
                        <a:spcAft>
                          <a:spcPts val="0"/>
                        </a:spcAft>
                        <a:buNone/>
                      </a:pPr>
                      <a:r>
                        <a:rPr lang="es-CL" sz="1400" b="0" i="0" u="none" strike="noStrike" noProof="0">
                          <a:solidFill>
                            <a:srgbClr val="696158"/>
                          </a:solidFill>
                          <a:effectLst/>
                          <a:latin typeface="Calibri"/>
                        </a:rPr>
                        <a:t>[Por completar]</a:t>
                      </a:r>
                      <a:endParaRPr lang="es-CL" sz="1400" b="0" i="0" u="none" strike="noStrike">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150507687"/>
                  </a:ext>
                </a:extLst>
              </a:tr>
              <a:tr h="365017">
                <a:tc vMerge="1">
                  <a:txBody>
                    <a:bodyPr/>
                    <a:lstStyle/>
                    <a:p>
                      <a:endParaRPr lang="en-US"/>
                    </a:p>
                  </a:txBody>
                  <a:tcPr/>
                </a:tc>
                <a:tc>
                  <a:txBody>
                    <a:bodyPr/>
                    <a:lstStyle/>
                    <a:p>
                      <a:pPr marL="107950" lvl="1" indent="0" algn="l">
                        <a:lnSpc>
                          <a:spcPct val="100000"/>
                        </a:lnSpc>
                        <a:spcBef>
                          <a:spcPts val="0"/>
                        </a:spcBef>
                        <a:spcAft>
                          <a:spcPts val="0"/>
                        </a:spcAft>
                        <a:buNone/>
                      </a:pPr>
                      <a:r>
                        <a:rPr lang="pt-BR" sz="1400" b="0" i="0" u="none" strike="noStrike" noProof="0">
                          <a:solidFill>
                            <a:srgbClr val="696158"/>
                          </a:solidFill>
                          <a:effectLst/>
                          <a:latin typeface="Calibri"/>
                        </a:rPr>
                        <a:t>[Por completar]</a:t>
                      </a:r>
                      <a:endParaRPr lang="es-ES" sz="1400" b="0" i="0" u="none" strike="noStrike">
                        <a:solidFill>
                          <a:srgbClr val="696158"/>
                        </a:solidFill>
                        <a:effectLst/>
                        <a:latin typeface="Calibri"/>
                      </a:endParaRP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r>
                        <a:rPr lang="es-CL" sz="1400" b="0" i="0" u="none" strike="noStrike" noProof="0">
                          <a:solidFill>
                            <a:srgbClr val="696158"/>
                          </a:solidFill>
                          <a:effectLst/>
                          <a:latin typeface="Calibri"/>
                        </a:rPr>
                        <a:t>[Por completar]</a:t>
                      </a:r>
                      <a:endParaRPr lang="en-US" sz="1400" b="0" i="0" u="none" strike="noStrike" noProof="0">
                        <a:solidFill>
                          <a:srgbClr val="696158"/>
                        </a:solidFill>
                        <a:effectLst/>
                        <a:latin typeface="Calibri"/>
                      </a:endParaRP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42416132"/>
                  </a:ext>
                </a:extLst>
              </a:tr>
              <a:tr h="32334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pt-BR" sz="1400" b="0" i="0" u="none" strike="noStrike">
                          <a:solidFill>
                            <a:srgbClr val="696158"/>
                          </a:solidFill>
                          <a:effectLst/>
                          <a:latin typeface="Calibri"/>
                        </a:rPr>
                        <a:t>[Por completar]</a:t>
                      </a:r>
                      <a:r>
                        <a:rPr lang="pt-BR" sz="1400" b="0" i="0" u="none" strike="noStrike" err="1">
                          <a:solidFill>
                            <a:srgbClr val="696158"/>
                          </a:solidFill>
                          <a:effectLst/>
                          <a:latin typeface="Calibri"/>
                        </a:rPr>
                        <a:t/>
                      </a:r>
                      <a:r>
                        <a:rPr lang="pt-BR" sz="1400" b="0" i="0" u="none" strike="noStrike">
                          <a:solidFill>
                            <a:srgbClr val="696158"/>
                          </a:solidFill>
                          <a:effectLst/>
                          <a:latin typeface="Calibri"/>
                        </a:rPr>
                        <a:t/>
                      </a:r>
                      <a:r>
                        <a:rPr lang="pt-BR" sz="1400" b="0" i="0" u="none" strike="noStrike" err="1">
                          <a:solidFill>
                            <a:srgbClr val="696158"/>
                          </a:solidFill>
                          <a:effectLst/>
                          <a:latin typeface="Calibri"/>
                        </a:rPr>
                        <a:t/>
                      </a:r>
                      <a:r>
                        <a:rPr lang="pt-BR" sz="1400" b="0" i="0" u="none" strike="noStrike">
                          <a:solidFill>
                            <a:srgbClr val="696158"/>
                          </a:solidFill>
                          <a:effectLst/>
                          <a:latin typeface="Calibri"/>
                        </a:rPr>
                        <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r>
                        <a:rPr lang="es-CL" sz="1400" b="0" i="0" u="none" strike="noStrike" noProof="0">
                          <a:solidFill>
                            <a:srgbClr val="696158"/>
                          </a:solidFill>
                          <a:effectLst/>
                          <a:latin typeface="Calibri"/>
                        </a:rPr>
                        <a:t>[Por completar]</a:t>
                      </a:r>
                      <a:endParaRPr lang="en-US" sz="1400" b="0" i="0" u="none" strike="noStrike" noProof="0">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477677959"/>
                  </a:ext>
                </a:extLst>
              </a:tr>
              <a:tr h="323348">
                <a:tc vMerge="1">
                  <a:txBody>
                    <a:bodyPr/>
                    <a:lstStyle/>
                    <a:p>
                      <a:pPr marL="0" lvl="0" indent="0" algn="l" rtl="0">
                        <a:lnSpc>
                          <a:spcPct val="100000"/>
                        </a:lnSpc>
                        <a:spcBef>
                          <a:spcPts val="0"/>
                        </a:spcBef>
                        <a:spcAft>
                          <a:spcPts val="0"/>
                        </a:spcAft>
                        <a:buFont typeface="Trebuchet MS" panose="020B0603020202020204" pitchFamily="34" charset="0"/>
                        <a:buChar char="​"/>
                      </a:pPr>
                      <a:endParaRPr lang="es-ES"/>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pt-BR" sz="1400" b="0" i="0" u="none" strike="noStrike" err="1">
                          <a:solidFill>
                            <a:srgbClr val="696158"/>
                          </a:solidFill>
                          <a:effectLst/>
                          <a:latin typeface="Calibri"/>
                        </a:rPr>
                        <a:t>[Por completar]</a:t>
                      </a:r>
                      <a:r>
                        <a:rPr lang="pt-BR" sz="1400" b="0" i="0" u="none" strike="noStrike">
                          <a:solidFill>
                            <a:srgbClr val="696158"/>
                          </a:solidFill>
                          <a:effectLst/>
                          <a:latin typeface="Calibri"/>
                        </a:rPr>
                        <a:t/>
                      </a:r>
                      <a:r>
                        <a:rPr lang="pt-BR" sz="1400" b="0" i="0" u="none" strike="noStrike" err="1">
                          <a:solidFill>
                            <a:srgbClr val="696158"/>
                          </a:solidFill>
                          <a:effectLst/>
                          <a:latin typeface="Calibri"/>
                        </a:rPr>
                        <a:t/>
                      </a:r>
                      <a:r>
                        <a:rPr lang="pt-BR" sz="1400" b="0" i="0" u="none" strike="noStrike">
                          <a:solidFill>
                            <a:srgbClr val="696158"/>
                          </a:solidFill>
                          <a:effectLst/>
                          <a:latin typeface="Calibri"/>
                        </a:rPr>
                        <a:t/>
                      </a:r>
                      <a:r>
                        <a:rPr lang="pt-BR" sz="1400" b="0" i="0" u="none" strike="noStrike" err="1">
                          <a:solidFill>
                            <a:srgbClr val="696158"/>
                          </a:solidFill>
                          <a:effectLst/>
                          <a:latin typeface="Calibri"/>
                        </a:rPr>
                        <a:t/>
                      </a:r>
                      <a:r>
                        <a:rPr lang="pt-BR" sz="1400" b="0" i="0" u="none" strike="noStrike">
                          <a:solidFill>
                            <a:srgbClr val="696158"/>
                          </a:solidFill>
                          <a:effectLst/>
                          <a:latin typeface="Calibri"/>
                        </a:rPr>
                        <a:t/>
                      </a:r>
                      <a:r>
                        <a:rPr lang="pt-BR" sz="1400" b="0" i="0" u="none" strike="noStrike" err="1">
                          <a:solidFill>
                            <a:srgbClr val="696158"/>
                          </a:solidFill>
                          <a:effectLst/>
                          <a:latin typeface="Calibri"/>
                        </a:rPr>
                        <a:t/>
                      </a:r>
                      <a:r>
                        <a:rPr lang="pt-BR" sz="1400" b="0" i="0" u="none" strike="noStrike">
                          <a:solidFill>
                            <a:srgbClr val="696158"/>
                          </a:solidFill>
                          <a:effectLst/>
                          <a:latin typeface="Calibri"/>
                        </a:rPr>
                        <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696158"/>
                        </a:buClr>
                        <a:buSzTx/>
                        <a:buFont typeface="Trebuchet MS,Sans-Serif" panose="020B0603020202020204" pitchFamily="34" charset="0"/>
                        <a:buChar char="​"/>
                        <a:tabLst/>
                        <a:defRPr/>
                      </a:pPr>
                      <a:r>
                        <a:rPr lang="es-CL" sz="1400" b="0" i="0" u="none" strike="noStrike">
                          <a:solidFill>
                            <a:srgbClr val="696158"/>
                          </a:solidFill>
                          <a:effectLst/>
                          <a:latin typeface="+mn-lt"/>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389014436"/>
                  </a:ext>
                </a:extLst>
              </a:tr>
              <a:tr h="326571">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ClrTx/>
                        <a:buFont typeface="Trebuchet MS" panose="020B0603020202020204" pitchFamily="34" charset="0"/>
                        <a:buChar char="​"/>
                      </a:pPr>
                      <a:r>
                        <a:rPr lang="es-CL"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232287695"/>
                  </a:ext>
                </a:extLst>
              </a:tr>
              <a:tr h="326571">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400" b="0" i="0" u="none" strike="noStrike" noProof="0">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06782816"/>
                  </a:ext>
                </a:extLst>
              </a:tr>
              <a:tr h="32657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400" b="0" i="0" u="none" strike="noStrike">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[Por completar]</a:t>
                      </a: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400" b="0" i="0" u="none" strike="noStrike">
                          <a:solidFill>
                            <a:srgbClr val="696158"/>
                          </a:solidFill>
                          <a:effectLst/>
                          <a:latin typeface="+mn-lt"/>
                        </a:rPr>
                        <a:t>[Por completar]</a:t>
                      </a: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6764274"/>
                  </a:ext>
                </a:extLst>
              </a:tr>
            </a:tbl>
          </a:graphicData>
        </a:graphic>
      </p:graphicFrame>
      <p:sp>
        <p:nvSpPr>
          <p:cNvPr id="21" name="Rectangle: Rounded Corners 20">
            <a:extLst>
              <a:ext uri="{FF2B5EF4-FFF2-40B4-BE49-F238E27FC236}">
                <a16:creationId xmlns:a16="http://schemas.microsoft.com/office/drawing/2014/main" id="{552CC75F-B68C-8F1A-D7C6-7F658D2EF43D}"/>
              </a:ext>
            </a:extLst>
          </p:cNvPr>
          <p:cNvSpPr/>
          <p:nvPr/>
        </p:nvSpPr>
        <p:spPr>
          <a:xfrm>
            <a:off x="360236" y="315206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6" name="Rectangle: Rounded Corners 3">
            <a:extLst>
              <a:ext uri="{FF2B5EF4-FFF2-40B4-BE49-F238E27FC236}">
                <a16:creationId xmlns:a16="http://schemas.microsoft.com/office/drawing/2014/main" id="{22871298-D85F-7DE8-6DB6-1A049F46C565}"/>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160C0D0F-EA4E-D078-603D-39BCDCC7CD6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5" name="Rectangle: Rounded Corners 27">
            <a:extLst>
              <a:ext uri="{FF2B5EF4-FFF2-40B4-BE49-F238E27FC236}">
                <a16:creationId xmlns:a16="http://schemas.microsoft.com/office/drawing/2014/main" id="{1C4BF15C-C792-9668-019C-561EB1B8A816}"/>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8">
            <a:extLst>
              <a:ext uri="{FF2B5EF4-FFF2-40B4-BE49-F238E27FC236}">
                <a16:creationId xmlns:a16="http://schemas.microsoft.com/office/drawing/2014/main" id="{3A365918-4265-169E-B4E6-976639F10974}"/>
              </a:ext>
            </a:extLst>
          </p:cNvPr>
          <p:cNvSpPr/>
          <p:nvPr/>
        </p:nvSpPr>
        <p:spPr>
          <a:xfrm>
            <a:off x="361295" y="533082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 name="Rectangle: Rounded Corners 10">
            <a:extLst>
              <a:ext uri="{FF2B5EF4-FFF2-40B4-BE49-F238E27FC236}">
                <a16:creationId xmlns:a16="http://schemas.microsoft.com/office/drawing/2014/main" id="{9F09CE5C-E8CC-173E-94D0-D8A5CB108F3A}"/>
              </a:ext>
            </a:extLst>
          </p:cNvPr>
          <p:cNvSpPr/>
          <p:nvPr/>
        </p:nvSpPr>
        <p:spPr>
          <a:xfrm>
            <a:off x="361295" y="481706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8583491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59A14-73BA-99FD-2D68-6CFFB4843C07}"/>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BAA88E8F-852D-26FF-C859-5E22B9EA3E8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79" imgH="478" progId="TCLayout.ActiveDocument.1">
                  <p:embed/>
                </p:oleObj>
              </mc:Choice>
              <mc:Fallback>
                <p:oleObj name="Diapositiva de think-cell" r:id="rId4" imgW="479" imgH="478" progId="TCLayout.ActiveDocument.1">
                  <p:embed/>
                  <p:pic>
                    <p:nvPicPr>
                      <p:cNvPr id="160" name="think-cell data - do not delete" hidden="1">
                        <a:extLst>
                          <a:ext uri="{FF2B5EF4-FFF2-40B4-BE49-F238E27FC236}">
                            <a16:creationId xmlns:a16="http://schemas.microsoft.com/office/drawing/2014/main" id="{BAA88E8F-852D-26FF-C859-5E22B9EA3E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E269A715-3234-CF00-7028-A538E79A08A2}"/>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ES" sz="1050" b="0" i="0" u="none" strike="noStrike" kern="1200" cap="none" spc="0" normalizeH="0" baseline="0" noProof="0">
                <a:ln>
                  <a:noFill/>
                </a:ln>
                <a:solidFill>
                  <a:srgbClr val="696158"/>
                </a:solidFill>
                <a:effectLst/>
                <a:uLnTx/>
                <a:uFillTx/>
                <a:latin typeface="Calibri"/>
                <a:ea typeface="+mn-lt"/>
                <a:cs typeface="Calibri"/>
              </a:rPr>
              <a:t>[Objetivo del subproceso]</a:t>
            </a:r>
            <a:endParaRPr kumimoji="0" lang="es-ES" sz="1800" b="0" i="0" u="none" strike="noStrike" kern="1200" cap="none" spc="0" normalizeH="0" baseline="0" noProof="0">
              <a:ln>
                <a:noFill/>
              </a:ln>
              <a:solidFill>
                <a:srgbClr val="696158"/>
              </a:solidFill>
              <a:effectLst/>
              <a:uLnTx/>
              <a:uFillTx/>
              <a:latin typeface="Calibri"/>
              <a:ea typeface="+mn-lt"/>
              <a:cs typeface="Calibri"/>
            </a:endParaRPr>
          </a:p>
        </p:txBody>
      </p:sp>
      <p:sp>
        <p:nvSpPr>
          <p:cNvPr id="37" name="Freeform 11">
            <a:extLst>
              <a:ext uri="{FF2B5EF4-FFF2-40B4-BE49-F238E27FC236}">
                <a16:creationId xmlns:a16="http://schemas.microsoft.com/office/drawing/2014/main" id="{D4C4C36A-3546-B301-F34D-50150D1497B1}"/>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6"/>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0001A98C-3CF8-854A-51CC-4B0ED9ED71E0}"/>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B65C307C-9D54-DB37-4FF4-C2537778B377}"/>
              </a:ext>
            </a:extLst>
          </p:cNvPr>
          <p:cNvSpPr txBox="1">
            <a:spLocks/>
          </p:cNvSpPr>
          <p:nvPr/>
        </p:nvSpPr>
        <p:spPr>
          <a:xfrm>
            <a:off x="630000" y="1870406"/>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8" name="Rectangle: Rounded Corners 27">
            <a:extLst>
              <a:ext uri="{FF2B5EF4-FFF2-40B4-BE49-F238E27FC236}">
                <a16:creationId xmlns:a16="http://schemas.microsoft.com/office/drawing/2014/main" id="{B0FC018C-04EA-5834-F0A9-A9FA8563EC0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3">
            <a:extLst>
              <a:ext uri="{FF2B5EF4-FFF2-40B4-BE49-F238E27FC236}">
                <a16:creationId xmlns:a16="http://schemas.microsoft.com/office/drawing/2014/main" id="{44489F27-BEA5-B273-0DFC-C4540EBFBAF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0" name="Rectangle: Rounded Corners 36">
            <a:extLst>
              <a:ext uri="{FF2B5EF4-FFF2-40B4-BE49-F238E27FC236}">
                <a16:creationId xmlns:a16="http://schemas.microsoft.com/office/drawing/2014/main" id="{7A7F067E-B0D1-B05F-E463-439315F657B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CBC24A9A-11C6-ABE8-5086-D3864DC8E9FE}"/>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solidFill>
                  <a:srgbClr val="EA7600"/>
                </a:solidFill>
              </a:rPr>
              <a:t/>
            </a:r>
            <a:endParaRPr lang="es-CL">
              <a:solidFill>
                <a:srgbClr val="EA7600"/>
              </a:solidFill>
            </a:endParaRPr>
          </a:p>
        </p:txBody>
      </p:sp>
      <p:sp>
        <p:nvSpPr>
          <p:cNvPr id="51" name="Text Placeholder 3">
            <a:extLst>
              <a:ext uri="{FF2B5EF4-FFF2-40B4-BE49-F238E27FC236}">
                <a16:creationId xmlns:a16="http://schemas.microsoft.com/office/drawing/2014/main" id="{D2ED91F8-1670-7660-1064-E9BC9FF22D70}"/>
              </a:ext>
            </a:extLst>
          </p:cNvPr>
          <p:cNvSpPr txBox="1">
            <a:spLocks/>
          </p:cNvSpPr>
          <p:nvPr/>
        </p:nvSpPr>
        <p:spPr>
          <a:xfrm>
            <a:off x="959393" y="1870406"/>
            <a:ext cx="8435325" cy="4381000"/>
          </a:xfrm>
          <a:prstGeom prst="rect">
            <a:avLst/>
          </a:prstGeom>
          <a:solidFill>
            <a:srgbClr val="FFFFFF"/>
          </a:solidFill>
          <a:ln w="19050">
            <a:solidFill>
              <a:schemeClr val="tx2"/>
            </a:solidFill>
          </a:ln>
        </p:spPr>
        <p:txBody>
          <a:bodyPr vert="horz" lIns="0" tIns="0" rIns="0" bIns="0" rtlCol="0" anchor="t">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s-ES"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12" name="Rectangle 52">
            <a:extLst>
              <a:ext uri="{FF2B5EF4-FFF2-40B4-BE49-F238E27FC236}">
                <a16:creationId xmlns:a16="http://schemas.microsoft.com/office/drawing/2014/main" id="{23E36305-5907-9F40-8CA7-23AA1323B345}"/>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 name="Group 1">
            <a:extLst>
              <a:ext uri="{FF2B5EF4-FFF2-40B4-BE49-F238E27FC236}">
                <a16:creationId xmlns:a16="http://schemas.microsoft.com/office/drawing/2014/main" id="{E990FBE2-24BE-CAF0-B52B-DCD537A38E71}"/>
              </a:ext>
            </a:extLst>
          </p:cNvPr>
          <p:cNvGrpSpPr/>
          <p:nvPr/>
        </p:nvGrpSpPr>
        <p:grpSpPr>
          <a:xfrm>
            <a:off x="1032204" y="3409950"/>
            <a:ext cx="8290320" cy="1317171"/>
            <a:chOff x="792004" y="4535132"/>
            <a:chExt cx="8240734" cy="1317171"/>
          </a:xfrm>
        </p:grpSpPr>
        <p:sp>
          <p:nvSpPr>
            <p:cNvPr id="3" name="Oval 2">
              <a:extLst>
                <a:ext uri="{FF2B5EF4-FFF2-40B4-BE49-F238E27FC236}">
                  <a16:creationId xmlns:a16="http://schemas.microsoft.com/office/drawing/2014/main" id="{6230459E-CD5A-20E7-88E0-0BAAE78E7B50}"/>
                </a:ext>
              </a:extLst>
            </p:cNvPr>
            <p:cNvSpPr/>
            <p:nvPr/>
          </p:nvSpPr>
          <p:spPr>
            <a:xfrm>
              <a:off x="7590943" y="4535132"/>
              <a:ext cx="1441795" cy="131717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696158"/>
                  </a:solidFill>
                  <a:effectLst/>
                  <a:uLnTx/>
                  <a:uFillTx/>
                  <a:latin typeface="Calibri"/>
                  <a:ea typeface="+mn-ea"/>
                  <a:cs typeface="+mn-cs"/>
                </a:rPr>
                <a:t>[Por completar]</a:t>
              </a:r>
              <a:r>
                <a:rPr kumimoji="0" lang="en-GB" sz="800" b="1" i="0" u="none" strike="noStrike" kern="1200" cap="none" spc="0" normalizeH="0" baseline="0" noProof="0" err="1">
                  <a:ln>
                    <a:noFill/>
                  </a:ln>
                  <a:solidFill>
                    <a:srgbClr val="696158"/>
                  </a:solidFill>
                  <a:effectLst/>
                  <a:uLnTx/>
                  <a:uFillTx/>
                  <a:latin typeface="Calibri"/>
                  <a:ea typeface="+mn-ea"/>
                  <a:cs typeface="+mn-cs"/>
                </a:rPr>
                <a:t/>
              </a: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1">
                  <a:solidFill>
                    <a:srgbClr val="696158"/>
                  </a:solidFill>
                  <a:latin typeface="Calibri"/>
                </a:rPr>
                <a:t>[Por completar]</a:t>
              </a:r>
              <a:r>
                <a:rPr lang="en-GB" sz="800" b="1" err="1">
                  <a:solidFill>
                    <a:srgbClr val="696158"/>
                  </a:solidFill>
                  <a:latin typeface="Calibri"/>
                </a:rPr>
                <a:t/>
              </a: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r>
                <a:rPr lang="es-CL" sz="800">
                  <a:solidFill>
                    <a:srgbClr val="696158"/>
                  </a:solidFill>
                  <a:latin typeface="Calibri"/>
                </a:rPr>
                <a:t/>
              </a:r>
              <a:endParaRPr kumimoji="0" lang="es-CL" sz="800" b="0"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4" name="Straight Arrow Connector 3">
              <a:extLst>
                <a:ext uri="{FF2B5EF4-FFF2-40B4-BE49-F238E27FC236}">
                  <a16:creationId xmlns:a16="http://schemas.microsoft.com/office/drawing/2014/main" id="{97B9EFED-F082-9A29-55CE-2D256998439F}"/>
                </a:ext>
              </a:extLst>
            </p:cNvPr>
            <p:cNvCxnSpPr>
              <a:cxnSpLocks/>
              <a:stCxn id="30" idx="3"/>
              <a:endCxn id="32" idx="1"/>
            </p:cNvCxnSpPr>
            <p:nvPr/>
          </p:nvCxnSpPr>
          <p:spPr>
            <a:xfrm>
              <a:off x="2793087" y="5182975"/>
              <a:ext cx="206582" cy="3113"/>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1" name="Straight Arrow Connector 25">
              <a:extLst>
                <a:ext uri="{FF2B5EF4-FFF2-40B4-BE49-F238E27FC236}">
                  <a16:creationId xmlns:a16="http://schemas.microsoft.com/office/drawing/2014/main" id="{1949DF37-C39D-0CBF-751F-5DE3D64D3B14}"/>
                </a:ext>
              </a:extLst>
            </p:cNvPr>
            <p:cNvCxnSpPr>
              <a:cxnSpLocks/>
              <a:stCxn id="43" idx="3"/>
              <a:endCxn id="3" idx="2"/>
            </p:cNvCxnSpPr>
            <p:nvPr/>
          </p:nvCxnSpPr>
          <p:spPr>
            <a:xfrm>
              <a:off x="7492050" y="5188481"/>
              <a:ext cx="98893" cy="523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9C1D2FD-05D9-1662-A77B-8B56C570D378}"/>
                </a:ext>
              </a:extLst>
            </p:cNvPr>
            <p:cNvCxnSpPr>
              <a:cxnSpLocks/>
              <a:stCxn id="32" idx="3"/>
              <a:endCxn id="34" idx="1"/>
            </p:cNvCxnSpPr>
            <p:nvPr/>
          </p:nvCxnSpPr>
          <p:spPr>
            <a:xfrm flipV="1">
              <a:off x="3942279" y="5185383"/>
              <a:ext cx="236410" cy="705"/>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CE6407B3-5104-294C-2419-A4F7A3707663}"/>
                </a:ext>
              </a:extLst>
            </p:cNvPr>
            <p:cNvSpPr/>
            <p:nvPr/>
          </p:nvSpPr>
          <p:spPr>
            <a:xfrm>
              <a:off x="792004" y="4873094"/>
              <a:ext cx="901267"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cxnSp>
          <p:nvCxnSpPr>
            <p:cNvPr id="29" name="Straight Arrow Connector 28">
              <a:extLst>
                <a:ext uri="{FF2B5EF4-FFF2-40B4-BE49-F238E27FC236}">
                  <a16:creationId xmlns:a16="http://schemas.microsoft.com/office/drawing/2014/main" id="{1CBD3167-EA63-022F-59BB-957027E35170}"/>
                </a:ext>
              </a:extLst>
            </p:cNvPr>
            <p:cNvCxnSpPr>
              <a:cxnSpLocks/>
              <a:stCxn id="28" idx="6"/>
              <a:endCxn id="30" idx="1"/>
            </p:cNvCxnSpPr>
            <p:nvPr/>
          </p:nvCxnSpPr>
          <p:spPr>
            <a:xfrm flipV="1">
              <a:off x="1693271" y="5182975"/>
              <a:ext cx="157206" cy="10159"/>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18628152-503C-9926-50A4-3D7F968AFCD8}"/>
                </a:ext>
              </a:extLst>
            </p:cNvPr>
            <p:cNvSpPr/>
            <p:nvPr/>
          </p:nvSpPr>
          <p:spPr>
            <a:xfrm>
              <a:off x="1850477"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1" name="Rectangle: Rounded Corners 30">
              <a:extLst>
                <a:ext uri="{FF2B5EF4-FFF2-40B4-BE49-F238E27FC236}">
                  <a16:creationId xmlns:a16="http://schemas.microsoft.com/office/drawing/2014/main" id="{CDD8032C-6922-70D7-DB44-377AE4806AE6}"/>
                </a:ext>
              </a:extLst>
            </p:cNvPr>
            <p:cNvSpPr/>
            <p:nvPr/>
          </p:nvSpPr>
          <p:spPr>
            <a:xfrm>
              <a:off x="2126799"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32" name="Rectangle: Rounded Corners 31">
              <a:extLst>
                <a:ext uri="{FF2B5EF4-FFF2-40B4-BE49-F238E27FC236}">
                  <a16:creationId xmlns:a16="http://schemas.microsoft.com/office/drawing/2014/main" id="{7529DEEE-6006-40BF-101E-C3920A877D0C}"/>
                </a:ext>
              </a:extLst>
            </p:cNvPr>
            <p:cNvSpPr/>
            <p:nvPr/>
          </p:nvSpPr>
          <p:spPr>
            <a:xfrm>
              <a:off x="2999669" y="4863654"/>
              <a:ext cx="9426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r>
                <a:rPr kumimoji="0" lang="es-CL" sz="800" b="0" i="0" u="none" strike="noStrike" kern="1200" cap="none" spc="0" normalizeH="0" baseline="0" noProof="0" err="1">
                  <a:ln>
                    <a:noFill/>
                  </a:ln>
                  <a:solidFill>
                    <a:srgbClr val="696158"/>
                  </a:solidFill>
                  <a:effectLst/>
                  <a:uLnTx/>
                  <a:uFillTx/>
                  <a:latin typeface="Calibri"/>
                  <a:ea typeface="+mn-ea"/>
                  <a:cs typeface="+mn-cs"/>
                </a:rPr>
                <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33" name="Rectangle: Rounded Corners 32">
              <a:extLst>
                <a:ext uri="{FF2B5EF4-FFF2-40B4-BE49-F238E27FC236}">
                  <a16:creationId xmlns:a16="http://schemas.microsoft.com/office/drawing/2014/main" id="{42CF9E1E-1A6D-1197-DC38-D05EDF196CA9}"/>
                </a:ext>
              </a:extLst>
            </p:cNvPr>
            <p:cNvSpPr/>
            <p:nvPr/>
          </p:nvSpPr>
          <p:spPr>
            <a:xfrm>
              <a:off x="3244283" y="4766815"/>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34" name="Rectangle: Rounded Corners 33">
              <a:extLst>
                <a:ext uri="{FF2B5EF4-FFF2-40B4-BE49-F238E27FC236}">
                  <a16:creationId xmlns:a16="http://schemas.microsoft.com/office/drawing/2014/main" id="{4D0B6D1D-270E-A570-A936-400E4C2A038E}"/>
                </a:ext>
              </a:extLst>
            </p:cNvPr>
            <p:cNvSpPr/>
            <p:nvPr/>
          </p:nvSpPr>
          <p:spPr>
            <a:xfrm>
              <a:off x="4178689" y="4867423"/>
              <a:ext cx="942610" cy="635919"/>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5" name="Rectangle: Rounded Corners 34">
              <a:extLst>
                <a:ext uri="{FF2B5EF4-FFF2-40B4-BE49-F238E27FC236}">
                  <a16:creationId xmlns:a16="http://schemas.microsoft.com/office/drawing/2014/main" id="{06C5FF6E-EC91-E0FA-E65D-30774A9DCE97}"/>
                </a:ext>
              </a:extLst>
            </p:cNvPr>
            <p:cNvSpPr/>
            <p:nvPr/>
          </p:nvSpPr>
          <p:spPr>
            <a:xfrm>
              <a:off x="4402164" y="4761636"/>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36" name="Rectangle: Rounded Corners 35">
              <a:extLst>
                <a:ext uri="{FF2B5EF4-FFF2-40B4-BE49-F238E27FC236}">
                  <a16:creationId xmlns:a16="http://schemas.microsoft.com/office/drawing/2014/main" id="{25B75726-FC63-4D4E-232B-C3F6EBECB85F}"/>
                </a:ext>
              </a:extLst>
            </p:cNvPr>
            <p:cNvSpPr/>
            <p:nvPr/>
          </p:nvSpPr>
          <p:spPr>
            <a:xfrm>
              <a:off x="5369215"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8" name="Rectangle: Rounded Corners 37">
              <a:extLst>
                <a:ext uri="{FF2B5EF4-FFF2-40B4-BE49-F238E27FC236}">
                  <a16:creationId xmlns:a16="http://schemas.microsoft.com/office/drawing/2014/main" id="{C5C8261D-3500-AF5C-57A7-AAA5BC127006}"/>
                </a:ext>
              </a:extLst>
            </p:cNvPr>
            <p:cNvSpPr/>
            <p:nvPr/>
          </p:nvSpPr>
          <p:spPr>
            <a:xfrm>
              <a:off x="5620640"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39" name="Straight Arrow Connector 38">
              <a:extLst>
                <a:ext uri="{FF2B5EF4-FFF2-40B4-BE49-F238E27FC236}">
                  <a16:creationId xmlns:a16="http://schemas.microsoft.com/office/drawing/2014/main" id="{92B998FF-E228-0F3E-F1AE-3DAF5BDB9821}"/>
                </a:ext>
              </a:extLst>
            </p:cNvPr>
            <p:cNvCxnSpPr>
              <a:cxnSpLocks/>
            </p:cNvCxnSpPr>
            <p:nvPr/>
          </p:nvCxnSpPr>
          <p:spPr>
            <a:xfrm flipV="1">
              <a:off x="5063859" y="5182975"/>
              <a:ext cx="288313" cy="240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sp>
        <p:nvSpPr>
          <p:cNvPr id="43" name="Rectangle: Rounded Corners 35">
            <a:extLst>
              <a:ext uri="{FF2B5EF4-FFF2-40B4-BE49-F238E27FC236}">
                <a16:creationId xmlns:a16="http://schemas.microsoft.com/office/drawing/2014/main" id="{4E9DEDF3-4D39-8889-B505-1154A5CAEE37}"/>
              </a:ext>
            </a:extLst>
          </p:cNvPr>
          <p:cNvSpPr/>
          <p:nvPr/>
        </p:nvSpPr>
        <p:spPr>
          <a:xfrm>
            <a:off x="6829955" y="3743259"/>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4" name="Rectangle: Rounded Corners 37">
            <a:extLst>
              <a:ext uri="{FF2B5EF4-FFF2-40B4-BE49-F238E27FC236}">
                <a16:creationId xmlns:a16="http://schemas.microsoft.com/office/drawing/2014/main" id="{DE1B6C23-46D9-29C6-8CF0-1FD603890ACF}"/>
              </a:ext>
            </a:extLst>
          </p:cNvPr>
          <p:cNvSpPr/>
          <p:nvPr/>
        </p:nvSpPr>
        <p:spPr>
          <a:xfrm>
            <a:off x="7106277" y="365053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45" name="Straight Arrow Connector 38">
            <a:extLst>
              <a:ext uri="{FF2B5EF4-FFF2-40B4-BE49-F238E27FC236}">
                <a16:creationId xmlns:a16="http://schemas.microsoft.com/office/drawing/2014/main" id="{255913E1-0C2A-49BE-35B7-7FE895757E6F}"/>
              </a:ext>
            </a:extLst>
          </p:cNvPr>
          <p:cNvCxnSpPr>
            <a:cxnSpLocks/>
          </p:cNvCxnSpPr>
          <p:nvPr/>
        </p:nvCxnSpPr>
        <p:spPr>
          <a:xfrm>
            <a:off x="6595402" y="4057793"/>
            <a:ext cx="214233"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55" name="Rectangle: Rounded Corners 8">
            <a:extLst>
              <a:ext uri="{FF2B5EF4-FFF2-40B4-BE49-F238E27FC236}">
                <a16:creationId xmlns:a16="http://schemas.microsoft.com/office/drawing/2014/main" id="{DD4FDA4E-B845-D6C8-2C52-95A8505DF3C6}"/>
              </a:ext>
            </a:extLst>
          </p:cNvPr>
          <p:cNvSpPr/>
          <p:nvPr/>
        </p:nvSpPr>
        <p:spPr>
          <a:xfrm>
            <a:off x="9548038" y="1548604"/>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6" name="ee4pContent1">
            <a:extLst>
              <a:ext uri="{FF2B5EF4-FFF2-40B4-BE49-F238E27FC236}">
                <a16:creationId xmlns:a16="http://schemas.microsoft.com/office/drawing/2014/main" id="{76BDB70D-BC43-E1AB-9B7D-12C5797F380C}"/>
              </a:ext>
            </a:extLst>
          </p:cNvPr>
          <p:cNvSpPr txBox="1"/>
          <p:nvPr/>
        </p:nvSpPr>
        <p:spPr>
          <a:xfrm>
            <a:off x="9548039" y="1870340"/>
            <a:ext cx="2005287" cy="91494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p>
          <a:p>
            <a:pPr marL="323850" lvl="1" indent="-215900">
              <a:buFont typeface="Trebuchet MS,Sans-Serif" panose="020B0603020202020204" pitchFamily="34" charset="0"/>
              <a:defRPr/>
            </a:pPr>
            <a:r>
              <a:rPr lang="es-CL" sz="1200">
                <a:latin typeface="Calibri"/>
                <a:ea typeface="Calibri"/>
                <a:cs typeface="Calibri"/>
              </a:rPr>
              <a:t>[Por completar]</a:t>
            </a:r>
            <a:r>
              <a:rPr lang="es-CL" sz="1200" err="1">
                <a:latin typeface="Calibri"/>
                <a:ea typeface="Calibri"/>
                <a:cs typeface="Calibri"/>
              </a:rPr>
              <a:t/>
            </a:r>
            <a:r>
              <a:rPr lang="es-CL" sz="1200">
                <a:latin typeface="Calibri"/>
                <a:ea typeface="Calibri"/>
                <a:cs typeface="Calibri"/>
              </a:rPr>
              <a:t/>
            </a:r>
          </a:p>
        </p:txBody>
      </p:sp>
      <p:sp>
        <p:nvSpPr>
          <p:cNvPr id="57" name="Rectangle: Rounded Corners 11">
            <a:extLst>
              <a:ext uri="{FF2B5EF4-FFF2-40B4-BE49-F238E27FC236}">
                <a16:creationId xmlns:a16="http://schemas.microsoft.com/office/drawing/2014/main" id="{CF4FFD7D-B407-7BC7-9759-E5E631FE30F6}"/>
              </a:ext>
            </a:extLst>
          </p:cNvPr>
          <p:cNvSpPr/>
          <p:nvPr/>
        </p:nvSpPr>
        <p:spPr>
          <a:xfrm>
            <a:off x="9548038" y="2866741"/>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58" name="ee4pContent1">
            <a:extLst>
              <a:ext uri="{FF2B5EF4-FFF2-40B4-BE49-F238E27FC236}">
                <a16:creationId xmlns:a16="http://schemas.microsoft.com/office/drawing/2014/main" id="{B33F19A4-9C11-5060-5327-7550770D6DBD}"/>
              </a:ext>
            </a:extLst>
          </p:cNvPr>
          <p:cNvSpPr txBox="1"/>
          <p:nvPr/>
        </p:nvSpPr>
        <p:spPr>
          <a:xfrm>
            <a:off x="9548039" y="3168424"/>
            <a:ext cx="2015313" cy="97206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59" name="Rectangle: Rounded Corners 14">
            <a:extLst>
              <a:ext uri="{FF2B5EF4-FFF2-40B4-BE49-F238E27FC236}">
                <a16:creationId xmlns:a16="http://schemas.microsoft.com/office/drawing/2014/main" id="{96AC3793-F5E8-4FB7-259F-EAB153919E3E}"/>
              </a:ext>
            </a:extLst>
          </p:cNvPr>
          <p:cNvSpPr/>
          <p:nvPr/>
        </p:nvSpPr>
        <p:spPr>
          <a:xfrm>
            <a:off x="9548038" y="4184878"/>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60" name="ee4pContent1">
            <a:extLst>
              <a:ext uri="{FF2B5EF4-FFF2-40B4-BE49-F238E27FC236}">
                <a16:creationId xmlns:a16="http://schemas.microsoft.com/office/drawing/2014/main" id="{BD8E8C24-C85B-D364-6C08-9113346D9356}"/>
              </a:ext>
            </a:extLst>
          </p:cNvPr>
          <p:cNvSpPr txBox="1"/>
          <p:nvPr/>
        </p:nvSpPr>
        <p:spPr>
          <a:xfrm>
            <a:off x="9548039" y="4486562"/>
            <a:ext cx="2015313" cy="553998"/>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sp>
        <p:nvSpPr>
          <p:cNvPr id="61" name="Rectangle: Rounded Corners 17">
            <a:extLst>
              <a:ext uri="{FF2B5EF4-FFF2-40B4-BE49-F238E27FC236}">
                <a16:creationId xmlns:a16="http://schemas.microsoft.com/office/drawing/2014/main" id="{04066432-1D79-520F-B7EC-550C988040E5}"/>
              </a:ext>
            </a:extLst>
          </p:cNvPr>
          <p:cNvSpPr/>
          <p:nvPr/>
        </p:nvSpPr>
        <p:spPr>
          <a:xfrm>
            <a:off x="9548038" y="5503015"/>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2" name="ee4pContent1">
            <a:extLst>
              <a:ext uri="{FF2B5EF4-FFF2-40B4-BE49-F238E27FC236}">
                <a16:creationId xmlns:a16="http://schemas.microsoft.com/office/drawing/2014/main" id="{25004957-F08E-1E0C-351E-DE349BE61C79}"/>
              </a:ext>
            </a:extLst>
          </p:cNvPr>
          <p:cNvSpPr txBox="1"/>
          <p:nvPr/>
        </p:nvSpPr>
        <p:spPr>
          <a:xfrm>
            <a:off x="9548039" y="5804698"/>
            <a:ext cx="2015313" cy="553998"/>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sp>
        <p:nvSpPr>
          <p:cNvPr id="13" name="CuadroTexto 12">
            <a:extLst>
              <a:ext uri="{FF2B5EF4-FFF2-40B4-BE49-F238E27FC236}">
                <a16:creationId xmlns:a16="http://schemas.microsoft.com/office/drawing/2014/main" id="{F277D50B-DD8E-3BCD-5B5C-3C0F29EDD81B}"/>
              </a:ext>
            </a:extLst>
          </p:cNvPr>
          <p:cNvSpPr txBox="1"/>
          <p:nvPr/>
        </p:nvSpPr>
        <p:spPr>
          <a:xfrm>
            <a:off x="935811" y="3897774"/>
            <a:ext cx="1024514" cy="32003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800">
                <a:solidFill>
                  <a:srgbClr val="696158"/>
                </a:solidFill>
                <a:latin typeface="Calibri"/>
              </a:rPr>
              <a:t>[Por completar]</a:t>
            </a:r>
            <a:endParaRPr lang="es-ES"/>
          </a:p>
          <a:p>
            <a:pPr algn="ctr">
              <a:defRPr/>
            </a:pPr>
            <a:r>
              <a:rPr lang="en-US" sz="800">
                <a:solidFill>
                  <a:srgbClr val="696158"/>
                </a:solidFill>
                <a:latin typeface="Calibri"/>
              </a:rPr>
              <a:t>[Por completar]</a:t>
            </a:r>
            <a:endParaRPr lang="en-US"/>
          </a:p>
        </p:txBody>
      </p:sp>
    </p:spTree>
    <p:extLst>
      <p:ext uri="{BB962C8B-B14F-4D97-AF65-F5344CB8AC3E}">
        <p14:creationId xmlns:p14="http://schemas.microsoft.com/office/powerpoint/2010/main" val="2450734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74AC-2CF3-CB7D-5713-D22E063895D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AA6A7C3-975E-C155-3E50-DFDC948AEC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9AA6A7C3-975E-C155-3E50-DFDC948AEC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0EB3009-2F8C-CB7E-518A-9610D2F0DFFF}"/>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sz="2400"/>
              <a:t/>
            </a:r>
            <a:endParaRPr lang="es-CL"/>
          </a:p>
        </p:txBody>
      </p:sp>
      <p:graphicFrame>
        <p:nvGraphicFramePr>
          <p:cNvPr id="20" name="Table 19">
            <a:extLst>
              <a:ext uri="{FF2B5EF4-FFF2-40B4-BE49-F238E27FC236}">
                <a16:creationId xmlns:a16="http://schemas.microsoft.com/office/drawing/2014/main" id="{3BEE7FF0-089B-0FA5-A731-2B60538414B7}"/>
              </a:ext>
            </a:extLst>
          </p:cNvPr>
          <p:cNvGraphicFramePr>
            <a:graphicFrameLocks noGrp="1"/>
          </p:cNvGraphicFramePr>
          <p:nvPr>
            <p:extLst>
              <p:ext uri="{D42A27DB-BD31-4B8C-83A1-F6EECF244321}">
                <p14:modId xmlns:p14="http://schemas.microsoft.com/office/powerpoint/2010/main" val="975989231"/>
              </p:ext>
            </p:extLst>
          </p:nvPr>
        </p:nvGraphicFramePr>
        <p:xfrm>
          <a:off x="1010094" y="1280048"/>
          <a:ext cx="10552507" cy="3893443"/>
        </p:xfrm>
        <a:graphic>
          <a:graphicData uri="http://schemas.openxmlformats.org/drawingml/2006/table">
            <a:tbl>
              <a:tblPr>
                <a:tableStyleId>{2D5ABB26-0587-4C30-8999-92F81FD0307C}</a:tableStyleId>
              </a:tblPr>
              <a:tblGrid>
                <a:gridCol w="2581767">
                  <a:extLst>
                    <a:ext uri="{9D8B030D-6E8A-4147-A177-3AD203B41FA5}">
                      <a16:colId xmlns:a16="http://schemas.microsoft.com/office/drawing/2014/main" val="741832067"/>
                    </a:ext>
                  </a:extLst>
                </a:gridCol>
                <a:gridCol w="4500562">
                  <a:extLst>
                    <a:ext uri="{9D8B030D-6E8A-4147-A177-3AD203B41FA5}">
                      <a16:colId xmlns:a16="http://schemas.microsoft.com/office/drawing/2014/main" val="2629782098"/>
                    </a:ext>
                  </a:extLst>
                </a:gridCol>
                <a:gridCol w="3470178">
                  <a:extLst>
                    <a:ext uri="{9D8B030D-6E8A-4147-A177-3AD203B41FA5}">
                      <a16:colId xmlns:a16="http://schemas.microsoft.com/office/drawing/2014/main" val="1732901862"/>
                    </a:ext>
                  </a:extLst>
                </a:gridCol>
              </a:tblGrid>
              <a:tr h="439096">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9260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274320">
                <a:tc rowSpan="3">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r>
                        <a:rPr lang="es-CL" sz="1100" b="0" i="0" u="none" strike="noStrike">
                          <a:solidFill>
                            <a:srgbClr val="696158"/>
                          </a:solidFill>
                          <a:effectLst/>
                          <a:latin typeface="Calibri"/>
                        </a:rPr>
                        <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292608">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25408927"/>
                  </a:ext>
                </a:extLst>
              </a:tr>
              <a:tr h="29260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r>
                        <a:rPr lang="es-CL" sz="1100" b="0" i="0" u="none" strike="noStrike">
                          <a:solidFill>
                            <a:srgbClr val="696158"/>
                          </a:solidFill>
                          <a:effectLst/>
                          <a:latin typeface="Calibri"/>
                        </a:rPr>
                        <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947746392"/>
                  </a:ext>
                </a:extLst>
              </a:tr>
              <a:tr h="274320">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180698614"/>
                  </a:ext>
                </a:extLst>
              </a:tr>
              <a:tr h="266139">
                <a:tc rowSpan="3">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r>
                        <a:rPr lang="es-ES" sz="1100" b="0" i="0" u="none" strike="noStrike" err="1">
                          <a:solidFill>
                            <a:srgbClr val="696158"/>
                          </a:solidFill>
                          <a:effectLst/>
                          <a:latin typeface="Calibri"/>
                        </a:rPr>
                        <a:t/>
                      </a:r>
                      <a:r>
                        <a:rPr lang="es-ES" sz="1100" b="0" i="0" u="none" strike="noStrike">
                          <a:solidFill>
                            <a:srgbClr val="696158"/>
                          </a:solidFill>
                          <a:effectLst/>
                          <a:latin typeface="Calibri"/>
                        </a:rPr>
                        <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865294497"/>
                  </a:ext>
                </a:extLst>
              </a:tr>
              <a:tr h="274320">
                <a:tc vMerge="1">
                  <a:txBody>
                    <a:bodyPr/>
                    <a:lstStyle/>
                    <a:p>
                      <a:endParaRPr lang="es-ES"/>
                    </a:p>
                  </a:txBody>
                  <a:tcPr/>
                </a:tc>
                <a:tc>
                  <a:txBody>
                    <a:bodyPr/>
                    <a:lstStyle/>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r>
                        <a:rPr lang="es-ES" sz="1100" b="0" i="0" u="none" strike="noStrike" noProof="0" err="1">
                          <a:solidFill>
                            <a:srgbClr val="696158"/>
                          </a:solidFill>
                          <a:effectLst/>
                          <a:latin typeface="Calibri"/>
                        </a:rPr>
                        <a:t/>
                      </a:r>
                      <a:r>
                        <a:rPr lang="es-ES" sz="1100" b="0" i="0" u="none" strike="noStrike" noProof="0">
                          <a:solidFill>
                            <a:srgbClr val="696158"/>
                          </a:solidFill>
                          <a:effectLst/>
                          <a:latin typeface="Calibri"/>
                        </a:rPr>
                        <a:t/>
                      </a: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35917989"/>
                  </a:ext>
                </a:extLst>
              </a:tr>
              <a:tr h="27432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732621243"/>
                  </a:ext>
                </a:extLst>
              </a:tr>
              <a:tr h="274320">
                <a:tc rowSpan="4">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r>
                        <a:rPr lang="es-CL" sz="1100" b="0" i="0" u="none" strike="noStrike">
                          <a:solidFill>
                            <a:srgbClr val="696158"/>
                          </a:solidFill>
                          <a:effectLst/>
                          <a:latin typeface="Calibri"/>
                        </a:rPr>
                        <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62417540"/>
                  </a:ext>
                </a:extLst>
              </a:tr>
              <a:tr h="27432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r>
                        <a:rPr lang="es-CL" sz="1100" b="0" i="0" u="none" strike="noStrike">
                          <a:solidFill>
                            <a:srgbClr val="696158"/>
                          </a:solidFill>
                          <a:effectLst/>
                          <a:latin typeface="Calibri"/>
                        </a:rPr>
                        <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5683714"/>
                  </a:ext>
                </a:extLst>
              </a:tr>
              <a:tr h="274320">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62215227"/>
                  </a:ext>
                </a:extLst>
              </a:tr>
              <a:tr h="27432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r>
                        <a:rPr lang="es-CL" sz="1100" b="0" i="0" u="none" strike="noStrike" noProof="0">
                          <a:solidFill>
                            <a:srgbClr val="696158"/>
                          </a:solidFill>
                          <a:effectLst/>
                          <a:latin typeface="Calibri"/>
                        </a:rPr>
                        <a:t/>
                      </a:r>
                      <a:r>
                        <a:rPr lang="es-CL" sz="1100" b="0" i="0" u="none" strike="noStrike">
                          <a:solidFill>
                            <a:srgbClr val="696158"/>
                          </a:solidFill>
                          <a:effectLst/>
                          <a:latin typeface="Calibri"/>
                        </a:rPr>
                        <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13516484"/>
                  </a:ext>
                </a:extLst>
              </a:tr>
            </a:tbl>
          </a:graphicData>
        </a:graphic>
      </p:graphicFrame>
      <p:sp>
        <p:nvSpPr>
          <p:cNvPr id="21" name="Rectangle: Rounded Corners 20">
            <a:extLst>
              <a:ext uri="{FF2B5EF4-FFF2-40B4-BE49-F238E27FC236}">
                <a16:creationId xmlns:a16="http://schemas.microsoft.com/office/drawing/2014/main" id="{899B1CFE-F3AA-521F-0442-73226F5E0511}"/>
              </a:ext>
            </a:extLst>
          </p:cNvPr>
          <p:cNvSpPr/>
          <p:nvPr/>
        </p:nvSpPr>
        <p:spPr>
          <a:xfrm>
            <a:off x="361295" y="174127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6" name="Rectangle: Rounded Corners 3">
            <a:extLst>
              <a:ext uri="{FF2B5EF4-FFF2-40B4-BE49-F238E27FC236}">
                <a16:creationId xmlns:a16="http://schemas.microsoft.com/office/drawing/2014/main" id="{31E6546B-2BFB-E86E-AEE4-C9FE1DC37EB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332F7F1A-4A71-A0BF-8DCC-C88CC34C317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3" name="Rectangle: Rounded Corners 27">
            <a:extLst>
              <a:ext uri="{FF2B5EF4-FFF2-40B4-BE49-F238E27FC236}">
                <a16:creationId xmlns:a16="http://schemas.microsoft.com/office/drawing/2014/main" id="{736357F7-47BA-FB03-6C81-FBB95150D22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20">
            <a:extLst>
              <a:ext uri="{FF2B5EF4-FFF2-40B4-BE49-F238E27FC236}">
                <a16:creationId xmlns:a16="http://schemas.microsoft.com/office/drawing/2014/main" id="{B137C24B-ACFD-3C61-0DA9-63AFB29DBE42}"/>
              </a:ext>
            </a:extLst>
          </p:cNvPr>
          <p:cNvSpPr/>
          <p:nvPr/>
        </p:nvSpPr>
        <p:spPr>
          <a:xfrm>
            <a:off x="351269" y="232746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0" name="Rectangle: Rounded Corners 20">
            <a:extLst>
              <a:ext uri="{FF2B5EF4-FFF2-40B4-BE49-F238E27FC236}">
                <a16:creationId xmlns:a16="http://schemas.microsoft.com/office/drawing/2014/main" id="{F0E43DD6-A80E-33D0-D300-1ABA103B815D}"/>
              </a:ext>
            </a:extLst>
          </p:cNvPr>
          <p:cNvSpPr/>
          <p:nvPr/>
        </p:nvSpPr>
        <p:spPr>
          <a:xfrm>
            <a:off x="361295" y="291827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 name="Rectangle: Rounded Corners 20">
            <a:extLst>
              <a:ext uri="{FF2B5EF4-FFF2-40B4-BE49-F238E27FC236}">
                <a16:creationId xmlns:a16="http://schemas.microsoft.com/office/drawing/2014/main" id="{C4B9E80A-C57F-A708-6ED8-99B9B5B73A9D}"/>
              </a:ext>
            </a:extLst>
          </p:cNvPr>
          <p:cNvSpPr/>
          <p:nvPr/>
        </p:nvSpPr>
        <p:spPr>
          <a:xfrm>
            <a:off x="351269" y="35591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 name="Rectangle: Rounded Corners 20">
            <a:extLst>
              <a:ext uri="{FF2B5EF4-FFF2-40B4-BE49-F238E27FC236}">
                <a16:creationId xmlns:a16="http://schemas.microsoft.com/office/drawing/2014/main" id="{AA3EB9C3-BA41-4FD1-9696-B4D2EB718B9D}"/>
              </a:ext>
            </a:extLst>
          </p:cNvPr>
          <p:cNvSpPr/>
          <p:nvPr/>
        </p:nvSpPr>
        <p:spPr>
          <a:xfrm>
            <a:off x="369122" y="452664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16698086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1CD51-6B7C-CEED-5ACB-3AD0442E5D5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1644D3C-9C06-B33E-EF09-4B807A1E44F9}"/>
              </a:ext>
            </a:extLst>
          </p:cNvPr>
          <p:cNvGraphicFramePr>
            <a:graphicFrameLocks/>
          </p:cNvGraphicFramePr>
          <p:nvPr>
            <p:custDataLst>
              <p:tags r:id="rId1"/>
            </p:custDataLst>
            <p:extLst>
              <p:ext uri="{D42A27DB-BD31-4B8C-83A1-F6EECF244321}">
                <p14:modId xmlns:p14="http://schemas.microsoft.com/office/powerpoint/2010/main" val="37990918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D1644D3C-9C06-B33E-EF09-4B807A1E44F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0BD9A5F-F39D-A7B2-70EF-D6E773664310}"/>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r>
              <a:rPr lang="es-ES"/>
              <a:t/>
            </a:r>
            <a:endParaRPr lang="en-US"/>
          </a:p>
        </p:txBody>
      </p:sp>
      <p:sp>
        <p:nvSpPr>
          <p:cNvPr id="14" name="Rectangle: Rounded Corners 13">
            <a:extLst>
              <a:ext uri="{FF2B5EF4-FFF2-40B4-BE49-F238E27FC236}">
                <a16:creationId xmlns:a16="http://schemas.microsoft.com/office/drawing/2014/main" id="{EAC0B44F-3557-C9E9-408C-BDC381CC1DAA}"/>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CD474B41-70A1-2E99-8930-D1BC10C8A542}"/>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rPr>
              <a:t>Fase A</a:t>
            </a:r>
            <a:endParaRPr lang="es-ES" sz="1400">
              <a:solidFill>
                <a:srgbClr val="EA7600"/>
              </a:solidFill>
              <a:latin typeface="Calibri"/>
            </a:endParaRPr>
          </a:p>
        </p:txBody>
      </p:sp>
      <p:sp>
        <p:nvSpPr>
          <p:cNvPr id="65" name="Rectangle 64">
            <a:extLst>
              <a:ext uri="{FF2B5EF4-FFF2-40B4-BE49-F238E27FC236}">
                <a16:creationId xmlns:a16="http://schemas.microsoft.com/office/drawing/2014/main" id="{D1F37AA9-E2D3-0E71-9F6B-3AC931DA0ECA}"/>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B</a:t>
            </a:r>
          </a:p>
        </p:txBody>
      </p:sp>
      <p:sp>
        <p:nvSpPr>
          <p:cNvPr id="66" name="Rectangle 65">
            <a:extLst>
              <a:ext uri="{FF2B5EF4-FFF2-40B4-BE49-F238E27FC236}">
                <a16:creationId xmlns:a16="http://schemas.microsoft.com/office/drawing/2014/main" id="{8B323A25-E04C-DC64-36C0-F67C6F8EB309}"/>
              </a:ext>
            </a:extLst>
          </p:cNvPr>
          <p:cNvSpPr/>
          <p:nvPr/>
        </p:nvSpPr>
        <p:spPr>
          <a:xfrm>
            <a:off x="5235829"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C</a:t>
            </a:r>
          </a:p>
        </p:txBody>
      </p:sp>
      <p:sp>
        <p:nvSpPr>
          <p:cNvPr id="67" name="Rectangle 66">
            <a:extLst>
              <a:ext uri="{FF2B5EF4-FFF2-40B4-BE49-F238E27FC236}">
                <a16:creationId xmlns:a16="http://schemas.microsoft.com/office/drawing/2014/main" id="{C65E61B6-5CCB-8763-59B0-63AADA0A627E}"/>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D</a:t>
            </a:r>
          </a:p>
        </p:txBody>
      </p:sp>
      <p:sp>
        <p:nvSpPr>
          <p:cNvPr id="68" name="Rectangle 67">
            <a:extLst>
              <a:ext uri="{FF2B5EF4-FFF2-40B4-BE49-F238E27FC236}">
                <a16:creationId xmlns:a16="http://schemas.microsoft.com/office/drawing/2014/main" id="{D8AA15A2-69C4-24D3-A617-D39120ECA057}"/>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E</a:t>
            </a:r>
          </a:p>
        </p:txBody>
      </p:sp>
      <p:sp>
        <p:nvSpPr>
          <p:cNvPr id="125" name="Oval 20">
            <a:extLst>
              <a:ext uri="{FF2B5EF4-FFF2-40B4-BE49-F238E27FC236}">
                <a16:creationId xmlns:a16="http://schemas.microsoft.com/office/drawing/2014/main" id="{35C169FD-BE12-0B98-C3D6-63F38584D740}"/>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12FD853D-3369-B161-346E-0E87B5703D46}"/>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D65E6331-5964-2763-848B-B486EB542E4A}"/>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06C48B31-2A05-8B6F-42C1-CC6A0504C0C2}"/>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1F650687-D682-0AFC-12C1-DFF2C99B0685}"/>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9EDBA01F-DD0C-F1EE-997B-EDD4C83FFCC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9EDBA01F-DD0C-F1EE-997B-EDD4C83FFCC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C8054524-17F1-F3B3-B2C4-561B998F84B3}"/>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C8054524-17F1-F3B3-B2C4-561B998F84B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6FCC3AC2-E707-C8F4-42EC-AF4069254A07}"/>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6FCC3AC2-E707-C8F4-42EC-AF4069254A0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E14B2F3A-5FF3-342F-0E2E-543820C47ACD}"/>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E14B2F3A-5FF3-342F-0E2E-543820C47AC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76" name="Rectangle 73">
            <a:extLst>
              <a:ext uri="{FF2B5EF4-FFF2-40B4-BE49-F238E27FC236}">
                <a16:creationId xmlns:a16="http://schemas.microsoft.com/office/drawing/2014/main" id="{490249B9-0CA7-EB8C-927A-51BA3F110CD7}"/>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77" name="Rectangle 75">
            <a:extLst>
              <a:ext uri="{FF2B5EF4-FFF2-40B4-BE49-F238E27FC236}">
                <a16:creationId xmlns:a16="http://schemas.microsoft.com/office/drawing/2014/main" id="{16B2DAA2-3D9D-836F-219F-204A0E3C3D38}"/>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r>
              <a:rPr lang="es-ES" sz="1100">
                <a:solidFill>
                  <a:prstClr val="white"/>
                </a:solidFill>
              </a:rPr>
              <a:t>[Nombre del subproceso]</a:t>
            </a:r>
          </a:p>
        </p:txBody>
      </p:sp>
      <p:sp>
        <p:nvSpPr>
          <p:cNvPr id="178" name="Rectangle: Rounded Corners 146">
            <a:extLst>
              <a:ext uri="{FF2B5EF4-FFF2-40B4-BE49-F238E27FC236}">
                <a16:creationId xmlns:a16="http://schemas.microsoft.com/office/drawing/2014/main" id="{8D61AE70-EF70-FFA6-A9AE-A095987E0838}"/>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79" name="Rectangle: Rounded Corners 148">
            <a:extLst>
              <a:ext uri="{FF2B5EF4-FFF2-40B4-BE49-F238E27FC236}">
                <a16:creationId xmlns:a16="http://schemas.microsoft.com/office/drawing/2014/main" id="{7ED491D5-657F-EE0F-817B-C1EEA3B22111}"/>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1" name="Rectangle 73">
            <a:extLst>
              <a:ext uri="{FF2B5EF4-FFF2-40B4-BE49-F238E27FC236}">
                <a16:creationId xmlns:a16="http://schemas.microsoft.com/office/drawing/2014/main" id="{6F3FCD1D-C4FE-FDA2-26D6-578D4EB063E6}"/>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82" name="Rectangle: Rounded Corners 148">
            <a:extLst>
              <a:ext uri="{FF2B5EF4-FFF2-40B4-BE49-F238E27FC236}">
                <a16:creationId xmlns:a16="http://schemas.microsoft.com/office/drawing/2014/main" id="{0AAF6190-37D0-9247-6AED-BDFB36D1056C}"/>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3" name="Rectangle 36">
            <a:extLst>
              <a:ext uri="{FF2B5EF4-FFF2-40B4-BE49-F238E27FC236}">
                <a16:creationId xmlns:a16="http://schemas.microsoft.com/office/drawing/2014/main" id="{D605A217-94E7-2596-4391-42B2BA46E90C}"/>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84" name="Rectangle: Rounded Corners 37">
            <a:extLst>
              <a:ext uri="{FF2B5EF4-FFF2-40B4-BE49-F238E27FC236}">
                <a16:creationId xmlns:a16="http://schemas.microsoft.com/office/drawing/2014/main" id="{0AF29598-9868-399B-A954-BB6CADFCBF40}"/>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5" name="Rectangle 38">
            <a:extLst>
              <a:ext uri="{FF2B5EF4-FFF2-40B4-BE49-F238E27FC236}">
                <a16:creationId xmlns:a16="http://schemas.microsoft.com/office/drawing/2014/main" id="{22DAD7F5-12C5-2025-AB68-32684AA8FB03}"/>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86" name="Rectangle: Rounded Corners 39">
            <a:extLst>
              <a:ext uri="{FF2B5EF4-FFF2-40B4-BE49-F238E27FC236}">
                <a16:creationId xmlns:a16="http://schemas.microsoft.com/office/drawing/2014/main" id="{4110602E-05ED-0A9D-9864-E9849ECBC465}"/>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7" name="Rectangle 40">
            <a:extLst>
              <a:ext uri="{FF2B5EF4-FFF2-40B4-BE49-F238E27FC236}">
                <a16:creationId xmlns:a16="http://schemas.microsoft.com/office/drawing/2014/main" id="{BF9EB149-D627-81B9-72A1-544F0527D097}"/>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88" name="Rectangle: Rounded Corners 41">
            <a:extLst>
              <a:ext uri="{FF2B5EF4-FFF2-40B4-BE49-F238E27FC236}">
                <a16:creationId xmlns:a16="http://schemas.microsoft.com/office/drawing/2014/main" id="{CB99F0BE-3096-06FC-8781-4DF18C88590C}"/>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89" name="Rectangle 42">
            <a:extLst>
              <a:ext uri="{FF2B5EF4-FFF2-40B4-BE49-F238E27FC236}">
                <a16:creationId xmlns:a16="http://schemas.microsoft.com/office/drawing/2014/main" id="{CE706D66-F573-AFF2-023D-3D0D7D6E804D}"/>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0" name="Rectangle: Rounded Corners 43">
            <a:extLst>
              <a:ext uri="{FF2B5EF4-FFF2-40B4-BE49-F238E27FC236}">
                <a16:creationId xmlns:a16="http://schemas.microsoft.com/office/drawing/2014/main" id="{13CD8C8A-AF30-55F0-F41B-B3D142651827}"/>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91" name="Rectangle 44">
            <a:extLst>
              <a:ext uri="{FF2B5EF4-FFF2-40B4-BE49-F238E27FC236}">
                <a16:creationId xmlns:a16="http://schemas.microsoft.com/office/drawing/2014/main" id="{2678762D-285A-41D3-9153-DB6357BE8838}"/>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2" name="Rectangle: Rounded Corners 45">
            <a:extLst>
              <a:ext uri="{FF2B5EF4-FFF2-40B4-BE49-F238E27FC236}">
                <a16:creationId xmlns:a16="http://schemas.microsoft.com/office/drawing/2014/main" id="{09E59F4B-AEF4-03E5-D6EA-81D168A22046}"/>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93" name="Rectangle 46">
            <a:extLst>
              <a:ext uri="{FF2B5EF4-FFF2-40B4-BE49-F238E27FC236}">
                <a16:creationId xmlns:a16="http://schemas.microsoft.com/office/drawing/2014/main" id="{70C9BCA8-9320-89E0-BB66-7B11FF14D880}"/>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4" name="Rectangle: Rounded Corners 47">
            <a:extLst>
              <a:ext uri="{FF2B5EF4-FFF2-40B4-BE49-F238E27FC236}">
                <a16:creationId xmlns:a16="http://schemas.microsoft.com/office/drawing/2014/main" id="{CAC576FA-B344-2295-C9CD-2500B0E991D4}"/>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95" name="Rectangle 48">
            <a:extLst>
              <a:ext uri="{FF2B5EF4-FFF2-40B4-BE49-F238E27FC236}">
                <a16:creationId xmlns:a16="http://schemas.microsoft.com/office/drawing/2014/main" id="{947B2E17-A8A7-A07A-90FD-AE580E47B1A4}"/>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6" name="Rectangle: Rounded Corners 49">
            <a:extLst>
              <a:ext uri="{FF2B5EF4-FFF2-40B4-BE49-F238E27FC236}">
                <a16:creationId xmlns:a16="http://schemas.microsoft.com/office/drawing/2014/main" id="{9CA7CB20-DE07-63D7-4523-C5D08F8D7356}"/>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97" name="Rectangle 59">
            <a:extLst>
              <a:ext uri="{FF2B5EF4-FFF2-40B4-BE49-F238E27FC236}">
                <a16:creationId xmlns:a16="http://schemas.microsoft.com/office/drawing/2014/main" id="{79FFFA59-DD3D-69DF-DB8A-3B004E46BC55}"/>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8" name="Rectangle: Rounded Corners 60">
            <a:extLst>
              <a:ext uri="{FF2B5EF4-FFF2-40B4-BE49-F238E27FC236}">
                <a16:creationId xmlns:a16="http://schemas.microsoft.com/office/drawing/2014/main" id="{46961341-A794-84B9-0092-B0FF1C484130}"/>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01" name="Rectangle 38">
            <a:extLst>
              <a:ext uri="{FF2B5EF4-FFF2-40B4-BE49-F238E27FC236}">
                <a16:creationId xmlns:a16="http://schemas.microsoft.com/office/drawing/2014/main" id="{EFFBB620-29AA-8885-6DD0-D7F70AF9BEB8}"/>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202" name="Rectangle: Rounded Corners 39">
            <a:extLst>
              <a:ext uri="{FF2B5EF4-FFF2-40B4-BE49-F238E27FC236}">
                <a16:creationId xmlns:a16="http://schemas.microsoft.com/office/drawing/2014/main" id="{B18A69EB-9610-AFD9-848A-FBD0A13D273B}"/>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209" name="Rectangle 18">
            <a:extLst>
              <a:ext uri="{FF2B5EF4-FFF2-40B4-BE49-F238E27FC236}">
                <a16:creationId xmlns:a16="http://schemas.microsoft.com/office/drawing/2014/main" id="{51635BBE-2AB9-742B-DE18-2467B82EDB47}"/>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0" name="Rectangle: Rounded Corners 19">
            <a:extLst>
              <a:ext uri="{FF2B5EF4-FFF2-40B4-BE49-F238E27FC236}">
                <a16:creationId xmlns:a16="http://schemas.microsoft.com/office/drawing/2014/main" id="{24E67E4B-17BA-A8A5-6364-3F70301E80DC}"/>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1" name="Rectangle 27">
            <a:extLst>
              <a:ext uri="{FF2B5EF4-FFF2-40B4-BE49-F238E27FC236}">
                <a16:creationId xmlns:a16="http://schemas.microsoft.com/office/drawing/2014/main" id="{D6A84757-22CF-E473-8AE5-893840FE5FB6}"/>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2" name="Rectangle: Rounded Corners 29">
            <a:extLst>
              <a:ext uri="{FF2B5EF4-FFF2-40B4-BE49-F238E27FC236}">
                <a16:creationId xmlns:a16="http://schemas.microsoft.com/office/drawing/2014/main" id="{0AAF9063-110F-E538-3934-BAE41F75E538}"/>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3" name="Rectangle 30">
            <a:extLst>
              <a:ext uri="{FF2B5EF4-FFF2-40B4-BE49-F238E27FC236}">
                <a16:creationId xmlns:a16="http://schemas.microsoft.com/office/drawing/2014/main" id="{CE26C3DD-6AEE-B613-688D-B50A621165BB}"/>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4" name="Rectangle: Rounded Corners 31">
            <a:extLst>
              <a:ext uri="{FF2B5EF4-FFF2-40B4-BE49-F238E27FC236}">
                <a16:creationId xmlns:a16="http://schemas.microsoft.com/office/drawing/2014/main" id="{3C10DF0C-5388-EFA9-A087-F7D2C3AEBA6B}"/>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5" name="Rectangle 32">
            <a:extLst>
              <a:ext uri="{FF2B5EF4-FFF2-40B4-BE49-F238E27FC236}">
                <a16:creationId xmlns:a16="http://schemas.microsoft.com/office/drawing/2014/main" id="{B91135F3-E493-24A9-3A25-9EFE68D50553}"/>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6" name="Rectangle: Rounded Corners 33">
            <a:extLst>
              <a:ext uri="{FF2B5EF4-FFF2-40B4-BE49-F238E27FC236}">
                <a16:creationId xmlns:a16="http://schemas.microsoft.com/office/drawing/2014/main" id="{84F2AF1F-43C3-46C2-7601-26ADF4CB7EEF}"/>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9" name="Rectangle 38">
            <a:extLst>
              <a:ext uri="{FF2B5EF4-FFF2-40B4-BE49-F238E27FC236}">
                <a16:creationId xmlns:a16="http://schemas.microsoft.com/office/drawing/2014/main" id="{8D877F7C-B333-234B-ADF9-0E58860F56B5}"/>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220" name="Rectangle: Rounded Corners 39">
            <a:extLst>
              <a:ext uri="{FF2B5EF4-FFF2-40B4-BE49-F238E27FC236}">
                <a16:creationId xmlns:a16="http://schemas.microsoft.com/office/drawing/2014/main" id="{FDC86A98-4925-0606-A613-52618C8493BA}"/>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5" name="Rectangle 71">
            <a:extLst>
              <a:ext uri="{FF2B5EF4-FFF2-40B4-BE49-F238E27FC236}">
                <a16:creationId xmlns:a16="http://schemas.microsoft.com/office/drawing/2014/main" id="{0C4E149C-7109-5232-6854-174834223428}"/>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r>
              <a:rPr lang="es-ES" sz="1100">
                <a:solidFill>
                  <a:prstClr val="white"/>
                </a:solidFill>
                <a:latin typeface="Calibri"/>
              </a:rPr>
              <a:t/>
            </a:r>
          </a:p>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prstClr val="white"/>
                </a:solidFill>
                <a:latin typeface="Calibri"/>
              </a:rPr>
              <a:t>[Nombre del subproceso]</a:t>
            </a: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Rounded Corners 151">
            <a:extLst>
              <a:ext uri="{FF2B5EF4-FFF2-40B4-BE49-F238E27FC236}">
                <a16:creationId xmlns:a16="http://schemas.microsoft.com/office/drawing/2014/main" id="{4A19EFD8-12AE-580E-2D59-CB74AF3D477D}"/>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 name="Rectangle 38">
            <a:extLst>
              <a:ext uri="{FF2B5EF4-FFF2-40B4-BE49-F238E27FC236}">
                <a16:creationId xmlns:a16="http://schemas.microsoft.com/office/drawing/2014/main" id="{53CDBFA4-9E8B-531F-7F73-D009F1E2C1FF}"/>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9" name="Rectangle: Rounded Corners 39">
            <a:extLst>
              <a:ext uri="{FF2B5EF4-FFF2-40B4-BE49-F238E27FC236}">
                <a16:creationId xmlns:a16="http://schemas.microsoft.com/office/drawing/2014/main" id="{77F482D1-2D8F-1B41-727C-35F4B7C4F8D4}"/>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Tree>
    <p:extLst>
      <p:ext uri="{BB962C8B-B14F-4D97-AF65-F5344CB8AC3E}">
        <p14:creationId xmlns:p14="http://schemas.microsoft.com/office/powerpoint/2010/main" val="1929844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589B-43A5-EA6B-83CD-939E202C123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93C65A6-D388-6E7A-E5BD-3FA90AA737EF}"/>
              </a:ext>
            </a:extLst>
          </p:cNvPr>
          <p:cNvGraphicFramePr>
            <a:graphicFrameLocks/>
          </p:cNvGraphicFramePr>
          <p:nvPr>
            <p:custDataLst>
              <p:tags r:id="rId1"/>
            </p:custDataLst>
            <p:extLst>
              <p:ext uri="{D42A27DB-BD31-4B8C-83A1-F6EECF244321}">
                <p14:modId xmlns:p14="http://schemas.microsoft.com/office/powerpoint/2010/main" val="4749232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B93C65A6-D388-6E7A-E5BD-3FA90AA737E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1">
            <a:extLst>
              <a:ext uri="{FF2B5EF4-FFF2-40B4-BE49-F238E27FC236}">
                <a16:creationId xmlns:a16="http://schemas.microsoft.com/office/drawing/2014/main" id="{B71718D6-7B7C-B0B5-4FE0-DF43EC7FFB27}"/>
              </a:ext>
            </a:extLst>
          </p:cNvPr>
          <p:cNvSpPr txBox="1">
            <a:spLocks/>
          </p:cNvSpPr>
          <p:nvPr/>
        </p:nvSpPr>
        <p:spPr>
          <a:xfrm>
            <a:off x="630000" y="622800"/>
            <a:ext cx="10933350"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s-CL">
                <a:solidFill>
                  <a:schemeClr val="tx1"/>
                </a:solidFill>
              </a:rPr>
              <a:t>C. Ficha resumen| Fase C</a:t>
            </a:r>
            <a:r>
              <a:rPr lang="es-CL"/>
              <a:t/>
            </a:r>
          </a:p>
        </p:txBody>
      </p:sp>
      <p:sp>
        <p:nvSpPr>
          <p:cNvPr id="11" name="Rectangle: Rounded Corners 12">
            <a:extLst>
              <a:ext uri="{FF2B5EF4-FFF2-40B4-BE49-F238E27FC236}">
                <a16:creationId xmlns:a16="http://schemas.microsoft.com/office/drawing/2014/main" id="{29A4534F-10B9-753C-A85E-57FFDC080640}"/>
              </a:ext>
            </a:extLst>
          </p:cNvPr>
          <p:cNvSpPr/>
          <p:nvPr/>
        </p:nvSpPr>
        <p:spPr>
          <a:xfrm>
            <a:off x="628650"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2" name="Rectangle: Rounded Corners 13">
            <a:extLst>
              <a:ext uri="{FF2B5EF4-FFF2-40B4-BE49-F238E27FC236}">
                <a16:creationId xmlns:a16="http://schemas.microsoft.com/office/drawing/2014/main" id="{99AF03C9-3E03-FAC0-B1E8-C4E19361B38F}"/>
              </a:ext>
            </a:extLst>
          </p:cNvPr>
          <p:cNvSpPr/>
          <p:nvPr/>
        </p:nvSpPr>
        <p:spPr>
          <a:xfrm>
            <a:off x="6321463"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17" name="Rectangle: Rounded Corners 14">
            <a:extLst>
              <a:ext uri="{FF2B5EF4-FFF2-40B4-BE49-F238E27FC236}">
                <a16:creationId xmlns:a16="http://schemas.microsoft.com/office/drawing/2014/main" id="{38499B25-31C5-FD28-6D93-2BB85CE54A32}"/>
              </a:ext>
            </a:extLst>
          </p:cNvPr>
          <p:cNvSpPr/>
          <p:nvPr/>
        </p:nvSpPr>
        <p:spPr>
          <a:xfrm>
            <a:off x="628650" y="118310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26" name="Rectangle: Rounded Corners 15">
            <a:extLst>
              <a:ext uri="{FF2B5EF4-FFF2-40B4-BE49-F238E27FC236}">
                <a16:creationId xmlns:a16="http://schemas.microsoft.com/office/drawing/2014/main" id="{FEA4275B-37CE-E464-423A-0D4436DD17C4}"/>
              </a:ext>
            </a:extLst>
          </p:cNvPr>
          <p:cNvSpPr/>
          <p:nvPr/>
        </p:nvSpPr>
        <p:spPr>
          <a:xfrm>
            <a:off x="628650" y="1739998"/>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a:t>
            </a:r>
          </a:p>
        </p:txBody>
      </p:sp>
      <p:sp>
        <p:nvSpPr>
          <p:cNvPr id="27" name="Rectangle: Rounded Corners 17">
            <a:extLst>
              <a:ext uri="{FF2B5EF4-FFF2-40B4-BE49-F238E27FC236}">
                <a16:creationId xmlns:a16="http://schemas.microsoft.com/office/drawing/2014/main" id="{3BEFAD03-24ED-852D-F2B2-F52D7A040701}"/>
              </a:ext>
            </a:extLst>
          </p:cNvPr>
          <p:cNvSpPr/>
          <p:nvPr/>
        </p:nvSpPr>
        <p:spPr>
          <a:xfrm>
            <a:off x="628650" y="4464024"/>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Herramientas</a:t>
            </a:r>
          </a:p>
        </p:txBody>
      </p:sp>
      <p:sp>
        <p:nvSpPr>
          <p:cNvPr id="29" name="Rectangle: Rounded Corners 18">
            <a:extLst>
              <a:ext uri="{FF2B5EF4-FFF2-40B4-BE49-F238E27FC236}">
                <a16:creationId xmlns:a16="http://schemas.microsoft.com/office/drawing/2014/main" id="{398D6705-C219-E0C3-E8B2-6C8F2168E413}"/>
              </a:ext>
            </a:extLst>
          </p:cNvPr>
          <p:cNvSpPr/>
          <p:nvPr/>
        </p:nvSpPr>
        <p:spPr>
          <a:xfrm>
            <a:off x="6321464" y="4464024"/>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err="1">
                <a:ln>
                  <a:noFill/>
                </a:ln>
                <a:solidFill>
                  <a:srgbClr val="FFFFFF"/>
                </a:solidFill>
                <a:effectLst/>
                <a:uLnTx/>
                <a:uFillTx/>
                <a:latin typeface="Calibri"/>
                <a:ea typeface="+mn-ea"/>
                <a:cs typeface="+mn-cs"/>
              </a:rPr>
              <a:t>KPIs</a:t>
            </a:r>
            <a:endParaRPr kumimoji="0" lang="es-CL" sz="16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19">
            <a:extLst>
              <a:ext uri="{FF2B5EF4-FFF2-40B4-BE49-F238E27FC236}">
                <a16:creationId xmlns:a16="http://schemas.microsoft.com/office/drawing/2014/main" id="{C873D37F-EC8F-E1DD-8E03-7B329DE87647}"/>
              </a:ext>
            </a:extLst>
          </p:cNvPr>
          <p:cNvSpPr/>
          <p:nvPr/>
        </p:nvSpPr>
        <p:spPr>
          <a:xfrm>
            <a:off x="2622823" y="1183106"/>
            <a:ext cx="8939776" cy="508442"/>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lang="es-CL" sz="1100">
                <a:solidFill>
                  <a:srgbClr val="696158"/>
                </a:solidFill>
                <a:latin typeface="Calibri"/>
              </a:rPr>
              <a:t>[Por completar]</a:t>
            </a:r>
            <a:r>
              <a:rPr kumimoji="0" lang="es-CL" sz="1100" b="0" i="0" u="none" strike="noStrike" kern="1200" cap="none" spc="0" normalizeH="0" baseline="0" noProof="0">
                <a:ln>
                  <a:noFill/>
                </a:ln>
                <a:solidFill>
                  <a:srgbClr val="696158"/>
                </a:solidFill>
                <a:effectLst/>
                <a:uLnTx/>
                <a:uFillTx/>
                <a:latin typeface="Calibri"/>
                <a:ea typeface="+mn-ea"/>
                <a:cs typeface="+mn-cs"/>
              </a:rPr>
              <a:t/>
            </a:r>
            <a:r>
              <a:rPr lang="es-CL" sz="1100">
                <a:solidFill>
                  <a:srgbClr val="696158"/>
                </a:solidFill>
                <a:latin typeface="Calibri"/>
              </a:rPr>
              <a:t/>
            </a:r>
            <a:r>
              <a:rPr kumimoji="0" lang="es-CL" sz="1100" b="0" i="0" u="none" strike="noStrike" kern="1200" cap="none" spc="0" normalizeH="0" baseline="0" noProof="0">
                <a:ln>
                  <a:noFill/>
                </a:ln>
                <a:solidFill>
                  <a:srgbClr val="696158"/>
                </a:solidFill>
                <a:effectLst/>
                <a:uLnTx/>
                <a:uFillTx/>
                <a:latin typeface="Calibri"/>
                <a:ea typeface="+mn-ea"/>
                <a:cs typeface="+mn-cs"/>
              </a:rPr>
              <a:t/>
            </a:r>
            <a:endParaRPr lang="es-CL" sz="1100">
              <a:solidFill>
                <a:srgbClr val="000000"/>
              </a:solidFill>
              <a:latin typeface="Calibri"/>
            </a:endParaRPr>
          </a:p>
        </p:txBody>
      </p:sp>
      <p:sp>
        <p:nvSpPr>
          <p:cNvPr id="31" name="Rectangle 20">
            <a:extLst>
              <a:ext uri="{FF2B5EF4-FFF2-40B4-BE49-F238E27FC236}">
                <a16:creationId xmlns:a16="http://schemas.microsoft.com/office/drawing/2014/main" id="{CC7540ED-DAAC-CB31-E565-D83F145FD6A8}"/>
              </a:ext>
            </a:extLst>
          </p:cNvPr>
          <p:cNvSpPr/>
          <p:nvPr/>
        </p:nvSpPr>
        <p:spPr>
          <a:xfrm>
            <a:off x="2622823" y="1739997"/>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2" name="Rectangle 21">
            <a:extLst>
              <a:ext uri="{FF2B5EF4-FFF2-40B4-BE49-F238E27FC236}">
                <a16:creationId xmlns:a16="http://schemas.microsoft.com/office/drawing/2014/main" id="{8F3220C1-A778-8989-6D85-7B143638B41B}"/>
              </a:ext>
            </a:extLst>
          </p:cNvPr>
          <p:cNvSpPr/>
          <p:nvPr/>
        </p:nvSpPr>
        <p:spPr>
          <a:xfrm>
            <a:off x="628650" y="2742858"/>
            <a:ext cx="5241136" cy="157570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r>
              <a:rPr lang="es-CL" sz="1200">
                <a:solidFill>
                  <a:srgbClr val="696158"/>
                </a:solidFill>
                <a:latin typeface="Calibri"/>
              </a:rPr>
              <a:t/>
            </a: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lang="es-CL" sz="1200">
                <a:solidFill>
                  <a:srgbClr val="696158"/>
                </a:solidFill>
                <a:latin typeface="Calibri"/>
              </a:rPr>
              <a:t>[Por completar]</a:t>
            </a: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3" name="Rectangle 22">
            <a:extLst>
              <a:ext uri="{FF2B5EF4-FFF2-40B4-BE49-F238E27FC236}">
                <a16:creationId xmlns:a16="http://schemas.microsoft.com/office/drawing/2014/main" id="{87AF953B-1C9F-046B-0D76-6A3B5C965766}"/>
              </a:ext>
            </a:extLst>
          </p:cNvPr>
          <p:cNvSpPr/>
          <p:nvPr/>
        </p:nvSpPr>
        <p:spPr>
          <a:xfrm>
            <a:off x="6321463" y="2742858"/>
            <a:ext cx="5241136" cy="157570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endParaRPr lang="es-ES" sz="1200">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[Por completar]</a:t>
            </a:r>
            <a:r>
              <a:rPr lang="es-CL" sz="1200">
                <a:solidFill>
                  <a:srgbClr val="696158"/>
                </a:solidFill>
                <a:latin typeface="Calibri"/>
              </a:rPr>
              <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77825" lvl="1" indent="-251460">
              <a:buClr>
                <a:srgbClr val="EA7600"/>
              </a:buClr>
              <a:buFont typeface="Trebuchet MS" panose="020B0603020202020204" pitchFamily="34" charset="0"/>
              <a:buChar char="•"/>
              <a:defRPr/>
            </a:pPr>
            <a:r>
              <a:rPr lang="es-CL" sz="1200">
                <a:solidFill>
                  <a:srgbClr val="696158"/>
                </a:solidFill>
                <a:latin typeface="Calibri"/>
                <a:ea typeface="Calibri"/>
                <a:cs typeface="Calibri"/>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34" name="Rectangle 23">
            <a:extLst>
              <a:ext uri="{FF2B5EF4-FFF2-40B4-BE49-F238E27FC236}">
                <a16:creationId xmlns:a16="http://schemas.microsoft.com/office/drawing/2014/main" id="{7A257F8D-D350-806E-3911-4FBA77EDF246}"/>
              </a:ext>
            </a:extLst>
          </p:cNvPr>
          <p:cNvSpPr/>
          <p:nvPr/>
        </p:nvSpPr>
        <p:spPr>
          <a:xfrm>
            <a:off x="628650" y="4908937"/>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400" b="0" i="0" u="none" strike="noStrike" kern="1200" cap="none" spc="0" normalizeH="0" baseline="0" noProof="0">
                <a:ln>
                  <a:noFill/>
                </a:ln>
                <a:solidFill>
                  <a:srgbClr val="696158"/>
                </a:solidFill>
                <a:effectLst/>
                <a:uLnTx/>
                <a:uFillTx/>
                <a:latin typeface="Calibri"/>
                <a:ea typeface="+mn-ea"/>
                <a:cs typeface="+mn-cs"/>
                <a:sym typeface="Rosario"/>
              </a:rPr>
              <a:t>[Por completar]</a:t>
            </a:r>
            <a:endParaRPr lang="es-ES">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400" b="0" i="0" u="none" strike="noStrike" kern="1200" cap="none" spc="0" normalizeH="0" baseline="0" noProof="0">
                <a:ln>
                  <a:noFill/>
                </a:ln>
                <a:solidFill>
                  <a:srgbClr val="696158"/>
                </a:solidFill>
                <a:effectLst/>
                <a:uLnTx/>
                <a:uFillTx/>
                <a:latin typeface="Calibri"/>
                <a:ea typeface="+mn-ea"/>
                <a:cs typeface="+mn-cs"/>
                <a:sym typeface="Rosario"/>
              </a:rPr>
              <a:t>[Por completar]</a:t>
            </a:r>
            <a:endParaRPr lang="en-US" sz="14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n-US" sz="1400" b="0" i="0" u="none" strike="noStrike" kern="1200" cap="none" spc="0" normalizeH="0" baseline="0" noProof="0">
                <a:ln>
                  <a:noFill/>
                </a:ln>
                <a:solidFill>
                  <a:srgbClr val="696158"/>
                </a:solidFill>
                <a:effectLst/>
                <a:uLnTx/>
                <a:uFillTx/>
                <a:latin typeface="Calibri"/>
                <a:ea typeface="+mn-ea"/>
                <a:cs typeface="+mn-cs"/>
                <a:sym typeface="Rosario"/>
              </a:rPr>
              <a:t>[Por completar]</a:t>
            </a:r>
            <a:endParaRPr lang="en-US" sz="1400" b="0" i="0" u="none" strike="noStrike" kern="1200" cap="none" spc="0" normalizeH="0" baseline="0" noProof="0">
              <a:ln>
                <a:noFill/>
              </a:ln>
              <a:solidFill>
                <a:srgbClr val="696158"/>
              </a:solidFill>
              <a:effectLst/>
              <a:uLnTx/>
              <a:uFillTx/>
              <a:latin typeface="Calibri"/>
              <a:ea typeface="Calibri"/>
              <a:cs typeface="Calibri"/>
            </a:endParaRPr>
          </a:p>
          <a:p>
            <a:pPr marL="377825" lvl="1" indent="-251460">
              <a:buClr>
                <a:srgbClr val="EA7600"/>
              </a:buClr>
              <a:buFont typeface="Trebuchet MS" panose="020B0603020202020204" pitchFamily="34" charset="0"/>
              <a:buChar char="•"/>
              <a:defRPr/>
            </a:pPr>
            <a:r>
              <a:rPr lang="en-US" sz="1400">
                <a:solidFill>
                  <a:srgbClr val="696158"/>
                </a:solidFill>
                <a:latin typeface="Calibri"/>
                <a:ea typeface="Calibri"/>
                <a:cs typeface="Calibri"/>
              </a:rPr>
              <a:t>[Por completar]</a:t>
            </a:r>
          </a:p>
          <a:p>
            <a:pPr marL="377825" marR="0" lvl="1" indent="-251460" algn="l" defTabSz="914400">
              <a:lnSpc>
                <a:spcPct val="100000"/>
              </a:lnSpc>
              <a:spcBef>
                <a:spcPts val="0"/>
              </a:spcBef>
              <a:spcAft>
                <a:spcPts val="0"/>
              </a:spcAft>
              <a:buClr>
                <a:srgbClr val="EA7600"/>
              </a:buClr>
              <a:buSzTx/>
              <a:buFont typeface="Trebuchet MS" panose="020B0603020202020204" pitchFamily="34" charset="0"/>
              <a:buChar char="•"/>
              <a:tabLst/>
              <a:defRPr/>
            </a:pPr>
            <a:r>
              <a:rPr lang="en-US" sz="1400" err="1">
                <a:solidFill>
                  <a:srgbClr val="696158"/>
                </a:solidFill>
                <a:latin typeface="Calibri"/>
                <a:ea typeface="Calibri"/>
                <a:cs typeface="Calibri"/>
              </a:rPr>
              <a:t>[Por completar]</a:t>
            </a:r>
            <a:endParaRPr lang="en-US" sz="1400" b="0" i="0" u="none" strike="noStrike" kern="1200" cap="none" spc="0" normalizeH="0" baseline="0" noProof="0">
              <a:ln>
                <a:noFill/>
              </a:ln>
              <a:solidFill>
                <a:srgbClr val="696158"/>
              </a:solidFill>
              <a:effectLst/>
              <a:uLnTx/>
              <a:uFillTx/>
              <a:latin typeface="Calibri"/>
              <a:ea typeface="Calibri"/>
              <a:cs typeface="Calibri"/>
            </a:endParaRPr>
          </a:p>
          <a:p>
            <a:pPr marL="377825" lvl="1" indent="-251460">
              <a:buClr>
                <a:srgbClr val="EA7600"/>
              </a:buClr>
              <a:buFont typeface="Trebuchet MS" panose="020B0603020202020204" pitchFamily="34" charset="0"/>
              <a:buChar char="•"/>
              <a:defRPr/>
            </a:pPr>
            <a:endParaRPr lang="en-US" sz="1400">
              <a:solidFill>
                <a:srgbClr val="696158"/>
              </a:solidFill>
              <a:latin typeface="Calibri"/>
              <a:ea typeface="Calibri"/>
              <a:cs typeface="Calibri"/>
            </a:endParaRPr>
          </a:p>
        </p:txBody>
      </p:sp>
      <p:sp>
        <p:nvSpPr>
          <p:cNvPr id="35" name="Rectangle 24">
            <a:extLst>
              <a:ext uri="{FF2B5EF4-FFF2-40B4-BE49-F238E27FC236}">
                <a16:creationId xmlns:a16="http://schemas.microsoft.com/office/drawing/2014/main" id="{095F8A11-D84D-CE5D-62A5-ED3CBD816069}"/>
              </a:ext>
            </a:extLst>
          </p:cNvPr>
          <p:cNvSpPr/>
          <p:nvPr/>
        </p:nvSpPr>
        <p:spPr>
          <a:xfrm>
            <a:off x="6321463" y="4908937"/>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400" b="0" i="0" u="none" strike="noStrike" kern="1200" cap="none" spc="0" normalizeH="0" baseline="0" noProof="0">
                <a:ln>
                  <a:noFill/>
                </a:ln>
                <a:solidFill>
                  <a:srgbClr val="696158"/>
                </a:solidFill>
                <a:effectLst/>
                <a:uLnTx/>
                <a:uFillTx/>
                <a:latin typeface="Calibri"/>
                <a:ea typeface="+mn-ea"/>
                <a:cs typeface="+mn-cs"/>
              </a:rPr>
              <a:t>[Por completar]</a:t>
            </a:r>
            <a:r>
              <a:rPr kumimoji="0" lang="es-CL" sz="1400" b="0" i="0" u="none" strike="noStrike" kern="1200" cap="none" spc="0" normalizeH="0" baseline="0" noProof="0" err="1">
                <a:ln>
                  <a:noFill/>
                </a:ln>
                <a:solidFill>
                  <a:srgbClr val="696158"/>
                </a:solidFill>
                <a:effectLst/>
                <a:uLnTx/>
                <a:uFillTx/>
                <a:latin typeface="Calibri"/>
                <a:ea typeface="+mn-ea"/>
                <a:cs typeface="+mn-cs"/>
              </a:rPr>
              <a:t/>
            </a:r>
            <a:r>
              <a:rPr kumimoji="0" lang="es-CL" sz="1400" b="0" i="0" u="none" strike="noStrike" kern="1200" cap="none" spc="0" normalizeH="0" baseline="0" noProof="0">
                <a:ln>
                  <a:noFill/>
                </a:ln>
                <a:solidFill>
                  <a:srgbClr val="696158"/>
                </a:solidFill>
                <a:effectLst/>
                <a:uLnTx/>
                <a:uFillTx/>
                <a:latin typeface="Calibri"/>
                <a:ea typeface="+mn-ea"/>
                <a:cs typeface="+mn-cs"/>
              </a:rPr>
              <a:t/>
            </a:r>
            <a:r>
              <a:rPr kumimoji="0" lang="es-CL" sz="1400" b="0" i="0" u="none" strike="noStrike" kern="1200" cap="none" spc="0" normalizeH="0" baseline="0" noProof="0" err="1">
                <a:ln>
                  <a:noFill/>
                </a:ln>
                <a:solidFill>
                  <a:srgbClr val="696158"/>
                </a:solidFill>
                <a:effectLst/>
                <a:uLnTx/>
                <a:uFillTx/>
                <a:latin typeface="Calibri"/>
                <a:ea typeface="+mn-ea"/>
                <a:cs typeface="+mn-cs"/>
              </a:rPr>
              <a:t/>
            </a:r>
            <a:r>
              <a:rPr kumimoji="0" lang="es-CL" sz="1400" b="0" i="0" u="none" strike="noStrike" kern="1200" cap="none" spc="0" normalizeH="0" baseline="0" noProof="0">
                <a:ln>
                  <a:noFill/>
                </a:ln>
                <a:solidFill>
                  <a:srgbClr val="696158"/>
                </a:solidFill>
                <a:effectLst/>
                <a:uLnTx/>
                <a:uFillTx/>
                <a:latin typeface="Calibri"/>
                <a:ea typeface="+mn-ea"/>
                <a:cs typeface="+mn-cs"/>
              </a:rPr>
              <a:t/>
            </a: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400" b="0" i="0" u="none" strike="noStrike" kern="1200" cap="none" spc="0" normalizeH="0" baseline="0" noProof="0">
                <a:ln>
                  <a:noFill/>
                </a:ln>
                <a:solidFill>
                  <a:srgbClr val="696158"/>
                </a:solidFill>
                <a:effectLst/>
                <a:uLnTx/>
                <a:uFillTx/>
                <a:latin typeface="Calibri"/>
                <a:ea typeface="+mn-ea"/>
                <a:cs typeface="+mn-cs"/>
              </a:rPr>
              <a:t>[Por completar]</a:t>
            </a:r>
            <a:endParaRPr lang="es-CL" sz="14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buClr>
                <a:srgbClr val="EA7600"/>
              </a:buClr>
              <a:buFont typeface="Trebuchet MS" panose="020B0603020202020204" pitchFamily="34" charset="0"/>
              <a:buChar char="•"/>
              <a:defRPr/>
            </a:pPr>
            <a:r>
              <a:rPr lang="es-CL" sz="1400">
                <a:solidFill>
                  <a:srgbClr val="696158"/>
                </a:solidFill>
                <a:latin typeface="Calibri"/>
                <a:ea typeface="Calibri"/>
                <a:cs typeface="Calibri"/>
              </a:rPr>
              <a:t>[Por completar]</a:t>
            </a:r>
          </a:p>
          <a:p>
            <a:pPr marL="323850" marR="0" lvl="1" indent="-215900" algn="l" defTabSz="914400">
              <a:lnSpc>
                <a:spcPct val="100000"/>
              </a:lnSpc>
              <a:spcBef>
                <a:spcPts val="0"/>
              </a:spcBef>
              <a:spcAft>
                <a:spcPts val="0"/>
              </a:spcAft>
              <a:buClr>
                <a:srgbClr val="EA7600"/>
              </a:buClr>
              <a:buSzTx/>
              <a:buFont typeface="Trebuchet MS" panose="020B0603020202020204" pitchFamily="34" charset="0"/>
              <a:buChar char="•"/>
              <a:tabLst/>
              <a:defRPr/>
            </a:pPr>
            <a:r>
              <a:rPr lang="es-CL" sz="1400">
                <a:solidFill>
                  <a:srgbClr val="696158"/>
                </a:solidFill>
                <a:latin typeface="Calibri"/>
                <a:ea typeface="Calibri"/>
                <a:cs typeface="Calibri"/>
              </a:rPr>
              <a:t>[Por completar]</a:t>
            </a:r>
            <a:endParaRPr lang="es-CL" sz="14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4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buClr>
                <a:srgbClr val="EA7600"/>
              </a:buClr>
              <a:buFont typeface="Trebuchet MS" panose="020B0603020202020204" pitchFamily="34" charset="0"/>
              <a:buChar char="•"/>
              <a:defRPr/>
            </a:pPr>
            <a:endParaRPr lang="es-CL" sz="1400">
              <a:solidFill>
                <a:srgbClr val="696158"/>
              </a:solidFill>
              <a:latin typeface="Calibri"/>
              <a:ea typeface="Calibri"/>
              <a:cs typeface="Calibri"/>
            </a:endParaRPr>
          </a:p>
        </p:txBody>
      </p:sp>
      <p:sp>
        <p:nvSpPr>
          <p:cNvPr id="36" name="Rectangle: Rounded Corners 3">
            <a:extLst>
              <a:ext uri="{FF2B5EF4-FFF2-40B4-BE49-F238E27FC236}">
                <a16:creationId xmlns:a16="http://schemas.microsoft.com/office/drawing/2014/main" id="{86D27CB4-20E1-4B96-5B3E-7EE8AFF93B2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38" name="Rectangle: Rounded Corners 36">
            <a:extLst>
              <a:ext uri="{FF2B5EF4-FFF2-40B4-BE49-F238E27FC236}">
                <a16:creationId xmlns:a16="http://schemas.microsoft.com/office/drawing/2014/main" id="{9C376CF3-6B3B-AAD2-911D-9BADD3DD869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Tree>
    <p:extLst>
      <p:ext uri="{BB962C8B-B14F-4D97-AF65-F5344CB8AC3E}">
        <p14:creationId xmlns:p14="http://schemas.microsoft.com/office/powerpoint/2010/main" val="7446615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30CE8-F186-C178-59BB-874730B5EE4B}"/>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70B362A-E49A-A992-05ED-9BA977A995AC}"/>
              </a:ext>
            </a:extLst>
          </p:cNvPr>
          <p:cNvGraphicFramePr>
            <a:graphicFrameLocks/>
          </p:cNvGraphicFramePr>
          <p:nvPr>
            <p:custDataLst>
              <p:tags r:id="rId1"/>
            </p:custDataLst>
            <p:extLst>
              <p:ext uri="{D42A27DB-BD31-4B8C-83A1-F6EECF244321}">
                <p14:modId xmlns:p14="http://schemas.microsoft.com/office/powerpoint/2010/main" val="3038852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1" imgW="404" imgH="405" progId="TCLayout.ActiveDocument.1">
                  <p:embed/>
                </p:oleObj>
              </mc:Choice>
              <mc:Fallback>
                <p:oleObj name="Diapositiva de think-cell" r:id="rId11" imgW="404" imgH="405" progId="TCLayout.ActiveDocument.1">
                  <p:embed/>
                  <p:pic>
                    <p:nvPicPr>
                      <p:cNvPr id="8" name="think-cell data - do not delete" hidden="1">
                        <a:extLst>
                          <a:ext uri="{FF2B5EF4-FFF2-40B4-BE49-F238E27FC236}">
                            <a16:creationId xmlns:a16="http://schemas.microsoft.com/office/drawing/2014/main" id="{B70B362A-E49A-A992-05ED-9BA977A995AC}"/>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7" name="ee4pHeader2">
            <a:extLst>
              <a:ext uri="{FF2B5EF4-FFF2-40B4-BE49-F238E27FC236}">
                <a16:creationId xmlns:a16="http://schemas.microsoft.com/office/drawing/2014/main" id="{1367F972-B71B-BA3B-07AB-42D6FBB27BEC}"/>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61" name="ee4pHeader1">
            <a:extLst>
              <a:ext uri="{FF2B5EF4-FFF2-40B4-BE49-F238E27FC236}">
                <a16:creationId xmlns:a16="http://schemas.microsoft.com/office/drawing/2014/main" id="{5DC47AE4-439B-501A-D9DF-721C9DD9FCBE}"/>
              </a:ext>
            </a:extLst>
          </p:cNvPr>
          <p:cNvSpPr>
            <a:spLocks noChangeArrowheads="1"/>
          </p:cNvSpPr>
          <p:nvPr>
            <p:custDataLst>
              <p:tags r:id="rId3"/>
            </p:custDataLst>
          </p:nvPr>
        </p:nvSpPr>
        <p:spPr bwMode="gray">
          <a:xfrm>
            <a:off x="489097" y="1557338"/>
            <a:ext cx="4244577"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64" name="Title 1">
            <a:extLst>
              <a:ext uri="{FF2B5EF4-FFF2-40B4-BE49-F238E27FC236}">
                <a16:creationId xmlns:a16="http://schemas.microsoft.com/office/drawing/2014/main" id="{272D19E5-5CF8-8068-D6FC-A0833A169273}"/>
              </a:ext>
            </a:extLst>
          </p:cNvPr>
          <p:cNvSpPr>
            <a:spLocks noGrp="1"/>
          </p:cNvSpPr>
          <p:nvPr>
            <p:ph type="title"/>
          </p:nvPr>
        </p:nvSpPr>
        <p:spPr>
          <a:xfrm>
            <a:off x="630000" y="622800"/>
            <a:ext cx="10933350" cy="332399"/>
          </a:xfrm>
        </p:spPr>
        <p:txBody>
          <a:bodyPr vert="horz"/>
          <a:lstStyle/>
          <a:p>
            <a:r>
              <a:rPr lang="es-CL">
                <a:solidFill>
                  <a:schemeClr val="tx1"/>
                </a:solidFill>
              </a:rPr>
              <a:t>C. SIPOC| Fase C</a:t>
            </a:r>
            <a:r>
              <a:rPr lang="es-CL" sz="2400">
                <a:solidFill>
                  <a:schemeClr val="tx1"/>
                </a:solidFill>
              </a:rPr>
              <a:t/>
            </a:r>
            <a:r>
              <a:rPr lang="es-CL" sz="2400"/>
              <a:t/>
            </a:r>
            <a:endParaRPr lang="es-CL"/>
          </a:p>
        </p:txBody>
      </p:sp>
      <p:graphicFrame>
        <p:nvGraphicFramePr>
          <p:cNvPr id="65" name="Table 26">
            <a:extLst>
              <a:ext uri="{FF2B5EF4-FFF2-40B4-BE49-F238E27FC236}">
                <a16:creationId xmlns:a16="http://schemas.microsoft.com/office/drawing/2014/main" id="{397E491F-BAF2-713E-A9F2-AC60D5AB6984}"/>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66" name="ee4pHeader1">
            <a:extLst>
              <a:ext uri="{FF2B5EF4-FFF2-40B4-BE49-F238E27FC236}">
                <a16:creationId xmlns:a16="http://schemas.microsoft.com/office/drawing/2014/main" id="{35A231E2-C41B-4B07-9617-476EF812F63B}"/>
              </a:ext>
            </a:extLst>
          </p:cNvPr>
          <p:cNvSpPr>
            <a:spLocks noChangeArrowheads="1"/>
          </p:cNvSpPr>
          <p:nvPr>
            <p:custDataLst>
              <p:tags r:id="rId4"/>
            </p:custDataLst>
          </p:nvPr>
        </p:nvSpPr>
        <p:spPr bwMode="gray">
          <a:xfrm>
            <a:off x="5022045" y="2073148"/>
            <a:ext cx="2323281"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67" name="Oval 20">
            <a:extLst>
              <a:ext uri="{FF2B5EF4-FFF2-40B4-BE49-F238E27FC236}">
                <a16:creationId xmlns:a16="http://schemas.microsoft.com/office/drawing/2014/main" id="{CCE0A6B7-97D9-6B98-CFB3-257566D89EDF}"/>
              </a:ext>
            </a:extLst>
          </p:cNvPr>
          <p:cNvSpPr>
            <a:spLocks noChangeAspect="1" noChangeArrowheads="1"/>
          </p:cNvSpPr>
          <p:nvPr/>
        </p:nvSpPr>
        <p:spPr bwMode="auto">
          <a:xfrm>
            <a:off x="4815640"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68" name="Rectangle 68">
            <a:extLst>
              <a:ext uri="{FF2B5EF4-FFF2-40B4-BE49-F238E27FC236}">
                <a16:creationId xmlns:a16="http://schemas.microsoft.com/office/drawing/2014/main" id="{7715EFB9-87CE-26B3-E52E-39BD1B609067}"/>
              </a:ext>
            </a:extLst>
          </p:cNvPr>
          <p:cNvSpPr/>
          <p:nvPr/>
        </p:nvSpPr>
        <p:spPr>
          <a:xfrm>
            <a:off x="629999" y="5587126"/>
            <a:ext cx="10942025" cy="791489"/>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cxnSp>
        <p:nvCxnSpPr>
          <p:cNvPr id="70" name="Straight Connector 10">
            <a:extLst>
              <a:ext uri="{FF2B5EF4-FFF2-40B4-BE49-F238E27FC236}">
                <a16:creationId xmlns:a16="http://schemas.microsoft.com/office/drawing/2014/main" id="{C75565C3-2CCF-BA26-47DD-3920A3490A47}"/>
              </a:ext>
            </a:extLst>
          </p:cNvPr>
          <p:cNvCxnSpPr>
            <a:cxnSpLocks/>
          </p:cNvCxnSpPr>
          <p:nvPr/>
        </p:nvCxnSpPr>
        <p:spPr>
          <a:xfrm>
            <a:off x="4257045" y="2059949"/>
            <a:ext cx="0" cy="2613133"/>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11">
            <a:extLst>
              <a:ext uri="{FF2B5EF4-FFF2-40B4-BE49-F238E27FC236}">
                <a16:creationId xmlns:a16="http://schemas.microsoft.com/office/drawing/2014/main" id="{5F53FFAB-256A-FB08-91AE-C895E40AFE74}"/>
              </a:ext>
            </a:extLst>
          </p:cNvPr>
          <p:cNvCxnSpPr>
            <a:cxnSpLocks/>
          </p:cNvCxnSpPr>
          <p:nvPr/>
        </p:nvCxnSpPr>
        <p:spPr>
          <a:xfrm>
            <a:off x="4257045" y="2295324"/>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ee4pHeader2">
            <a:extLst>
              <a:ext uri="{FF2B5EF4-FFF2-40B4-BE49-F238E27FC236}">
                <a16:creationId xmlns:a16="http://schemas.microsoft.com/office/drawing/2014/main" id="{C545E6A9-8E97-0D68-DF63-2D18749F8A57}"/>
              </a:ext>
            </a:extLst>
          </p:cNvPr>
          <p:cNvSpPr>
            <a:spLocks noChangeArrowheads="1"/>
          </p:cNvSpPr>
          <p:nvPr>
            <p:custDataLst>
              <p:tags r:id="rId5"/>
            </p:custDataLst>
          </p:nvPr>
        </p:nvSpPr>
        <p:spPr bwMode="gray">
          <a:xfrm>
            <a:off x="9228656" y="630028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73" name="ee4pContent5">
            <a:extLst>
              <a:ext uri="{FF2B5EF4-FFF2-40B4-BE49-F238E27FC236}">
                <a16:creationId xmlns:a16="http://schemas.microsoft.com/office/drawing/2014/main" id="{8AB0B3BC-953A-3F8D-4082-56CF32AD2592}"/>
              </a:ext>
            </a:extLst>
          </p:cNvPr>
          <p:cNvSpPr txBox="1"/>
          <p:nvPr/>
        </p:nvSpPr>
        <p:spPr>
          <a:xfrm>
            <a:off x="9516560" y="626495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74" name="ee4pHeader2">
            <a:extLst>
              <a:ext uri="{FF2B5EF4-FFF2-40B4-BE49-F238E27FC236}">
                <a16:creationId xmlns:a16="http://schemas.microsoft.com/office/drawing/2014/main" id="{05F2308A-626D-C224-34FF-73DDD94A64A0}"/>
              </a:ext>
            </a:extLst>
          </p:cNvPr>
          <p:cNvSpPr>
            <a:spLocks noChangeArrowheads="1"/>
          </p:cNvSpPr>
          <p:nvPr>
            <p:custDataLst>
              <p:tags r:id="rId6"/>
            </p:custDataLst>
          </p:nvPr>
        </p:nvSpPr>
        <p:spPr bwMode="gray">
          <a:xfrm>
            <a:off x="10352320" y="630028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75" name="ee4pContent5">
            <a:extLst>
              <a:ext uri="{FF2B5EF4-FFF2-40B4-BE49-F238E27FC236}">
                <a16:creationId xmlns:a16="http://schemas.microsoft.com/office/drawing/2014/main" id="{9D0ABF1A-5020-8632-81AE-9E8EE411897C}"/>
              </a:ext>
            </a:extLst>
          </p:cNvPr>
          <p:cNvSpPr txBox="1"/>
          <p:nvPr/>
        </p:nvSpPr>
        <p:spPr>
          <a:xfrm>
            <a:off x="10640224" y="626495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76" name="Table 17">
            <a:extLst>
              <a:ext uri="{FF2B5EF4-FFF2-40B4-BE49-F238E27FC236}">
                <a16:creationId xmlns:a16="http://schemas.microsoft.com/office/drawing/2014/main" id="{D21AD925-97AC-6442-CA09-6D81A96715EA}"/>
              </a:ext>
            </a:extLst>
          </p:cNvPr>
          <p:cNvGraphicFramePr>
            <a:graphicFrameLocks noGrp="1"/>
          </p:cNvGraphicFramePr>
          <p:nvPr>
            <p:extLst>
              <p:ext uri="{D42A27DB-BD31-4B8C-83A1-F6EECF244321}">
                <p14:modId xmlns:p14="http://schemas.microsoft.com/office/powerpoint/2010/main" val="1823117699"/>
              </p:ext>
            </p:extLst>
          </p:nvPr>
        </p:nvGraphicFramePr>
        <p:xfrm>
          <a:off x="7818483" y="1500078"/>
          <a:ext cx="3754390" cy="3360176"/>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5">
                  <a:extLst>
                    <a:ext uri="{9D8B030D-6E8A-4147-A177-3AD203B41FA5}">
                      <a16:colId xmlns:a16="http://schemas.microsoft.com/office/drawing/2014/main" val="382253565"/>
                    </a:ext>
                  </a:extLst>
                </a:gridCol>
                <a:gridCol w="1251776">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76836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40184875"/>
                  </a:ext>
                </a:extLst>
              </a:tr>
              <a:tr h="74022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205043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32777692"/>
                  </a:ext>
                </a:extLst>
              </a:tr>
            </a:tbl>
          </a:graphicData>
        </a:graphic>
      </p:graphicFrame>
      <p:cxnSp>
        <p:nvCxnSpPr>
          <p:cNvPr id="79" name="Straight Connector 18">
            <a:extLst>
              <a:ext uri="{FF2B5EF4-FFF2-40B4-BE49-F238E27FC236}">
                <a16:creationId xmlns:a16="http://schemas.microsoft.com/office/drawing/2014/main" id="{0C00434A-2A3E-FBF2-C801-90A261D2513F}"/>
              </a:ext>
            </a:extLst>
          </p:cNvPr>
          <p:cNvCxnSpPr>
            <a:cxnSpLocks/>
          </p:cNvCxnSpPr>
          <p:nvPr/>
        </p:nvCxnSpPr>
        <p:spPr>
          <a:xfrm>
            <a:off x="7813629" y="2109788"/>
            <a:ext cx="0" cy="2700000"/>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5">
            <a:extLst>
              <a:ext uri="{FF2B5EF4-FFF2-40B4-BE49-F238E27FC236}">
                <a16:creationId xmlns:a16="http://schemas.microsoft.com/office/drawing/2014/main" id="{768A3D1A-1C66-E842-65A3-EB3559CEBE7B}"/>
              </a:ext>
            </a:extLst>
          </p:cNvPr>
          <p:cNvCxnSpPr>
            <a:cxnSpLocks/>
          </p:cNvCxnSpPr>
          <p:nvPr/>
        </p:nvCxnSpPr>
        <p:spPr>
          <a:xfrm>
            <a:off x="7412174" y="2236699"/>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Rectangle: Rounded Corners 3">
            <a:extLst>
              <a:ext uri="{FF2B5EF4-FFF2-40B4-BE49-F238E27FC236}">
                <a16:creationId xmlns:a16="http://schemas.microsoft.com/office/drawing/2014/main" id="{FB38F18E-6CFA-94EC-A5F9-1CF29AF5BE24}"/>
              </a:ext>
            </a:extLst>
          </p:cNvPr>
          <p:cNvSpPr/>
          <p:nvPr/>
        </p:nvSpPr>
        <p:spPr>
          <a:xfrm>
            <a:off x="630201" y="1044623"/>
            <a:ext cx="720000" cy="3323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82" name="Rectangle 6">
            <a:extLst>
              <a:ext uri="{FF2B5EF4-FFF2-40B4-BE49-F238E27FC236}">
                <a16:creationId xmlns:a16="http://schemas.microsoft.com/office/drawing/2014/main" id="{E51BBF2F-E279-1E9F-EB4A-7B30D52C89CE}"/>
              </a:ext>
            </a:extLst>
          </p:cNvPr>
          <p:cNvSpPr/>
          <p:nvPr/>
        </p:nvSpPr>
        <p:spPr>
          <a:xfrm>
            <a:off x="1350201" y="1007209"/>
            <a:ext cx="10224000" cy="446254"/>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lang="es-CL" sz="1100">
                <a:solidFill>
                  <a:srgbClr val="696158"/>
                </a:solidFill>
                <a:latin typeface="Calibri"/>
              </a:rPr>
              <a:t>[Por completar]</a:t>
            </a:r>
            <a:r>
              <a:rPr kumimoji="0" lang="es-CL" sz="1100" b="0" i="0" u="none" strike="noStrike" kern="1200" cap="none" spc="0" normalizeH="0" baseline="0" noProof="0">
                <a:ln>
                  <a:noFill/>
                </a:ln>
                <a:solidFill>
                  <a:srgbClr val="696158"/>
                </a:solidFill>
                <a:effectLst/>
                <a:uLnTx/>
                <a:uFillTx/>
                <a:latin typeface="Calibri"/>
                <a:ea typeface="+mn-ea"/>
                <a:cs typeface="+mn-cs"/>
              </a:rPr>
              <a:t/>
            </a:r>
            <a:r>
              <a:rPr lang="es-CL" sz="1100">
                <a:solidFill>
                  <a:srgbClr val="696158"/>
                </a:solidFill>
                <a:latin typeface="Calibri"/>
              </a:rPr>
              <a:t/>
            </a:r>
            <a:r>
              <a:rPr kumimoji="0" lang="es-CL" sz="1100" b="0" i="0" u="none" strike="noStrike" kern="1200" cap="none" spc="0" normalizeH="0" baseline="0" noProof="0">
                <a:ln>
                  <a:noFill/>
                </a:ln>
                <a:solidFill>
                  <a:srgbClr val="696158"/>
                </a:solidFill>
                <a:effectLst/>
                <a:uLnTx/>
                <a:uFillTx/>
                <a:latin typeface="Calibri"/>
                <a:ea typeface="+mn-ea"/>
                <a:cs typeface="+mn-cs"/>
              </a:rPr>
              <a:t/>
            </a:r>
          </a:p>
        </p:txBody>
      </p:sp>
      <p:graphicFrame>
        <p:nvGraphicFramePr>
          <p:cNvPr id="83" name="Table 29">
            <a:extLst>
              <a:ext uri="{FF2B5EF4-FFF2-40B4-BE49-F238E27FC236}">
                <a16:creationId xmlns:a16="http://schemas.microsoft.com/office/drawing/2014/main" id="{3048C75D-3E73-79B1-8292-BC433B82C641}"/>
              </a:ext>
            </a:extLst>
          </p:cNvPr>
          <p:cNvGraphicFramePr>
            <a:graphicFrameLocks noGrp="1"/>
          </p:cNvGraphicFramePr>
          <p:nvPr>
            <p:extLst>
              <p:ext uri="{D42A27DB-BD31-4B8C-83A1-F6EECF244321}">
                <p14:modId xmlns:p14="http://schemas.microsoft.com/office/powerpoint/2010/main" val="1952171036"/>
              </p:ext>
            </p:extLst>
          </p:nvPr>
        </p:nvGraphicFramePr>
        <p:xfrm>
          <a:off x="771524" y="5836809"/>
          <a:ext cx="2922125" cy="50292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gridCol w="1371082">
                  <a:extLst>
                    <a:ext uri="{9D8B030D-6E8A-4147-A177-3AD203B41FA5}">
                      <a16:colId xmlns:a16="http://schemas.microsoft.com/office/drawing/2014/main" val="3533118618"/>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chemeClr val="tx1"/>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chemeClr val="tx1"/>
                          </a:solidFill>
                        </a:rPr>
                      </a:br>
                      <a:r>
                        <a:rPr lang="es-CL" sz="1100">
                          <a:solidFill>
                            <a:schemeClr val="tx1"/>
                          </a:solidFill>
                        </a:rPr>
                        <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84" name="Rectangle: Rounded Corners 3">
            <a:extLst>
              <a:ext uri="{FF2B5EF4-FFF2-40B4-BE49-F238E27FC236}">
                <a16:creationId xmlns:a16="http://schemas.microsoft.com/office/drawing/2014/main" id="{D4B5184E-028B-92BC-A10D-EC24FF368291}"/>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85" name="ee4pHeader1">
            <a:extLst>
              <a:ext uri="{FF2B5EF4-FFF2-40B4-BE49-F238E27FC236}">
                <a16:creationId xmlns:a16="http://schemas.microsoft.com/office/drawing/2014/main" id="{44F05135-133C-827C-9F2E-0B0BD13E8FA8}"/>
              </a:ext>
            </a:extLst>
          </p:cNvPr>
          <p:cNvSpPr>
            <a:spLocks noChangeArrowheads="1"/>
          </p:cNvSpPr>
          <p:nvPr>
            <p:custDataLst>
              <p:tags r:id="rId7"/>
            </p:custDataLst>
          </p:nvPr>
        </p:nvSpPr>
        <p:spPr bwMode="gray">
          <a:xfrm>
            <a:off x="5022045" y="2517563"/>
            <a:ext cx="2323281" cy="388669"/>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endParaRPr lang="es-ES" sz="1100" b="0" i="0" u="none" strike="noStrike" kern="1200" cap="none" spc="0" normalizeH="0" baseline="0" noProof="0">
              <a:ln>
                <a:noFill/>
              </a:ln>
              <a:solidFill>
                <a:srgbClr val="696158"/>
              </a:solidFill>
              <a:effectLst/>
              <a:uLnTx/>
              <a:uFillTx/>
              <a:latin typeface="Calibri"/>
              <a:ea typeface="Calibri"/>
              <a:cs typeface="Calibri"/>
            </a:endParaRPr>
          </a:p>
        </p:txBody>
      </p:sp>
      <p:sp>
        <p:nvSpPr>
          <p:cNvPr id="86" name="Oval 20">
            <a:extLst>
              <a:ext uri="{FF2B5EF4-FFF2-40B4-BE49-F238E27FC236}">
                <a16:creationId xmlns:a16="http://schemas.microsoft.com/office/drawing/2014/main" id="{6E772568-B766-C9B8-F725-DAF9306B0482}"/>
              </a:ext>
            </a:extLst>
          </p:cNvPr>
          <p:cNvSpPr>
            <a:spLocks noChangeAspect="1" noChangeArrowheads="1"/>
          </p:cNvSpPr>
          <p:nvPr/>
        </p:nvSpPr>
        <p:spPr bwMode="auto">
          <a:xfrm>
            <a:off x="4815640" y="239379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87" name="Rectangle: Rounded Corners 36">
            <a:extLst>
              <a:ext uri="{FF2B5EF4-FFF2-40B4-BE49-F238E27FC236}">
                <a16:creationId xmlns:a16="http://schemas.microsoft.com/office/drawing/2014/main" id="{4F515448-9588-16BE-B62C-ED9E6A95068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graphicFrame>
        <p:nvGraphicFramePr>
          <p:cNvPr id="88" name="Table 17">
            <a:extLst>
              <a:ext uri="{FF2B5EF4-FFF2-40B4-BE49-F238E27FC236}">
                <a16:creationId xmlns:a16="http://schemas.microsoft.com/office/drawing/2014/main" id="{6DBD8A2C-AB94-BE74-EB47-49780FFE910E}"/>
              </a:ext>
            </a:extLst>
          </p:cNvPr>
          <p:cNvGraphicFramePr>
            <a:graphicFrameLocks noGrp="1"/>
          </p:cNvGraphicFramePr>
          <p:nvPr>
            <p:extLst>
              <p:ext uri="{D42A27DB-BD31-4B8C-83A1-F6EECF244321}">
                <p14:modId xmlns:p14="http://schemas.microsoft.com/office/powerpoint/2010/main" val="1542672281"/>
              </p:ext>
            </p:extLst>
          </p:nvPr>
        </p:nvGraphicFramePr>
        <p:xfrm>
          <a:off x="522100" y="1486915"/>
          <a:ext cx="3754389" cy="2634479"/>
        </p:xfrm>
        <a:graphic>
          <a:graphicData uri="http://schemas.openxmlformats.org/drawingml/2006/table">
            <a:tbl>
              <a:tblPr>
                <a:tableStyleId>{2D5ABB26-0587-4C30-8999-92F81FD0307C}</a:tableStyleId>
              </a:tblPr>
              <a:tblGrid>
                <a:gridCol w="1593027">
                  <a:extLst>
                    <a:ext uri="{9D8B030D-6E8A-4147-A177-3AD203B41FA5}">
                      <a16:colId xmlns:a16="http://schemas.microsoft.com/office/drawing/2014/main" val="216396786"/>
                    </a:ext>
                  </a:extLst>
                </a:gridCol>
                <a:gridCol w="266123">
                  <a:extLst>
                    <a:ext uri="{9D8B030D-6E8A-4147-A177-3AD203B41FA5}">
                      <a16:colId xmlns:a16="http://schemas.microsoft.com/office/drawing/2014/main" val="382253565"/>
                    </a:ext>
                  </a:extLst>
                </a:gridCol>
                <a:gridCol w="1895239">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314249">
                <a:tc rowSpan="3">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a:solidFill>
                        <a:srgbClr val="9A9A9A"/>
                      </a:solidFill>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200" b="0" i="0" u="none" strike="noStrike" noProof="0">
                          <a:solidFill>
                            <a:schemeClr val="tx1"/>
                          </a:solidFill>
                          <a:effectLst/>
                          <a:latin typeface="Calibri"/>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534225172"/>
                  </a:ext>
                </a:extLst>
              </a:tr>
              <a:tr h="314249">
                <a:tc vMerge="1">
                  <a:txBody>
                    <a:bodyPr/>
                    <a:lstStyle/>
                    <a:p>
                      <a:pPr defTabSz="914400">
                        <a:tabLst/>
                      </a:pPr>
                      <a:endParaRPr lang="es-E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39135430"/>
                  </a:ext>
                </a:extLst>
              </a:tr>
              <a:tr h="323348">
                <a:tc vMerge="1">
                  <a:txBody>
                    <a:bodyPr/>
                    <a:lstStyle/>
                    <a:p>
                      <a:pPr defTabSz="914400">
                        <a:tabLst/>
                        <a:defRPr/>
                      </a:pPr>
                      <a:endParaRPr lang="es-E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None/>
                      </a:pPr>
                      <a:r>
                        <a:rPr lang="es-CL" sz="1200" b="0" i="0" u="none" strike="noStrike" noProof="0">
                          <a:solidFill>
                            <a:schemeClr val="tx1"/>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28037214"/>
                  </a:ext>
                </a:extLst>
              </a:tr>
              <a:tr h="353567">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0" i="0" u="none" strike="noStrike" kern="1200" noProof="0">
                          <a:solidFill>
                            <a:srgbClr val="696158"/>
                          </a:solidFill>
                          <a:effectLst/>
                          <a:latin typeface="Calibri"/>
                        </a:rPr>
                        <a:t>[Por completar]</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lvl="0" indent="0" algn="l" defTabSz="914400" rtl="0">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Font typeface="Trebuchet MS" panose="020B0603020202020204" pitchFamily="34" charset="0"/>
                        <a:buChar char="​"/>
                      </a:pPr>
                      <a:r>
                        <a:rPr lang="es-CL" sz="1200" b="0" i="0" u="none" strike="noStrike" kern="1200" noProof="0">
                          <a:solidFill>
                            <a:schemeClr val="tx1"/>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382509631"/>
                  </a:ext>
                </a:extLst>
              </a:tr>
              <a:tr h="353567">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6350" cap="flat" cmpd="sng" algn="ctr">
                      <a:noFill/>
                      <a:prstDash val="sysDot"/>
                      <a:round/>
                      <a:headEnd type="none" w="med" len="med"/>
                      <a:tailEnd type="none" w="med" len="med"/>
                    </a:lnT>
                    <a:lnB w="0">
                      <a:noFill/>
                    </a:lnB>
                    <a:lnTlToBr w="0">
                      <a:noFill/>
                    </a:lnTlToBr>
                    <a:lnBlToTr w="0">
                      <a:noFill/>
                    </a:lnBlToTr>
                  </a:tcPr>
                </a:tc>
                <a:tc>
                  <a:txBody>
                    <a:bodyPr/>
                    <a:lstStyle/>
                    <a:p>
                      <a:pPr marL="0" lvl="0" indent="0" algn="l" defTabSz="914400" rtl="0" eaLnBrk="1" latinLnBrk="0" hangingPunct="1">
                        <a:lnSpc>
                          <a:spcPct val="100000"/>
                        </a:lnSpc>
                        <a:spcBef>
                          <a:spcPts val="0"/>
                        </a:spcBef>
                        <a:spcAft>
                          <a:spcPts val="0"/>
                        </a:spcAft>
                        <a:buFont typeface="Trebuchet MS" panose="020B0603020202020204" pitchFamily="34" charset="0"/>
                        <a:buChar char="​"/>
                      </a:pPr>
                      <a:r>
                        <a:rPr lang="es-CL" sz="1200" b="0" i="0" u="none" strike="noStrike" kern="1200">
                          <a:solidFill>
                            <a:schemeClr val="tx1"/>
                          </a:solidFill>
                          <a:effectLst/>
                          <a:latin typeface="+mn-lt"/>
                          <a:ea typeface="+mn-ea"/>
                          <a:cs typeface="+mn-cs"/>
                        </a:rPr>
                        <a:t>[Por completar]</a:t>
                      </a:r>
                      <a:endParaRPr lang="es-ES" sz="1200" b="0" i="0" u="none" strike="noStrike" kern="1200">
                        <a:solidFill>
                          <a:schemeClr val="tx1"/>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003878876"/>
                  </a:ext>
                </a:extLst>
              </a:tr>
            </a:tbl>
          </a:graphicData>
        </a:graphic>
      </p:graphicFrame>
      <p:graphicFrame>
        <p:nvGraphicFramePr>
          <p:cNvPr id="89" name="Table 29">
            <a:extLst>
              <a:ext uri="{FF2B5EF4-FFF2-40B4-BE49-F238E27FC236}">
                <a16:creationId xmlns:a16="http://schemas.microsoft.com/office/drawing/2014/main" id="{36FE4EAA-0069-AA55-6267-D5B703A4B61F}"/>
              </a:ext>
            </a:extLst>
          </p:cNvPr>
          <p:cNvGraphicFramePr>
            <a:graphicFrameLocks noGrp="1"/>
          </p:cNvGraphicFramePr>
          <p:nvPr>
            <p:extLst>
              <p:ext uri="{D42A27DB-BD31-4B8C-83A1-F6EECF244321}">
                <p14:modId xmlns:p14="http://schemas.microsoft.com/office/powerpoint/2010/main" val="1153596226"/>
              </p:ext>
            </p:extLst>
          </p:nvPr>
        </p:nvGraphicFramePr>
        <p:xfrm>
          <a:off x="3801548" y="5832666"/>
          <a:ext cx="1550111" cy="502920"/>
        </p:xfrm>
        <a:graphic>
          <a:graphicData uri="http://schemas.openxmlformats.org/drawingml/2006/table">
            <a:tbl>
              <a:tblPr>
                <a:tableStyleId>{2D5ABB26-0587-4C30-8999-92F81FD0307C}</a:tableStyleId>
              </a:tblPr>
              <a:tblGrid>
                <a:gridCol w="179029">
                  <a:extLst>
                    <a:ext uri="{9D8B030D-6E8A-4147-A177-3AD203B41FA5}">
                      <a16:colId xmlns:a16="http://schemas.microsoft.com/office/drawing/2014/main" val="382253565"/>
                    </a:ext>
                  </a:extLst>
                </a:gridCol>
                <a:gridCol w="1371082">
                  <a:extLst>
                    <a:ext uri="{9D8B030D-6E8A-4147-A177-3AD203B41FA5}">
                      <a16:colId xmlns:a16="http://schemas.microsoft.com/office/drawing/2014/main" val="3533118618"/>
                    </a:ext>
                  </a:extLst>
                </a:gridCol>
              </a:tblGrid>
              <a:tr h="502920">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chemeClr val="tx1"/>
                          </a:solidFill>
                        </a:rPr>
                      </a:br>
                      <a:r>
                        <a:rPr lang="es-CL" sz="1100">
                          <a:solidFill>
                            <a:schemeClr val="tx1"/>
                          </a:solidFill>
                        </a:rPr>
                        <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90" name="ee4pHeader1">
            <a:extLst>
              <a:ext uri="{FF2B5EF4-FFF2-40B4-BE49-F238E27FC236}">
                <a16:creationId xmlns:a16="http://schemas.microsoft.com/office/drawing/2014/main" id="{CDC15313-3283-7898-CEE6-69101948350F}"/>
              </a:ext>
            </a:extLst>
          </p:cNvPr>
          <p:cNvSpPr>
            <a:spLocks noChangeArrowheads="1"/>
          </p:cNvSpPr>
          <p:nvPr>
            <p:custDataLst>
              <p:tags r:id="rId8"/>
            </p:custDataLst>
          </p:nvPr>
        </p:nvSpPr>
        <p:spPr bwMode="gray">
          <a:xfrm>
            <a:off x="5012018" y="2998826"/>
            <a:ext cx="2323281" cy="388669"/>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eaLnBrk="0" hangingPunct="0">
              <a:defRPr/>
            </a:pPr>
            <a:r>
              <a:rPr lang="es-ES" sz="1100">
                <a:solidFill>
                  <a:srgbClr val="696158"/>
                </a:solidFill>
                <a:latin typeface="Calibri"/>
              </a:rPr>
              <a:t>[Por completar]</a:t>
            </a:r>
          </a:p>
        </p:txBody>
      </p:sp>
      <p:sp>
        <p:nvSpPr>
          <p:cNvPr id="91" name="Oval 20">
            <a:extLst>
              <a:ext uri="{FF2B5EF4-FFF2-40B4-BE49-F238E27FC236}">
                <a16:creationId xmlns:a16="http://schemas.microsoft.com/office/drawing/2014/main" id="{78EF0786-666D-8EAD-A398-6B3A28EBCB25}"/>
              </a:ext>
            </a:extLst>
          </p:cNvPr>
          <p:cNvSpPr>
            <a:spLocks noChangeAspect="1" noChangeArrowheads="1"/>
          </p:cNvSpPr>
          <p:nvPr/>
        </p:nvSpPr>
        <p:spPr bwMode="auto">
          <a:xfrm>
            <a:off x="4805613" y="2875054"/>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r>
              <a:rPr lang="es-CL" sz="1200">
                <a:solidFill>
                  <a:srgbClr val="FFFFFF">
                    <a:lumMod val="100000"/>
                  </a:srgbClr>
                </a:solidFill>
                <a:latin typeface="Calibri"/>
                <a:sym typeface="+mn-lt"/>
              </a:rPr>
              <a:t/>
            </a:r>
            <a:endPar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endParaRPr>
          </a:p>
        </p:txBody>
      </p:sp>
      <p:cxnSp>
        <p:nvCxnSpPr>
          <p:cNvPr id="6" name="Conector: angular 5">
            <a:extLst>
              <a:ext uri="{FF2B5EF4-FFF2-40B4-BE49-F238E27FC236}">
                <a16:creationId xmlns:a16="http://schemas.microsoft.com/office/drawing/2014/main" id="{BFE440C9-E4C5-6463-8754-08D007A74C58}"/>
              </a:ext>
            </a:extLst>
          </p:cNvPr>
          <p:cNvCxnSpPr>
            <a:cxnSpLocks/>
          </p:cNvCxnSpPr>
          <p:nvPr/>
        </p:nvCxnSpPr>
        <p:spPr>
          <a:xfrm>
            <a:off x="7364017" y="2625185"/>
            <a:ext cx="473157" cy="567975"/>
          </a:xfrm>
          <a:prstGeom prst="bentConnector3">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Conector: angular 6">
            <a:extLst>
              <a:ext uri="{FF2B5EF4-FFF2-40B4-BE49-F238E27FC236}">
                <a16:creationId xmlns:a16="http://schemas.microsoft.com/office/drawing/2014/main" id="{28AA59D1-E393-FD79-BB9E-4BC9F1D93962}"/>
              </a:ext>
            </a:extLst>
          </p:cNvPr>
          <p:cNvCxnSpPr>
            <a:cxnSpLocks/>
          </p:cNvCxnSpPr>
          <p:nvPr/>
        </p:nvCxnSpPr>
        <p:spPr>
          <a:xfrm>
            <a:off x="7335299" y="3276048"/>
            <a:ext cx="473157" cy="567975"/>
          </a:xfrm>
          <a:prstGeom prst="bentConnector3">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4921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D5DDF-F521-4504-E790-2B66622EF5C9}"/>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304925B-EB43-DA15-F080-FB5560EE198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304925B-EB43-DA15-F080-FB5560EE19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A1E4BDDD-9D99-F13F-56DE-D8CBD41C21EE}"/>
              </a:ext>
            </a:extLst>
          </p:cNvPr>
          <p:cNvSpPr txBox="1">
            <a:spLocks/>
          </p:cNvSpPr>
          <p:nvPr/>
        </p:nvSpPr>
        <p:spPr>
          <a:xfrm>
            <a:off x="959394" y="1846488"/>
            <a:ext cx="8312198" cy="4849923"/>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5" name="Text Placeholder 3">
            <a:extLst>
              <a:ext uri="{FF2B5EF4-FFF2-40B4-BE49-F238E27FC236}">
                <a16:creationId xmlns:a16="http://schemas.microsoft.com/office/drawing/2014/main" id="{7C6AA576-5640-F44E-4500-5EEFDA637B24}"/>
              </a:ext>
            </a:extLst>
          </p:cNvPr>
          <p:cNvSpPr txBox="1">
            <a:spLocks/>
          </p:cNvSpPr>
          <p:nvPr/>
        </p:nvSpPr>
        <p:spPr>
          <a:xfrm>
            <a:off x="630000" y="1846488"/>
            <a:ext cx="329393" cy="4849923"/>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35" name="Rectangle: Rounded Corners 34">
            <a:extLst>
              <a:ext uri="{FF2B5EF4-FFF2-40B4-BE49-F238E27FC236}">
                <a16:creationId xmlns:a16="http://schemas.microsoft.com/office/drawing/2014/main" id="{4BD09AB2-6010-B71A-5757-815E83CDD9D9}"/>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D088EF74-8F88-EDB3-72F5-62C101BCB5C7}"/>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[Objetivo del subproceso]</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
            </a:r>
            <a:r>
              <a:rPr kumimoji="0" lang="en-US" sz="1050" b="0" i="0" u="none" strike="noStrike" kern="1200" cap="none" spc="0" normalizeH="0" baseline="0" noProof="0">
                <a:ln>
                  <a:noFill/>
                </a:ln>
                <a:solidFill>
                  <a:schemeClr val="tx1"/>
                </a:solidFill>
                <a:effectLst/>
                <a:uLnTx/>
                <a:uFillTx/>
                <a:latin typeface="Calibri"/>
                <a:ea typeface="Canva Sans Bold"/>
                <a:cs typeface="Canva Sans Bold"/>
                <a:sym typeface="Canva Sans Bold"/>
              </a:rPr>
              <a:t/>
            </a:r>
            <a:endParaRPr kumimoji="0" lang="es-CL" sz="1050" b="0" i="0" u="none" strike="noStrike" kern="1200" cap="none" spc="0" normalizeH="0" baseline="0" noProof="0">
              <a:ln>
                <a:noFill/>
              </a:ln>
              <a:solidFill>
                <a:schemeClr val="tx1"/>
              </a:solidFill>
              <a:effectLst/>
              <a:uLnTx/>
              <a:uFillTx/>
              <a:latin typeface="Calibri"/>
              <a:ea typeface="+mn-ea"/>
              <a:cs typeface="+mn-cs"/>
            </a:endParaRPr>
          </a:p>
        </p:txBody>
      </p:sp>
      <p:sp>
        <p:nvSpPr>
          <p:cNvPr id="53" name="Rectangle 52">
            <a:extLst>
              <a:ext uri="{FF2B5EF4-FFF2-40B4-BE49-F238E27FC236}">
                <a16:creationId xmlns:a16="http://schemas.microsoft.com/office/drawing/2014/main" id="{80164B74-F9C3-41B7-9A13-6C043BEA28A2}"/>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88831EF-227F-C93A-2E41-8A074E38ABC9}"/>
              </a:ext>
            </a:extLst>
          </p:cNvPr>
          <p:cNvGrpSpPr/>
          <p:nvPr/>
        </p:nvGrpSpPr>
        <p:grpSpPr>
          <a:xfrm>
            <a:off x="9548037" y="1292505"/>
            <a:ext cx="2371061" cy="1258605"/>
            <a:chOff x="9548037" y="1292505"/>
            <a:chExt cx="2371061" cy="1258605"/>
          </a:xfrm>
        </p:grpSpPr>
        <p:sp>
          <p:nvSpPr>
            <p:cNvPr id="54" name="Rectangle: Rounded Corners 53">
              <a:extLst>
                <a:ext uri="{FF2B5EF4-FFF2-40B4-BE49-F238E27FC236}">
                  <a16:creationId xmlns:a16="http://schemas.microsoft.com/office/drawing/2014/main" id="{46A9D11D-E34A-2E67-7180-715FE7FFAC13}"/>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5E064836-ABAC-2FE5-0643-B679EC80ACBF}"/>
                </a:ext>
              </a:extLst>
            </p:cNvPr>
            <p:cNvSpPr txBox="1"/>
            <p:nvPr/>
          </p:nvSpPr>
          <p:spPr>
            <a:xfrm>
              <a:off x="9548038" y="1628130"/>
              <a:ext cx="2371060" cy="92298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Calibri"/>
                  <a:cs typeface="Calibri"/>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r>
                <a:rPr lang="es-CL" sz="1200">
                  <a:latin typeface="Calibri"/>
                  <a:ea typeface="Calibri"/>
                  <a:cs typeface="Calibri"/>
                </a:rPr>
                <a:t>[Por completar]</a:t>
              </a:r>
              <a:endParaRPr lang="en-US" sz="1200">
                <a:latin typeface="Calibri"/>
                <a:ea typeface="Calibri"/>
                <a:cs typeface="Calibri"/>
              </a:endParaRPr>
            </a:p>
            <a:p>
              <a:pPr marL="323850" lvl="1" indent="-215900">
                <a:defRPr/>
              </a:pPr>
              <a:endParaRPr lang="es-CL" sz="1200">
                <a:latin typeface="Calibri"/>
                <a:ea typeface="Calibri"/>
                <a:cs typeface="Calibri"/>
              </a:endParaRPr>
            </a:p>
          </p:txBody>
        </p:sp>
      </p:grpSp>
      <p:grpSp>
        <p:nvGrpSpPr>
          <p:cNvPr id="24" name="Group 23">
            <a:extLst>
              <a:ext uri="{FF2B5EF4-FFF2-40B4-BE49-F238E27FC236}">
                <a16:creationId xmlns:a16="http://schemas.microsoft.com/office/drawing/2014/main" id="{F072E95A-04AC-2742-6ADB-CED706712289}"/>
              </a:ext>
            </a:extLst>
          </p:cNvPr>
          <p:cNvGrpSpPr/>
          <p:nvPr/>
        </p:nvGrpSpPr>
        <p:grpSpPr>
          <a:xfrm>
            <a:off x="9548037" y="2696008"/>
            <a:ext cx="2371061" cy="647000"/>
            <a:chOff x="9548037" y="3000808"/>
            <a:chExt cx="2371061" cy="647000"/>
          </a:xfrm>
        </p:grpSpPr>
        <p:sp>
          <p:nvSpPr>
            <p:cNvPr id="58" name="Rectangle: Rounded Corners 57">
              <a:extLst>
                <a:ext uri="{FF2B5EF4-FFF2-40B4-BE49-F238E27FC236}">
                  <a16:creationId xmlns:a16="http://schemas.microsoft.com/office/drawing/2014/main" id="{CF119D67-6156-4B36-01E0-016C3C912B14}"/>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395AADCC-0425-5D97-FBDE-FF44D7446A32}"/>
                </a:ext>
              </a:extLst>
            </p:cNvPr>
            <p:cNvSpPr txBox="1"/>
            <p:nvPr/>
          </p:nvSpPr>
          <p:spPr>
            <a:xfrm>
              <a:off x="9548038" y="3286302"/>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107950" marR="0" lvl="1" indent="0" algn="l" defTabSz="914400" rtl="0" eaLnBrk="1" fontAlgn="auto" latinLnBrk="0" hangingPunct="1">
                <a:lnSpc>
                  <a:spcPct val="100000"/>
                </a:lnSpc>
                <a:spcBef>
                  <a:spcPts val="0"/>
                </a:spcBef>
                <a:spcAft>
                  <a:spcPts val="0"/>
                </a:spcAft>
                <a:buClr>
                  <a:srgbClr val="EA7600"/>
                </a:buClr>
                <a:buSzPct val="100000"/>
                <a:buNone/>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6" name="Group 25">
            <a:extLst>
              <a:ext uri="{FF2B5EF4-FFF2-40B4-BE49-F238E27FC236}">
                <a16:creationId xmlns:a16="http://schemas.microsoft.com/office/drawing/2014/main" id="{EC299D04-39BF-2638-4C8B-0350C8BDAA39}"/>
              </a:ext>
            </a:extLst>
          </p:cNvPr>
          <p:cNvGrpSpPr/>
          <p:nvPr/>
        </p:nvGrpSpPr>
        <p:grpSpPr>
          <a:xfrm>
            <a:off x="9548037" y="4099511"/>
            <a:ext cx="2371061" cy="647000"/>
            <a:chOff x="9548037" y="4099511"/>
            <a:chExt cx="2371061" cy="647000"/>
          </a:xfrm>
        </p:grpSpPr>
        <p:sp>
          <p:nvSpPr>
            <p:cNvPr id="60" name="Rectangle: Rounded Corners 59">
              <a:extLst>
                <a:ext uri="{FF2B5EF4-FFF2-40B4-BE49-F238E27FC236}">
                  <a16:creationId xmlns:a16="http://schemas.microsoft.com/office/drawing/2014/main" id="{2FE83A97-081B-80B7-7471-43C1D8A73C24}"/>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FF1F6133-3614-2AE9-C21E-9D54B2E07A74}"/>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grpSp>
        <p:nvGrpSpPr>
          <p:cNvPr id="29" name="Group 28">
            <a:extLst>
              <a:ext uri="{FF2B5EF4-FFF2-40B4-BE49-F238E27FC236}">
                <a16:creationId xmlns:a16="http://schemas.microsoft.com/office/drawing/2014/main" id="{367E1536-E27D-8A00-54F6-E3A57DFA65DA}"/>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524EAF36-34F3-39CC-11E9-F002E3BE2873}"/>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D1D5C129-ED8F-F857-BC25-B31B12F4B712}"/>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sp>
        <p:nvSpPr>
          <p:cNvPr id="4" name="10 Rectángulo">
            <a:extLst>
              <a:ext uri="{FF2B5EF4-FFF2-40B4-BE49-F238E27FC236}">
                <a16:creationId xmlns:a16="http://schemas.microsoft.com/office/drawing/2014/main" id="{0533946E-433D-D436-9A37-4A0CAD68B4BA}"/>
              </a:ext>
            </a:extLst>
          </p:cNvPr>
          <p:cNvSpPr/>
          <p:nvPr/>
        </p:nvSpPr>
        <p:spPr>
          <a:xfrm>
            <a:off x="1938675" y="2543518"/>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6" name="Elipse 126">
            <a:extLst>
              <a:ext uri="{FF2B5EF4-FFF2-40B4-BE49-F238E27FC236}">
                <a16:creationId xmlns:a16="http://schemas.microsoft.com/office/drawing/2014/main" id="{7A057903-50B1-A1CC-775F-4A89FEA5D2D8}"/>
              </a:ext>
            </a:extLst>
          </p:cNvPr>
          <p:cNvSpPr/>
          <p:nvPr/>
        </p:nvSpPr>
        <p:spPr>
          <a:xfrm>
            <a:off x="1574497" y="3269052"/>
            <a:ext cx="1136896" cy="556768"/>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sp>
        <p:nvSpPr>
          <p:cNvPr id="10" name="Rombo 142">
            <a:extLst>
              <a:ext uri="{FF2B5EF4-FFF2-40B4-BE49-F238E27FC236}">
                <a16:creationId xmlns:a16="http://schemas.microsoft.com/office/drawing/2014/main" id="{334305B5-30E9-7A26-CF27-0ED433C3C96F}"/>
              </a:ext>
            </a:extLst>
          </p:cNvPr>
          <p:cNvSpPr/>
          <p:nvPr/>
        </p:nvSpPr>
        <p:spPr>
          <a:xfrm>
            <a:off x="5561543" y="3282361"/>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22" name="Conector recto de flecha 153">
            <a:extLst>
              <a:ext uri="{FF2B5EF4-FFF2-40B4-BE49-F238E27FC236}">
                <a16:creationId xmlns:a16="http://schemas.microsoft.com/office/drawing/2014/main" id="{AA5875EB-CAE7-5120-0806-309BD7A2721E}"/>
              </a:ext>
            </a:extLst>
          </p:cNvPr>
          <p:cNvCxnSpPr>
            <a:cxnSpLocks/>
          </p:cNvCxnSpPr>
          <p:nvPr/>
        </p:nvCxnSpPr>
        <p:spPr>
          <a:xfrm flipV="1">
            <a:off x="2217151" y="2934685"/>
            <a:ext cx="0" cy="3007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168">
            <a:extLst>
              <a:ext uri="{FF2B5EF4-FFF2-40B4-BE49-F238E27FC236}">
                <a16:creationId xmlns:a16="http://schemas.microsoft.com/office/drawing/2014/main" id="{152CB6C1-6EA0-0B94-3069-C7ECBFC47CA5}"/>
              </a:ext>
            </a:extLst>
          </p:cNvPr>
          <p:cNvCxnSpPr>
            <a:cxnSpLocks/>
            <a:endCxn id="10" idx="0"/>
          </p:cNvCxnSpPr>
          <p:nvPr/>
        </p:nvCxnSpPr>
        <p:spPr>
          <a:xfrm>
            <a:off x="5800611" y="2937344"/>
            <a:ext cx="0" cy="3450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10 Rectángulo">
            <a:extLst>
              <a:ext uri="{FF2B5EF4-FFF2-40B4-BE49-F238E27FC236}">
                <a16:creationId xmlns:a16="http://schemas.microsoft.com/office/drawing/2014/main" id="{7A4B286C-B0F5-1E1D-D49F-F5D4C07AEDA6}"/>
              </a:ext>
            </a:extLst>
          </p:cNvPr>
          <p:cNvSpPr/>
          <p:nvPr/>
        </p:nvSpPr>
        <p:spPr>
          <a:xfrm>
            <a:off x="5114613" y="1970026"/>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s-ES" sz="800">
                <a:solidFill>
                  <a:srgbClr val="696158"/>
                </a:solidFill>
                <a:latin typeface="Calibri"/>
              </a:rPr>
              <a:t>[Por completar]</a:t>
            </a:r>
            <a:br>
              <a:rPr lang="es-ES" sz="800">
                <a:solidFill>
                  <a:srgbClr val="696158"/>
                </a:solidFill>
                <a:latin typeface="Calibri"/>
              </a:rPr>
            </a:br>
            <a:r>
              <a:rPr lang="es-ES" sz="800">
                <a:solidFill>
                  <a:srgbClr val="696158"/>
                </a:solidFill>
                <a:latin typeface="Calibri"/>
              </a:rPr>
              <a:t/>
            </a:r>
          </a:p>
        </p:txBody>
      </p:sp>
      <p:sp>
        <p:nvSpPr>
          <p:cNvPr id="38" name="Rombo 185">
            <a:extLst>
              <a:ext uri="{FF2B5EF4-FFF2-40B4-BE49-F238E27FC236}">
                <a16:creationId xmlns:a16="http://schemas.microsoft.com/office/drawing/2014/main" id="{E2D56194-ECD3-EC63-134A-0D2B2C75A4C3}"/>
              </a:ext>
            </a:extLst>
          </p:cNvPr>
          <p:cNvSpPr/>
          <p:nvPr/>
        </p:nvSpPr>
        <p:spPr>
          <a:xfrm>
            <a:off x="5561543" y="4464955"/>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39" name="10 Rectángulo">
            <a:extLst>
              <a:ext uri="{FF2B5EF4-FFF2-40B4-BE49-F238E27FC236}">
                <a16:creationId xmlns:a16="http://schemas.microsoft.com/office/drawing/2014/main" id="{A5EC794C-96EF-0AEC-E507-A14E4A41493B}"/>
              </a:ext>
            </a:extLst>
          </p:cNvPr>
          <p:cNvSpPr/>
          <p:nvPr/>
        </p:nvSpPr>
        <p:spPr>
          <a:xfrm>
            <a:off x="3376105" y="3219782"/>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0" name="Rombo 187">
            <a:extLst>
              <a:ext uri="{FF2B5EF4-FFF2-40B4-BE49-F238E27FC236}">
                <a16:creationId xmlns:a16="http://schemas.microsoft.com/office/drawing/2014/main" id="{C9F75404-1987-599A-EBCA-B74BF06C44EC}"/>
              </a:ext>
            </a:extLst>
          </p:cNvPr>
          <p:cNvSpPr/>
          <p:nvPr/>
        </p:nvSpPr>
        <p:spPr>
          <a:xfrm>
            <a:off x="3823035" y="3860240"/>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2" name="CuadroTexto 191">
            <a:extLst>
              <a:ext uri="{FF2B5EF4-FFF2-40B4-BE49-F238E27FC236}">
                <a16:creationId xmlns:a16="http://schemas.microsoft.com/office/drawing/2014/main" id="{23F1CAE9-A016-DB28-79DF-5179C2650C62}"/>
              </a:ext>
            </a:extLst>
          </p:cNvPr>
          <p:cNvSpPr txBox="1"/>
          <p:nvPr/>
        </p:nvSpPr>
        <p:spPr>
          <a:xfrm>
            <a:off x="6152747" y="3280818"/>
            <a:ext cx="1444942"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44" name="Conector recto de flecha 198">
            <a:extLst>
              <a:ext uri="{FF2B5EF4-FFF2-40B4-BE49-F238E27FC236}">
                <a16:creationId xmlns:a16="http://schemas.microsoft.com/office/drawing/2014/main" id="{E86CA251-FE76-4C6A-7379-D695EC98FFA9}"/>
              </a:ext>
            </a:extLst>
          </p:cNvPr>
          <p:cNvCxnSpPr>
            <a:cxnSpLocks/>
            <a:stCxn id="10" idx="1"/>
            <a:endCxn id="39" idx="3"/>
          </p:cNvCxnSpPr>
          <p:nvPr/>
        </p:nvCxnSpPr>
        <p:spPr>
          <a:xfrm flipH="1">
            <a:off x="4748100" y="3425976"/>
            <a:ext cx="81344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200">
            <a:extLst>
              <a:ext uri="{FF2B5EF4-FFF2-40B4-BE49-F238E27FC236}">
                <a16:creationId xmlns:a16="http://schemas.microsoft.com/office/drawing/2014/main" id="{BB811821-F6A9-C0CD-70B7-4AB43597B292}"/>
              </a:ext>
            </a:extLst>
          </p:cNvPr>
          <p:cNvCxnSpPr>
            <a:cxnSpLocks/>
            <a:stCxn id="10" idx="2"/>
            <a:endCxn id="37" idx="0"/>
          </p:cNvCxnSpPr>
          <p:nvPr/>
        </p:nvCxnSpPr>
        <p:spPr>
          <a:xfrm>
            <a:off x="5800611" y="3569591"/>
            <a:ext cx="0" cy="228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203">
            <a:extLst>
              <a:ext uri="{FF2B5EF4-FFF2-40B4-BE49-F238E27FC236}">
                <a16:creationId xmlns:a16="http://schemas.microsoft.com/office/drawing/2014/main" id="{1119A126-D058-D7F3-FE35-CF5FB66ABE42}"/>
              </a:ext>
            </a:extLst>
          </p:cNvPr>
          <p:cNvCxnSpPr>
            <a:cxnSpLocks/>
            <a:stCxn id="39" idx="2"/>
            <a:endCxn id="40" idx="0"/>
          </p:cNvCxnSpPr>
          <p:nvPr/>
        </p:nvCxnSpPr>
        <p:spPr>
          <a:xfrm>
            <a:off x="4062103" y="3632172"/>
            <a:ext cx="0" cy="2280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204">
            <a:extLst>
              <a:ext uri="{FF2B5EF4-FFF2-40B4-BE49-F238E27FC236}">
                <a16:creationId xmlns:a16="http://schemas.microsoft.com/office/drawing/2014/main" id="{455EF3B0-318B-AE77-84EF-1AA46C509BA5}"/>
              </a:ext>
            </a:extLst>
          </p:cNvPr>
          <p:cNvCxnSpPr>
            <a:cxnSpLocks/>
            <a:stCxn id="40" idx="3"/>
            <a:endCxn id="37" idx="1"/>
          </p:cNvCxnSpPr>
          <p:nvPr/>
        </p:nvCxnSpPr>
        <p:spPr>
          <a:xfrm>
            <a:off x="4301170" y="4003855"/>
            <a:ext cx="81344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CuadroTexto 207">
            <a:extLst>
              <a:ext uri="{FF2B5EF4-FFF2-40B4-BE49-F238E27FC236}">
                <a16:creationId xmlns:a16="http://schemas.microsoft.com/office/drawing/2014/main" id="{59B45879-7B7D-B5A8-7296-AD9AF6755BF0}"/>
              </a:ext>
            </a:extLst>
          </p:cNvPr>
          <p:cNvSpPr txBox="1"/>
          <p:nvPr/>
        </p:nvSpPr>
        <p:spPr>
          <a:xfrm>
            <a:off x="6198674" y="4524965"/>
            <a:ext cx="1444942"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52" name="10 Rectángulo">
            <a:extLst>
              <a:ext uri="{FF2B5EF4-FFF2-40B4-BE49-F238E27FC236}">
                <a16:creationId xmlns:a16="http://schemas.microsoft.com/office/drawing/2014/main" id="{AA8C3309-0D84-7856-0A66-0EAB2947CCD8}"/>
              </a:ext>
            </a:extLst>
          </p:cNvPr>
          <p:cNvSpPr/>
          <p:nvPr/>
        </p:nvSpPr>
        <p:spPr>
          <a:xfrm>
            <a:off x="3376105" y="4402375"/>
            <a:ext cx="1371995" cy="412390"/>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br>
              <a:rPr kumimoji="0" lang="es-ES" sz="800" b="0" i="0" u="none" strike="noStrike" kern="1200" cap="none" spc="0" normalizeH="0" baseline="0" noProof="0">
                <a:ln>
                  <a:noFill/>
                </a:ln>
                <a:solidFill>
                  <a:srgbClr val="696158"/>
                </a:solidFill>
                <a:effectLst/>
                <a:uLnTx/>
                <a:uFillTx/>
                <a:latin typeface="Calibri"/>
                <a:ea typeface="+mn-ea"/>
                <a:cs typeface="+mn-cs"/>
              </a:rPr>
            </a:br>
            <a:r>
              <a:rPr kumimoji="0" lang="es-ES" sz="800" b="0" i="0" u="none" strike="noStrike" kern="1200" cap="none" spc="0" normalizeH="0" baseline="0" noProof="0">
                <a:ln>
                  <a:noFill/>
                </a:ln>
                <a:solidFill>
                  <a:srgbClr val="696158"/>
                </a:solidFill>
                <a:effectLst/>
                <a:uLnTx/>
                <a:uFillTx/>
                <a:latin typeface="Calibri"/>
                <a:ea typeface="+mn-ea"/>
                <a:cs typeface="+mn-cs"/>
              </a:rPr>
              <a:t/>
            </a:r>
          </a:p>
        </p:txBody>
      </p:sp>
      <p:cxnSp>
        <p:nvCxnSpPr>
          <p:cNvPr id="56" name="Conector recto de flecha 211">
            <a:extLst>
              <a:ext uri="{FF2B5EF4-FFF2-40B4-BE49-F238E27FC236}">
                <a16:creationId xmlns:a16="http://schemas.microsoft.com/office/drawing/2014/main" id="{CCAB5F5D-594B-5A9C-1720-E103A44F8DE9}"/>
              </a:ext>
            </a:extLst>
          </p:cNvPr>
          <p:cNvCxnSpPr>
            <a:cxnSpLocks/>
            <a:stCxn id="40" idx="2"/>
            <a:endCxn id="52" idx="0"/>
          </p:cNvCxnSpPr>
          <p:nvPr/>
        </p:nvCxnSpPr>
        <p:spPr>
          <a:xfrm>
            <a:off x="4062103" y="4147470"/>
            <a:ext cx="0" cy="25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de flecha 213">
            <a:extLst>
              <a:ext uri="{FF2B5EF4-FFF2-40B4-BE49-F238E27FC236}">
                <a16:creationId xmlns:a16="http://schemas.microsoft.com/office/drawing/2014/main" id="{8C27050C-17D4-2262-5823-CF5EBC59803C}"/>
              </a:ext>
            </a:extLst>
          </p:cNvPr>
          <p:cNvCxnSpPr>
            <a:cxnSpLocks/>
            <a:stCxn id="37" idx="2"/>
            <a:endCxn id="38" idx="0"/>
          </p:cNvCxnSpPr>
          <p:nvPr/>
        </p:nvCxnSpPr>
        <p:spPr>
          <a:xfrm>
            <a:off x="5800611" y="4210050"/>
            <a:ext cx="0" cy="25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Rombo 218">
            <a:extLst>
              <a:ext uri="{FF2B5EF4-FFF2-40B4-BE49-F238E27FC236}">
                <a16:creationId xmlns:a16="http://schemas.microsoft.com/office/drawing/2014/main" id="{4E90D7C1-C71F-AB8A-BD37-44565F266DDB}"/>
              </a:ext>
            </a:extLst>
          </p:cNvPr>
          <p:cNvSpPr/>
          <p:nvPr/>
        </p:nvSpPr>
        <p:spPr>
          <a:xfrm>
            <a:off x="5561543" y="6119654"/>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66" name="CuadroTexto 219">
            <a:extLst>
              <a:ext uri="{FF2B5EF4-FFF2-40B4-BE49-F238E27FC236}">
                <a16:creationId xmlns:a16="http://schemas.microsoft.com/office/drawing/2014/main" id="{56912F17-FF22-6962-141B-9F51F940E824}"/>
              </a:ext>
            </a:extLst>
          </p:cNvPr>
          <p:cNvSpPr txBox="1"/>
          <p:nvPr/>
        </p:nvSpPr>
        <p:spPr>
          <a:xfrm>
            <a:off x="5083287" y="6415749"/>
            <a:ext cx="1691724"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67" name="Conector recto de flecha 220">
            <a:extLst>
              <a:ext uri="{FF2B5EF4-FFF2-40B4-BE49-F238E27FC236}">
                <a16:creationId xmlns:a16="http://schemas.microsoft.com/office/drawing/2014/main" id="{380CC964-23A2-5E37-84EF-66D615AE4FEB}"/>
              </a:ext>
            </a:extLst>
          </p:cNvPr>
          <p:cNvCxnSpPr>
            <a:cxnSpLocks/>
          </p:cNvCxnSpPr>
          <p:nvPr/>
        </p:nvCxnSpPr>
        <p:spPr>
          <a:xfrm>
            <a:off x="5800611" y="5920000"/>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225">
            <a:extLst>
              <a:ext uri="{FF2B5EF4-FFF2-40B4-BE49-F238E27FC236}">
                <a16:creationId xmlns:a16="http://schemas.microsoft.com/office/drawing/2014/main" id="{097F3B69-760B-4CA1-57FD-C3BA626B3852}"/>
              </a:ext>
            </a:extLst>
          </p:cNvPr>
          <p:cNvCxnSpPr>
            <a:cxnSpLocks/>
            <a:stCxn id="65" idx="3"/>
            <a:endCxn id="68" idx="1"/>
          </p:cNvCxnSpPr>
          <p:nvPr/>
        </p:nvCxnSpPr>
        <p:spPr>
          <a:xfrm>
            <a:off x="6039678" y="6263269"/>
            <a:ext cx="463077" cy="9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228">
            <a:extLst>
              <a:ext uri="{FF2B5EF4-FFF2-40B4-BE49-F238E27FC236}">
                <a16:creationId xmlns:a16="http://schemas.microsoft.com/office/drawing/2014/main" id="{158BB103-089F-358B-C9A6-DC00A97D4AEA}"/>
              </a:ext>
            </a:extLst>
          </p:cNvPr>
          <p:cNvCxnSpPr>
            <a:cxnSpLocks/>
          </p:cNvCxnSpPr>
          <p:nvPr/>
        </p:nvCxnSpPr>
        <p:spPr>
          <a:xfrm>
            <a:off x="5800611" y="5213396"/>
            <a:ext cx="0" cy="2855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angular 232">
            <a:extLst>
              <a:ext uri="{FF2B5EF4-FFF2-40B4-BE49-F238E27FC236}">
                <a16:creationId xmlns:a16="http://schemas.microsoft.com/office/drawing/2014/main" id="{8CDF6631-3A44-04BA-16E4-C54E02ACA585}"/>
              </a:ext>
            </a:extLst>
          </p:cNvPr>
          <p:cNvCxnSpPr>
            <a:cxnSpLocks/>
          </p:cNvCxnSpPr>
          <p:nvPr/>
        </p:nvCxnSpPr>
        <p:spPr>
          <a:xfrm rot="10800000">
            <a:off x="4043894" y="4807661"/>
            <a:ext cx="1499440" cy="144850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CuadroTexto 235">
            <a:extLst>
              <a:ext uri="{FF2B5EF4-FFF2-40B4-BE49-F238E27FC236}">
                <a16:creationId xmlns:a16="http://schemas.microsoft.com/office/drawing/2014/main" id="{45AD4388-E715-C34F-41F1-F24EAE9A1779}"/>
              </a:ext>
            </a:extLst>
          </p:cNvPr>
          <p:cNvSpPr txBox="1"/>
          <p:nvPr/>
        </p:nvSpPr>
        <p:spPr>
          <a:xfrm>
            <a:off x="5893389" y="3585551"/>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73" name="CuadroTexto 236">
            <a:extLst>
              <a:ext uri="{FF2B5EF4-FFF2-40B4-BE49-F238E27FC236}">
                <a16:creationId xmlns:a16="http://schemas.microsoft.com/office/drawing/2014/main" id="{C19F336B-9C69-C60A-EFD5-70995CC4FE03}"/>
              </a:ext>
            </a:extLst>
          </p:cNvPr>
          <p:cNvSpPr txBox="1"/>
          <p:nvPr/>
        </p:nvSpPr>
        <p:spPr>
          <a:xfrm>
            <a:off x="5192465" y="3235453"/>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79" name="CuadroTexto 237">
            <a:extLst>
              <a:ext uri="{FF2B5EF4-FFF2-40B4-BE49-F238E27FC236}">
                <a16:creationId xmlns:a16="http://schemas.microsoft.com/office/drawing/2014/main" id="{00E4F7B7-CEAF-C429-FB93-4D433DAB7AE9}"/>
              </a:ext>
            </a:extLst>
          </p:cNvPr>
          <p:cNvSpPr txBox="1"/>
          <p:nvPr/>
        </p:nvSpPr>
        <p:spPr>
          <a:xfrm>
            <a:off x="4751812" y="3844228"/>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2" name="CuadroTexto 238">
            <a:extLst>
              <a:ext uri="{FF2B5EF4-FFF2-40B4-BE49-F238E27FC236}">
                <a16:creationId xmlns:a16="http://schemas.microsoft.com/office/drawing/2014/main" id="{2233C72F-1767-D0B3-DE2C-87CBA9EA3E20}"/>
              </a:ext>
            </a:extLst>
          </p:cNvPr>
          <p:cNvSpPr txBox="1"/>
          <p:nvPr/>
        </p:nvSpPr>
        <p:spPr>
          <a:xfrm>
            <a:off x="4199024" y="4241434"/>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cxnSp>
        <p:nvCxnSpPr>
          <p:cNvPr id="83" name="Conector recto de flecha 240">
            <a:extLst>
              <a:ext uri="{FF2B5EF4-FFF2-40B4-BE49-F238E27FC236}">
                <a16:creationId xmlns:a16="http://schemas.microsoft.com/office/drawing/2014/main" id="{DEE293CC-2D22-E241-54AB-CB7E39D7286A}"/>
              </a:ext>
            </a:extLst>
          </p:cNvPr>
          <p:cNvCxnSpPr>
            <a:cxnSpLocks/>
            <a:stCxn id="38" idx="1"/>
            <a:endCxn id="52" idx="3"/>
          </p:cNvCxnSpPr>
          <p:nvPr/>
        </p:nvCxnSpPr>
        <p:spPr>
          <a:xfrm flipH="1">
            <a:off x="4748100" y="4608570"/>
            <a:ext cx="81344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CuadroTexto 241">
            <a:extLst>
              <a:ext uri="{FF2B5EF4-FFF2-40B4-BE49-F238E27FC236}">
                <a16:creationId xmlns:a16="http://schemas.microsoft.com/office/drawing/2014/main" id="{0282A7C7-2DD1-9355-DCE0-034CD6732325}"/>
              </a:ext>
            </a:extLst>
          </p:cNvPr>
          <p:cNvSpPr txBox="1"/>
          <p:nvPr/>
        </p:nvSpPr>
        <p:spPr>
          <a:xfrm>
            <a:off x="5893389" y="5276648"/>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5" name="CuadroTexto 242">
            <a:extLst>
              <a:ext uri="{FF2B5EF4-FFF2-40B4-BE49-F238E27FC236}">
                <a16:creationId xmlns:a16="http://schemas.microsoft.com/office/drawing/2014/main" id="{4AB22669-4A21-047B-577C-BA7E13A5CCB7}"/>
              </a:ext>
            </a:extLst>
          </p:cNvPr>
          <p:cNvSpPr txBox="1"/>
          <p:nvPr/>
        </p:nvSpPr>
        <p:spPr>
          <a:xfrm>
            <a:off x="6158680" y="6019999"/>
            <a:ext cx="248786" cy="157938"/>
          </a:xfrm>
          <a:prstGeom prst="rect">
            <a:avLst/>
          </a:prstGeom>
          <a:noFill/>
          <a:ln>
            <a:noFill/>
          </a:ln>
          <a:extLst>
            <a:ext uri="{91240B29-F687-4F45-9708-019B960494DF}">
              <a14:hiddenLine xmlns:a14="http://schemas.microsoft.com/office/drawing/2010/main">
                <a:solidFill>
                  <a:schemeClr val="tx1"/>
                </a:solidFill>
              </a14:hiddenLine>
            </a:ext>
          </a:extLst>
        </p:spPr>
        <p:txBody>
          <a:bodyPr wrap="none" lIns="9144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6" name="CuadroTexto 243">
            <a:extLst>
              <a:ext uri="{FF2B5EF4-FFF2-40B4-BE49-F238E27FC236}">
                <a16:creationId xmlns:a16="http://schemas.microsoft.com/office/drawing/2014/main" id="{62544A58-7783-4212-822F-16EB8B61E4C9}"/>
              </a:ext>
            </a:extLst>
          </p:cNvPr>
          <p:cNvSpPr txBox="1"/>
          <p:nvPr/>
        </p:nvSpPr>
        <p:spPr>
          <a:xfrm>
            <a:off x="5353857" y="6088213"/>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87" name="CuadroTexto 244">
            <a:extLst>
              <a:ext uri="{FF2B5EF4-FFF2-40B4-BE49-F238E27FC236}">
                <a16:creationId xmlns:a16="http://schemas.microsoft.com/office/drawing/2014/main" id="{60B6F5F3-756B-2E7C-E035-B7A9237B0EAE}"/>
              </a:ext>
            </a:extLst>
          </p:cNvPr>
          <p:cNvSpPr txBox="1"/>
          <p:nvPr/>
        </p:nvSpPr>
        <p:spPr>
          <a:xfrm>
            <a:off x="5149904" y="4449041"/>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88" name="Rombo 245">
            <a:extLst>
              <a:ext uri="{FF2B5EF4-FFF2-40B4-BE49-F238E27FC236}">
                <a16:creationId xmlns:a16="http://schemas.microsoft.com/office/drawing/2014/main" id="{EFAFC0D2-6B4E-D603-79CB-0A8A0CF4F481}"/>
              </a:ext>
            </a:extLst>
          </p:cNvPr>
          <p:cNvSpPr/>
          <p:nvPr/>
        </p:nvSpPr>
        <p:spPr>
          <a:xfrm>
            <a:off x="2692377" y="4471335"/>
            <a:ext cx="471849" cy="274468"/>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89" name="Conector recto de flecha 247">
            <a:extLst>
              <a:ext uri="{FF2B5EF4-FFF2-40B4-BE49-F238E27FC236}">
                <a16:creationId xmlns:a16="http://schemas.microsoft.com/office/drawing/2014/main" id="{9F481CF6-3CD6-440C-3781-6B8001CC05E3}"/>
              </a:ext>
            </a:extLst>
          </p:cNvPr>
          <p:cNvCxnSpPr>
            <a:cxnSpLocks/>
            <a:stCxn id="52" idx="1"/>
            <a:endCxn id="88" idx="3"/>
          </p:cNvCxnSpPr>
          <p:nvPr/>
        </p:nvCxnSpPr>
        <p:spPr>
          <a:xfrm flipH="1" flipV="1">
            <a:off x="3164226" y="4608569"/>
            <a:ext cx="21187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CuadroTexto 248">
            <a:extLst>
              <a:ext uri="{FF2B5EF4-FFF2-40B4-BE49-F238E27FC236}">
                <a16:creationId xmlns:a16="http://schemas.microsoft.com/office/drawing/2014/main" id="{16D4C55F-664E-AB98-9ABE-227FD5317581}"/>
              </a:ext>
            </a:extLst>
          </p:cNvPr>
          <p:cNvSpPr txBox="1"/>
          <p:nvPr/>
        </p:nvSpPr>
        <p:spPr>
          <a:xfrm>
            <a:off x="2344499" y="4833475"/>
            <a:ext cx="1340925"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92" name="Conector recto de flecha 250">
            <a:extLst>
              <a:ext uri="{FF2B5EF4-FFF2-40B4-BE49-F238E27FC236}">
                <a16:creationId xmlns:a16="http://schemas.microsoft.com/office/drawing/2014/main" id="{0DAD6785-6432-9160-C8FF-2083E2FC4A89}"/>
              </a:ext>
            </a:extLst>
          </p:cNvPr>
          <p:cNvCxnSpPr>
            <a:cxnSpLocks/>
            <a:stCxn id="88" idx="1"/>
            <a:endCxn id="91" idx="3"/>
          </p:cNvCxnSpPr>
          <p:nvPr/>
        </p:nvCxnSpPr>
        <p:spPr>
          <a:xfrm flipH="1">
            <a:off x="2368478" y="4608569"/>
            <a:ext cx="323899" cy="74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Conector: angular 254">
            <a:extLst>
              <a:ext uri="{FF2B5EF4-FFF2-40B4-BE49-F238E27FC236}">
                <a16:creationId xmlns:a16="http://schemas.microsoft.com/office/drawing/2014/main" id="{3E456F2B-5AF2-B3F2-70E2-22697F474466}"/>
              </a:ext>
            </a:extLst>
          </p:cNvPr>
          <p:cNvCxnSpPr>
            <a:cxnSpLocks/>
            <a:stCxn id="88" idx="0"/>
          </p:cNvCxnSpPr>
          <p:nvPr/>
        </p:nvCxnSpPr>
        <p:spPr>
          <a:xfrm rot="5400000" flipH="1" flipV="1">
            <a:off x="2704507" y="2976818"/>
            <a:ext cx="1718312" cy="1270722"/>
          </a:xfrm>
          <a:prstGeom prst="bentConnector3">
            <a:avLst>
              <a:gd name="adj1" fmla="val 8381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AE017FE-0938-B307-CB62-B99121DB54DA}"/>
              </a:ext>
            </a:extLst>
          </p:cNvPr>
          <p:cNvGrpSpPr/>
          <p:nvPr/>
        </p:nvGrpSpPr>
        <p:grpSpPr>
          <a:xfrm>
            <a:off x="1176439" y="5513933"/>
            <a:ext cx="1544863" cy="337344"/>
            <a:chOff x="1399964" y="5513933"/>
            <a:chExt cx="1544863" cy="337344"/>
          </a:xfrm>
        </p:grpSpPr>
        <p:sp>
          <p:nvSpPr>
            <p:cNvPr id="94" name="10 Rectángulo">
              <a:extLst>
                <a:ext uri="{FF2B5EF4-FFF2-40B4-BE49-F238E27FC236}">
                  <a16:creationId xmlns:a16="http://schemas.microsoft.com/office/drawing/2014/main" id="{5C4AE8FF-CC55-EAA4-E9E5-937335BB8F58}"/>
                </a:ext>
              </a:extLst>
            </p:cNvPr>
            <p:cNvSpPr/>
            <p:nvPr/>
          </p:nvSpPr>
          <p:spPr>
            <a:xfrm>
              <a:off x="1399964" y="5513933"/>
              <a:ext cx="1544863" cy="173471"/>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95" name="10 Rectángulo">
              <a:extLst>
                <a:ext uri="{FF2B5EF4-FFF2-40B4-BE49-F238E27FC236}">
                  <a16:creationId xmlns:a16="http://schemas.microsoft.com/office/drawing/2014/main" id="{694A8E38-DBB1-3158-3FD5-1E672099288C}"/>
                </a:ext>
              </a:extLst>
            </p:cNvPr>
            <p:cNvSpPr/>
            <p:nvPr/>
          </p:nvSpPr>
          <p:spPr>
            <a:xfrm>
              <a:off x="1399964" y="5720209"/>
              <a:ext cx="1012083" cy="131068"/>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lnSpc>
                  <a:spcPct val="90000"/>
                </a:lnSpc>
                <a:defRPr/>
              </a:pPr>
              <a:r>
                <a:rPr lang="es-ES" sz="800">
                  <a:solidFill>
                    <a:srgbClr val="696158"/>
                  </a:solidFill>
                  <a:latin typeface="Calibri"/>
                </a:rPr>
                <a:t>[Por completar]</a:t>
              </a:r>
              <a:endParaRPr lang="es-ES" sz="800" b="0" i="0" u="none" strike="noStrike" kern="1200" cap="none" spc="0" normalizeH="0" baseline="0" noProof="0">
                <a:ln>
                  <a:noFill/>
                </a:ln>
                <a:solidFill>
                  <a:srgbClr val="696158"/>
                </a:solidFill>
                <a:effectLst/>
                <a:uLnTx/>
                <a:uFillTx/>
                <a:latin typeface="Calibri"/>
                <a:ea typeface="Calibri"/>
                <a:cs typeface="Calibri"/>
              </a:endParaRPr>
            </a:p>
          </p:txBody>
        </p:sp>
      </p:grpSp>
      <p:sp>
        <p:nvSpPr>
          <p:cNvPr id="97" name="Rectangle: Rounded Corners 96">
            <a:extLst>
              <a:ext uri="{FF2B5EF4-FFF2-40B4-BE49-F238E27FC236}">
                <a16:creationId xmlns:a16="http://schemas.microsoft.com/office/drawing/2014/main" id="{15EC7DBE-3F61-F3B0-EB9A-D07BE3B4DA39}"/>
              </a:ext>
            </a:extLst>
          </p:cNvPr>
          <p:cNvSpPr/>
          <p:nvPr/>
        </p:nvSpPr>
        <p:spPr>
          <a:xfrm>
            <a:off x="2464423" y="2420617"/>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05" name="Rectangle: Rounded Corners 104">
            <a:extLst>
              <a:ext uri="{FF2B5EF4-FFF2-40B4-BE49-F238E27FC236}">
                <a16:creationId xmlns:a16="http://schemas.microsoft.com/office/drawing/2014/main" id="{CD9CB8BC-C41D-3F72-5DAD-0DA6CE273A05}"/>
              </a:ext>
            </a:extLst>
          </p:cNvPr>
          <p:cNvSpPr/>
          <p:nvPr/>
        </p:nvSpPr>
        <p:spPr>
          <a:xfrm>
            <a:off x="6060649" y="2611117"/>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2" name="Rectangle: Rounded Corners 111">
            <a:extLst>
              <a:ext uri="{FF2B5EF4-FFF2-40B4-BE49-F238E27FC236}">
                <a16:creationId xmlns:a16="http://schemas.microsoft.com/office/drawing/2014/main" id="{D1BA5792-B777-CB70-5219-119956A0DA5E}"/>
              </a:ext>
            </a:extLst>
          </p:cNvPr>
          <p:cNvSpPr/>
          <p:nvPr/>
        </p:nvSpPr>
        <p:spPr>
          <a:xfrm>
            <a:off x="3890673" y="310870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46" name="CuadroTexto 201">
            <a:extLst>
              <a:ext uri="{FF2B5EF4-FFF2-40B4-BE49-F238E27FC236}">
                <a16:creationId xmlns:a16="http://schemas.microsoft.com/office/drawing/2014/main" id="{62BEF878-B9E0-4839-93F6-EA9D4D14D7CC}"/>
              </a:ext>
            </a:extLst>
          </p:cNvPr>
          <p:cNvSpPr txBox="1"/>
          <p:nvPr/>
        </p:nvSpPr>
        <p:spPr>
          <a:xfrm>
            <a:off x="3487034" y="4155223"/>
            <a:ext cx="1178208" cy="123111"/>
          </a:xfrm>
          <a:prstGeom prst="rect">
            <a:avLst/>
          </a:prstGeom>
          <a:solidFill>
            <a:srgbClr val="FFFFFF"/>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7" name="10 Rectángulo">
            <a:extLst>
              <a:ext uri="{FF2B5EF4-FFF2-40B4-BE49-F238E27FC236}">
                <a16:creationId xmlns:a16="http://schemas.microsoft.com/office/drawing/2014/main" id="{197D1879-4599-A66E-C1BB-E3C4D7E2F4D1}"/>
              </a:ext>
            </a:extLst>
          </p:cNvPr>
          <p:cNvSpPr/>
          <p:nvPr/>
        </p:nvSpPr>
        <p:spPr>
          <a:xfrm>
            <a:off x="5114613" y="3797660"/>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34" name="Rectangle: Rounded Corners 133">
            <a:extLst>
              <a:ext uri="{FF2B5EF4-FFF2-40B4-BE49-F238E27FC236}">
                <a16:creationId xmlns:a16="http://schemas.microsoft.com/office/drawing/2014/main" id="{AEA8B802-E276-B614-A1F9-7184FDA4A5AF}"/>
              </a:ext>
            </a:extLst>
          </p:cNvPr>
          <p:cNvSpPr/>
          <p:nvPr/>
        </p:nvSpPr>
        <p:spPr>
          <a:xfrm>
            <a:off x="6060649" y="3744305"/>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64" name="10 Rectángulo">
            <a:extLst>
              <a:ext uri="{FF2B5EF4-FFF2-40B4-BE49-F238E27FC236}">
                <a16:creationId xmlns:a16="http://schemas.microsoft.com/office/drawing/2014/main" id="{7F2BAAD8-B38C-469D-8BE1-88898C3651F2}"/>
              </a:ext>
            </a:extLst>
          </p:cNvPr>
          <p:cNvSpPr/>
          <p:nvPr/>
        </p:nvSpPr>
        <p:spPr>
          <a:xfrm>
            <a:off x="5149904" y="5505826"/>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35" name="Rectangle: Rounded Corners 134">
            <a:extLst>
              <a:ext uri="{FF2B5EF4-FFF2-40B4-BE49-F238E27FC236}">
                <a16:creationId xmlns:a16="http://schemas.microsoft.com/office/drawing/2014/main" id="{E94F2CFC-DF62-5064-DC62-F02BEF6C0417}"/>
              </a:ext>
            </a:extLst>
          </p:cNvPr>
          <p:cNvSpPr/>
          <p:nvPr/>
        </p:nvSpPr>
        <p:spPr>
          <a:xfrm>
            <a:off x="6076837" y="5424494"/>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grpSp>
        <p:nvGrpSpPr>
          <p:cNvPr id="172" name="Group 171">
            <a:extLst>
              <a:ext uri="{FF2B5EF4-FFF2-40B4-BE49-F238E27FC236}">
                <a16:creationId xmlns:a16="http://schemas.microsoft.com/office/drawing/2014/main" id="{AB2880FD-9F00-824E-1CFD-32E2FA8F8B71}"/>
              </a:ext>
            </a:extLst>
          </p:cNvPr>
          <p:cNvGrpSpPr/>
          <p:nvPr/>
        </p:nvGrpSpPr>
        <p:grpSpPr>
          <a:xfrm>
            <a:off x="6502755" y="6001813"/>
            <a:ext cx="1371995" cy="476981"/>
            <a:chOff x="7279263" y="5531273"/>
            <a:chExt cx="1371995" cy="476981"/>
          </a:xfrm>
        </p:grpSpPr>
        <p:sp>
          <p:nvSpPr>
            <p:cNvPr id="68" name="10 Rectángulo">
              <a:extLst>
                <a:ext uri="{FF2B5EF4-FFF2-40B4-BE49-F238E27FC236}">
                  <a16:creationId xmlns:a16="http://schemas.microsoft.com/office/drawing/2014/main" id="{AAD8F5C7-122E-8ABD-ED41-7BF46E7B1A60}"/>
                </a:ext>
              </a:extLst>
            </p:cNvPr>
            <p:cNvSpPr/>
            <p:nvPr/>
          </p:nvSpPr>
          <p:spPr>
            <a:xfrm>
              <a:off x="7279263" y="5595864"/>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36" name="Rectangle: Rounded Corners 135">
              <a:extLst>
                <a:ext uri="{FF2B5EF4-FFF2-40B4-BE49-F238E27FC236}">
                  <a16:creationId xmlns:a16="http://schemas.microsoft.com/office/drawing/2014/main" id="{7B403883-A371-8FE7-4FFF-3902ABDBAC1A}"/>
                </a:ext>
              </a:extLst>
            </p:cNvPr>
            <p:cNvSpPr/>
            <p:nvPr/>
          </p:nvSpPr>
          <p:spPr>
            <a:xfrm>
              <a:off x="7788002" y="5531273"/>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grpSp>
      <p:sp>
        <p:nvSpPr>
          <p:cNvPr id="174" name="Title 1">
            <a:extLst>
              <a:ext uri="{FF2B5EF4-FFF2-40B4-BE49-F238E27FC236}">
                <a16:creationId xmlns:a16="http://schemas.microsoft.com/office/drawing/2014/main" id="{4B121AC8-8A9B-71A3-4BD9-E0E703160887}"/>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t/>
            </a:r>
            <a:endParaRPr lang="es-CL"/>
          </a:p>
        </p:txBody>
      </p:sp>
      <p:sp>
        <p:nvSpPr>
          <p:cNvPr id="175" name="Rectangle: Rounded Corners 174">
            <a:extLst>
              <a:ext uri="{FF2B5EF4-FFF2-40B4-BE49-F238E27FC236}">
                <a16:creationId xmlns:a16="http://schemas.microsoft.com/office/drawing/2014/main" id="{06839373-7BA2-A06A-BBE5-4F436DFD26AD}"/>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2" name="Rectangle: Rounded Corners 1">
            <a:extLst>
              <a:ext uri="{FF2B5EF4-FFF2-40B4-BE49-F238E27FC236}">
                <a16:creationId xmlns:a16="http://schemas.microsoft.com/office/drawing/2014/main" id="{9441292B-5D1B-7CD5-84A6-17D165D9CB0E}"/>
              </a:ext>
            </a:extLst>
          </p:cNvPr>
          <p:cNvSpPr/>
          <p:nvPr/>
        </p:nvSpPr>
        <p:spPr>
          <a:xfrm>
            <a:off x="6060649" y="1898986"/>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 name="Rectangle: Rounded Corners 11">
            <a:extLst>
              <a:ext uri="{FF2B5EF4-FFF2-40B4-BE49-F238E27FC236}">
                <a16:creationId xmlns:a16="http://schemas.microsoft.com/office/drawing/2014/main" id="{85F3C6F0-58DC-7476-A311-2EC9BC16C3E9}"/>
              </a:ext>
            </a:extLst>
          </p:cNvPr>
          <p:cNvSpPr/>
          <p:nvPr/>
        </p:nvSpPr>
        <p:spPr>
          <a:xfrm>
            <a:off x="4364575" y="4334945"/>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4" name="Rectangle: Rounded Corners 3">
            <a:extLst>
              <a:ext uri="{FF2B5EF4-FFF2-40B4-BE49-F238E27FC236}">
                <a16:creationId xmlns:a16="http://schemas.microsoft.com/office/drawing/2014/main" id="{93D9DE7C-50BE-3036-16DB-F7CEBFE5D8E2}"/>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5" name="Rectangle: Rounded Corners 36">
            <a:extLst>
              <a:ext uri="{FF2B5EF4-FFF2-40B4-BE49-F238E27FC236}">
                <a16:creationId xmlns:a16="http://schemas.microsoft.com/office/drawing/2014/main" id="{744E3F47-5D76-5942-4208-CB5FDF253C9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13" name="10 Rectángulo">
            <a:extLst>
              <a:ext uri="{FF2B5EF4-FFF2-40B4-BE49-F238E27FC236}">
                <a16:creationId xmlns:a16="http://schemas.microsoft.com/office/drawing/2014/main" id="{CB429FA0-26EC-9459-2C49-7A04C6CFC1B1}"/>
              </a:ext>
            </a:extLst>
          </p:cNvPr>
          <p:cNvSpPr/>
          <p:nvPr/>
        </p:nvSpPr>
        <p:spPr>
          <a:xfrm>
            <a:off x="5074404" y="2737328"/>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51" name="CuadroTexto 237">
            <a:extLst>
              <a:ext uri="{FF2B5EF4-FFF2-40B4-BE49-F238E27FC236}">
                <a16:creationId xmlns:a16="http://schemas.microsoft.com/office/drawing/2014/main" id="{4545F091-2305-DF01-618C-4809172C72C4}"/>
              </a:ext>
            </a:extLst>
          </p:cNvPr>
          <p:cNvSpPr txBox="1"/>
          <p:nvPr/>
        </p:nvSpPr>
        <p:spPr>
          <a:xfrm>
            <a:off x="2548759" y="4436609"/>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0" name="CuadroTexto 237">
            <a:extLst>
              <a:ext uri="{FF2B5EF4-FFF2-40B4-BE49-F238E27FC236}">
                <a16:creationId xmlns:a16="http://schemas.microsoft.com/office/drawing/2014/main" id="{6163B0AF-319F-8F4E-B5C6-5E8EC9424228}"/>
              </a:ext>
            </a:extLst>
          </p:cNvPr>
          <p:cNvSpPr txBox="1"/>
          <p:nvPr/>
        </p:nvSpPr>
        <p:spPr>
          <a:xfrm>
            <a:off x="2965825" y="4093667"/>
            <a:ext cx="193229"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7" name="Oval 2">
            <a:extLst>
              <a:ext uri="{FF2B5EF4-FFF2-40B4-BE49-F238E27FC236}">
                <a16:creationId xmlns:a16="http://schemas.microsoft.com/office/drawing/2014/main" id="{0AC5E0F3-B73E-8EFB-2F84-609CB1CD8E80}"/>
              </a:ext>
            </a:extLst>
          </p:cNvPr>
          <p:cNvSpPr/>
          <p:nvPr/>
        </p:nvSpPr>
        <p:spPr>
          <a:xfrm>
            <a:off x="8071180" y="5952560"/>
            <a:ext cx="1187497" cy="64008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i="0" u="none" strike="noStrike" kern="1200" cap="none" spc="0" normalizeH="0" baseline="0" noProof="0" err="1">
                <a:ln>
                  <a:noFill/>
                </a:ln>
                <a:solidFill>
                  <a:srgbClr val="696158"/>
                </a:solidFill>
                <a:effectLst/>
                <a:uLnTx/>
                <a:uFillTx/>
                <a:latin typeface="Calibri"/>
                <a:ea typeface="+mn-ea"/>
                <a:cs typeface="+mn-cs"/>
              </a:rPr>
              <a:t>[Por completar]</a:t>
            </a:r>
            <a:r>
              <a:rPr kumimoji="0" lang="en-GB" sz="900" i="0" u="none" strike="noStrike" kern="1200" cap="none" spc="0" normalizeH="0" baseline="0" noProof="0">
                <a:ln>
                  <a:noFill/>
                </a:ln>
                <a:solidFill>
                  <a:srgbClr val="696158"/>
                </a:solidFill>
                <a:effectLst/>
                <a:uLnTx/>
                <a:uFillTx/>
                <a:latin typeface="Calibri"/>
                <a:ea typeface="+mn-ea"/>
                <a:cs typeface="+mn-cs"/>
              </a:rPr>
              <a:t/>
            </a:r>
            <a:r>
              <a:rPr kumimoji="0" lang="en-GB" sz="900" i="0" u="none" strike="noStrike" kern="1200" cap="none" spc="0" normalizeH="0" baseline="0" noProof="0" err="1">
                <a:ln>
                  <a:noFill/>
                </a:ln>
                <a:solidFill>
                  <a:srgbClr val="696158"/>
                </a:solidFill>
                <a:effectLst/>
                <a:uLnTx/>
                <a:uFillTx/>
                <a:latin typeface="Calibri"/>
                <a:ea typeface="+mn-ea"/>
                <a:cs typeface="+mn-cs"/>
              </a:rPr>
              <a:t/>
            </a:r>
            <a:endParaRPr kumimoji="0" lang="en-GB" sz="900" i="0" u="none" strike="noStrike" kern="1200" cap="none" spc="0" normalizeH="0" baseline="0" noProof="0">
              <a:ln>
                <a:noFill/>
              </a:ln>
              <a:solidFill>
                <a:srgbClr val="696158"/>
              </a:solidFill>
              <a:effectLst/>
              <a:uLnTx/>
              <a:uFillTx/>
              <a:latin typeface="Calibri"/>
              <a:ea typeface="+mn-ea"/>
              <a:cs typeface="+mn-cs"/>
            </a:endParaRPr>
          </a:p>
        </p:txBody>
      </p:sp>
      <p:cxnSp>
        <p:nvCxnSpPr>
          <p:cNvPr id="9" name="Conector recto de flecha 225">
            <a:extLst>
              <a:ext uri="{FF2B5EF4-FFF2-40B4-BE49-F238E27FC236}">
                <a16:creationId xmlns:a16="http://schemas.microsoft.com/office/drawing/2014/main" id="{1C16BE5E-8726-72C5-F03C-D05CF885485F}"/>
              </a:ext>
            </a:extLst>
          </p:cNvPr>
          <p:cNvCxnSpPr>
            <a:cxnSpLocks/>
          </p:cNvCxnSpPr>
          <p:nvPr/>
        </p:nvCxnSpPr>
        <p:spPr>
          <a:xfrm>
            <a:off x="7874750" y="6272600"/>
            <a:ext cx="19643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upo 18">
            <a:extLst>
              <a:ext uri="{FF2B5EF4-FFF2-40B4-BE49-F238E27FC236}">
                <a16:creationId xmlns:a16="http://schemas.microsoft.com/office/drawing/2014/main" id="{129BE5A1-6BFB-A3BD-1046-47330B308E34}"/>
              </a:ext>
            </a:extLst>
          </p:cNvPr>
          <p:cNvGrpSpPr/>
          <p:nvPr/>
        </p:nvGrpSpPr>
        <p:grpSpPr>
          <a:xfrm>
            <a:off x="8221885" y="5301211"/>
            <a:ext cx="686703" cy="567941"/>
            <a:chOff x="8136083" y="3402403"/>
            <a:chExt cx="942610" cy="1062738"/>
          </a:xfrm>
        </p:grpSpPr>
        <p:pic>
          <p:nvPicPr>
            <p:cNvPr id="20" name="Gráfico 19" descr="Documento con relleno sólido">
              <a:extLst>
                <a:ext uri="{FF2B5EF4-FFF2-40B4-BE49-F238E27FC236}">
                  <a16:creationId xmlns:a16="http://schemas.microsoft.com/office/drawing/2014/main" id="{532CF844-E6DE-0E6A-69F1-8C982732BA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54001" y="3402403"/>
              <a:ext cx="475071" cy="475071"/>
            </a:xfrm>
            <a:prstGeom prst="rect">
              <a:avLst/>
            </a:prstGeom>
          </p:spPr>
        </p:pic>
        <p:sp>
          <p:nvSpPr>
            <p:cNvPr id="21" name="Rectangle: Rounded Corners 10">
              <a:extLst>
                <a:ext uri="{FF2B5EF4-FFF2-40B4-BE49-F238E27FC236}">
                  <a16:creationId xmlns:a16="http://schemas.microsoft.com/office/drawing/2014/main" id="{5E795179-60A1-1EEE-5BA6-6D56C224BCE8}"/>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grpSp>
      <p:sp>
        <p:nvSpPr>
          <p:cNvPr id="11" name="Rombo 185">
            <a:extLst>
              <a:ext uri="{FF2B5EF4-FFF2-40B4-BE49-F238E27FC236}">
                <a16:creationId xmlns:a16="http://schemas.microsoft.com/office/drawing/2014/main" id="{D05BE19F-63EC-6FD0-6144-1C880958D1AB}"/>
              </a:ext>
            </a:extLst>
          </p:cNvPr>
          <p:cNvSpPr/>
          <p:nvPr/>
        </p:nvSpPr>
        <p:spPr>
          <a:xfrm>
            <a:off x="5561543" y="4914374"/>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17" name="CuadroTexto 207">
            <a:extLst>
              <a:ext uri="{FF2B5EF4-FFF2-40B4-BE49-F238E27FC236}">
                <a16:creationId xmlns:a16="http://schemas.microsoft.com/office/drawing/2014/main" id="{5EBA629B-CBC9-BF8E-661D-ACFB18C82B02}"/>
              </a:ext>
            </a:extLst>
          </p:cNvPr>
          <p:cNvSpPr txBox="1"/>
          <p:nvPr/>
        </p:nvSpPr>
        <p:spPr>
          <a:xfrm>
            <a:off x="6081903" y="4912576"/>
            <a:ext cx="11224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[Por completar]</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18" name="Conector recto de flecha 228">
            <a:extLst>
              <a:ext uri="{FF2B5EF4-FFF2-40B4-BE49-F238E27FC236}">
                <a16:creationId xmlns:a16="http://schemas.microsoft.com/office/drawing/2014/main" id="{EDC7EBC2-B286-1838-635F-205866948BEE}"/>
              </a:ext>
            </a:extLst>
          </p:cNvPr>
          <p:cNvCxnSpPr>
            <a:cxnSpLocks/>
          </p:cNvCxnSpPr>
          <p:nvPr/>
        </p:nvCxnSpPr>
        <p:spPr>
          <a:xfrm>
            <a:off x="5796680" y="4768307"/>
            <a:ext cx="0" cy="18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uadroTexto 241">
            <a:extLst>
              <a:ext uri="{FF2B5EF4-FFF2-40B4-BE49-F238E27FC236}">
                <a16:creationId xmlns:a16="http://schemas.microsoft.com/office/drawing/2014/main" id="{7FBB85E0-7C91-83FF-E05C-A6C48E8EB1BF}"/>
              </a:ext>
            </a:extLst>
          </p:cNvPr>
          <p:cNvSpPr txBox="1"/>
          <p:nvPr/>
        </p:nvSpPr>
        <p:spPr>
          <a:xfrm>
            <a:off x="5881613" y="4757208"/>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28" name="CuadroTexto 241">
            <a:extLst>
              <a:ext uri="{FF2B5EF4-FFF2-40B4-BE49-F238E27FC236}">
                <a16:creationId xmlns:a16="http://schemas.microsoft.com/office/drawing/2014/main" id="{C7508CD4-1BA3-A6CD-BA41-DF2E97CD26FA}"/>
              </a:ext>
            </a:extLst>
          </p:cNvPr>
          <p:cNvSpPr txBox="1"/>
          <p:nvPr/>
        </p:nvSpPr>
        <p:spPr>
          <a:xfrm>
            <a:off x="5380368" y="4919227"/>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no</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76" name="Conector: angular 75">
            <a:extLst>
              <a:ext uri="{FF2B5EF4-FFF2-40B4-BE49-F238E27FC236}">
                <a16:creationId xmlns:a16="http://schemas.microsoft.com/office/drawing/2014/main" id="{56AF3C61-7180-F8B6-4FEA-9F44EE4D11FA}"/>
              </a:ext>
            </a:extLst>
          </p:cNvPr>
          <p:cNvCxnSpPr>
            <a:cxnSpLocks/>
            <a:stCxn id="11" idx="1"/>
            <a:endCxn id="65" idx="0"/>
          </p:cNvCxnSpPr>
          <p:nvPr/>
        </p:nvCxnSpPr>
        <p:spPr>
          <a:xfrm rot="10800000" flipH="1" flipV="1">
            <a:off x="5561543" y="5057988"/>
            <a:ext cx="239068" cy="1061665"/>
          </a:xfrm>
          <a:prstGeom prst="bentConnector4">
            <a:avLst>
              <a:gd name="adj1" fmla="val -317462"/>
              <a:gd name="adj2" fmla="val 8949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254">
            <a:extLst>
              <a:ext uri="{FF2B5EF4-FFF2-40B4-BE49-F238E27FC236}">
                <a16:creationId xmlns:a16="http://schemas.microsoft.com/office/drawing/2014/main" id="{D6BA040E-4CEF-F086-0435-D6B3C32A6164}"/>
              </a:ext>
            </a:extLst>
          </p:cNvPr>
          <p:cNvCxnSpPr>
            <a:cxnSpLocks/>
            <a:stCxn id="91" idx="1"/>
            <a:endCxn id="33" idx="1"/>
          </p:cNvCxnSpPr>
          <p:nvPr/>
        </p:nvCxnSpPr>
        <p:spPr>
          <a:xfrm rot="10800000" flipH="1">
            <a:off x="996483" y="2176221"/>
            <a:ext cx="4118130" cy="2439770"/>
          </a:xfrm>
          <a:prstGeom prst="bentConnector3">
            <a:avLst>
              <a:gd name="adj1" fmla="val 948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CuadroTexto 248">
            <a:extLst>
              <a:ext uri="{FF2B5EF4-FFF2-40B4-BE49-F238E27FC236}">
                <a16:creationId xmlns:a16="http://schemas.microsoft.com/office/drawing/2014/main" id="{96ECB9B3-3A12-80BC-1F4D-D9FA590626D6}"/>
              </a:ext>
            </a:extLst>
          </p:cNvPr>
          <p:cNvSpPr txBox="1"/>
          <p:nvPr/>
        </p:nvSpPr>
        <p:spPr>
          <a:xfrm>
            <a:off x="1683078" y="3380520"/>
            <a:ext cx="1180241" cy="492443"/>
          </a:xfrm>
          <a:prstGeom prst="rect">
            <a:avLst/>
          </a:prstGeom>
          <a:noFill/>
        </p:spPr>
        <p:txBody>
          <a:bodyPr wrap="square" lIns="0" tIns="0" rIns="0" bIns="0" rtlCol="0" anchor="t">
            <a:spAutoFit/>
          </a:bodyPr>
          <a:lstStyle/>
          <a:p>
            <a:pPr marL="171450" indent="-171450">
              <a:buFont typeface="Arial" panose="020B0604020202020204" pitchFamily="34" charset="0"/>
              <a:buChar char="•"/>
              <a:defRPr/>
            </a:pPr>
            <a:r>
              <a:rPr lang="es-CL" sz="800">
                <a:solidFill>
                  <a:srgbClr val="696158"/>
                </a:solidFill>
                <a:latin typeface="Calibri"/>
                <a:ea typeface="Calibri"/>
                <a:cs typeface="Calibri"/>
              </a:rPr>
              <a:t>[Por completar]</a:t>
            </a:r>
            <a:endParaRPr lang="es-ES"/>
          </a:p>
          <a:p>
            <a:pPr marL="171450" indent="-171450">
              <a:buFont typeface="Arial" panose="020B0604020202020204" pitchFamily="34" charset="0"/>
              <a:buChar char="•"/>
              <a:defRPr/>
            </a:pPr>
            <a:r>
              <a:rPr lang="es-CL" sz="800">
                <a:solidFill>
                  <a:srgbClr val="696158"/>
                </a:solidFill>
                <a:latin typeface="Calibri"/>
                <a:ea typeface="Calibri"/>
                <a:cs typeface="Calibri"/>
              </a:rPr>
              <a:t>[Por completar]</a:t>
            </a:r>
            <a:endParaRPr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91" name="10 Rectángulo">
            <a:extLst>
              <a:ext uri="{FF2B5EF4-FFF2-40B4-BE49-F238E27FC236}">
                <a16:creationId xmlns:a16="http://schemas.microsoft.com/office/drawing/2014/main" id="{4ADBE4CF-189F-44D1-E2EF-EE774B6802E2}"/>
              </a:ext>
            </a:extLst>
          </p:cNvPr>
          <p:cNvSpPr/>
          <p:nvPr/>
        </p:nvSpPr>
        <p:spPr>
          <a:xfrm>
            <a:off x="996483" y="4409796"/>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37" name="Rectangle: Rounded Corners 136">
            <a:extLst>
              <a:ext uri="{FF2B5EF4-FFF2-40B4-BE49-F238E27FC236}">
                <a16:creationId xmlns:a16="http://schemas.microsoft.com/office/drawing/2014/main" id="{0D30F6AA-4E85-8633-92D1-59501B4CBEEC}"/>
              </a:ext>
            </a:extLst>
          </p:cNvPr>
          <p:cNvSpPr/>
          <p:nvPr/>
        </p:nvSpPr>
        <p:spPr>
          <a:xfrm>
            <a:off x="1505223" y="433846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41" name="Rombo 142">
            <a:extLst>
              <a:ext uri="{FF2B5EF4-FFF2-40B4-BE49-F238E27FC236}">
                <a16:creationId xmlns:a16="http://schemas.microsoft.com/office/drawing/2014/main" id="{FBA001E0-399D-31CC-B920-1AF2C6EF9F41}"/>
              </a:ext>
            </a:extLst>
          </p:cNvPr>
          <p:cNvSpPr/>
          <p:nvPr/>
        </p:nvSpPr>
        <p:spPr>
          <a:xfrm>
            <a:off x="6687310" y="2365192"/>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3" name="CuadroTexto 191">
            <a:extLst>
              <a:ext uri="{FF2B5EF4-FFF2-40B4-BE49-F238E27FC236}">
                <a16:creationId xmlns:a16="http://schemas.microsoft.com/office/drawing/2014/main" id="{9610782F-9F9E-9035-5456-FD3E24E0B194}"/>
              </a:ext>
            </a:extLst>
          </p:cNvPr>
          <p:cNvSpPr txBox="1"/>
          <p:nvPr/>
        </p:nvSpPr>
        <p:spPr>
          <a:xfrm>
            <a:off x="5241447" y="2441195"/>
            <a:ext cx="1444942"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50" name="Conector: angular 254">
            <a:extLst>
              <a:ext uri="{FF2B5EF4-FFF2-40B4-BE49-F238E27FC236}">
                <a16:creationId xmlns:a16="http://schemas.microsoft.com/office/drawing/2014/main" id="{8308DA7C-E6FD-E4CC-88B6-AD2CC0B18E98}"/>
              </a:ext>
            </a:extLst>
          </p:cNvPr>
          <p:cNvCxnSpPr>
            <a:cxnSpLocks/>
            <a:stCxn id="4" idx="3"/>
          </p:cNvCxnSpPr>
          <p:nvPr/>
        </p:nvCxnSpPr>
        <p:spPr>
          <a:xfrm flipV="1">
            <a:off x="3310670" y="2176221"/>
            <a:ext cx="1772617" cy="573492"/>
          </a:xfrm>
          <a:prstGeom prst="bentConnector3">
            <a:avLst>
              <a:gd name="adj1" fmla="val 969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ector: angular 254">
            <a:extLst>
              <a:ext uri="{FF2B5EF4-FFF2-40B4-BE49-F238E27FC236}">
                <a16:creationId xmlns:a16="http://schemas.microsoft.com/office/drawing/2014/main" id="{6033D3FB-3EF5-5CC0-7C09-9C8EE8BDFCEE}"/>
              </a:ext>
            </a:extLst>
          </p:cNvPr>
          <p:cNvCxnSpPr>
            <a:cxnSpLocks/>
            <a:stCxn id="33" idx="3"/>
            <a:endCxn id="41" idx="0"/>
          </p:cNvCxnSpPr>
          <p:nvPr/>
        </p:nvCxnSpPr>
        <p:spPr>
          <a:xfrm>
            <a:off x="6486608" y="2176221"/>
            <a:ext cx="439770" cy="18897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ector: angular 254">
            <a:extLst>
              <a:ext uri="{FF2B5EF4-FFF2-40B4-BE49-F238E27FC236}">
                <a16:creationId xmlns:a16="http://schemas.microsoft.com/office/drawing/2014/main" id="{A92804FE-CD3A-1EC8-B071-FE6CEC4E4B2A}"/>
              </a:ext>
            </a:extLst>
          </p:cNvPr>
          <p:cNvCxnSpPr>
            <a:cxnSpLocks/>
            <a:stCxn id="41" idx="2"/>
            <a:endCxn id="13" idx="3"/>
          </p:cNvCxnSpPr>
          <p:nvPr/>
        </p:nvCxnSpPr>
        <p:spPr>
          <a:xfrm rot="5400000">
            <a:off x="6540839" y="2557983"/>
            <a:ext cx="291101" cy="47997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CuadroTexto 235">
            <a:extLst>
              <a:ext uri="{FF2B5EF4-FFF2-40B4-BE49-F238E27FC236}">
                <a16:creationId xmlns:a16="http://schemas.microsoft.com/office/drawing/2014/main" id="{003FFD4F-1F2E-DDDC-C411-3BFFBED97234}"/>
              </a:ext>
            </a:extLst>
          </p:cNvPr>
          <p:cNvSpPr txBox="1"/>
          <p:nvPr/>
        </p:nvSpPr>
        <p:spPr>
          <a:xfrm>
            <a:off x="6977904" y="2678547"/>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cxnSp>
        <p:nvCxnSpPr>
          <p:cNvPr id="111" name="Conector recto de flecha 240">
            <a:extLst>
              <a:ext uri="{FF2B5EF4-FFF2-40B4-BE49-F238E27FC236}">
                <a16:creationId xmlns:a16="http://schemas.microsoft.com/office/drawing/2014/main" id="{CAC62C7F-EEDA-C731-B90C-D46F39F739F4}"/>
              </a:ext>
            </a:extLst>
          </p:cNvPr>
          <p:cNvCxnSpPr>
            <a:cxnSpLocks/>
          </p:cNvCxnSpPr>
          <p:nvPr/>
        </p:nvCxnSpPr>
        <p:spPr>
          <a:xfrm flipV="1">
            <a:off x="4194838" y="2176221"/>
            <a:ext cx="2140" cy="8330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ector recto de flecha 240">
            <a:extLst>
              <a:ext uri="{FF2B5EF4-FFF2-40B4-BE49-F238E27FC236}">
                <a16:creationId xmlns:a16="http://schemas.microsoft.com/office/drawing/2014/main" id="{53E62AA8-C411-A3BC-00CD-E383E7D96C7E}"/>
              </a:ext>
            </a:extLst>
          </p:cNvPr>
          <p:cNvCxnSpPr>
            <a:cxnSpLocks/>
            <a:stCxn id="41" idx="3"/>
          </p:cNvCxnSpPr>
          <p:nvPr/>
        </p:nvCxnSpPr>
        <p:spPr>
          <a:xfrm flipV="1">
            <a:off x="7165445" y="2493490"/>
            <a:ext cx="69811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CuadroTexto 235">
            <a:extLst>
              <a:ext uri="{FF2B5EF4-FFF2-40B4-BE49-F238E27FC236}">
                <a16:creationId xmlns:a16="http://schemas.microsoft.com/office/drawing/2014/main" id="{95BE6D33-48E0-73EB-AA7C-6E9DD4B047C1}"/>
              </a:ext>
            </a:extLst>
          </p:cNvPr>
          <p:cNvSpPr txBox="1"/>
          <p:nvPr/>
        </p:nvSpPr>
        <p:spPr>
          <a:xfrm>
            <a:off x="7211518" y="2364936"/>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119" name="Rectangle: Rounded Corners 11">
            <a:extLst>
              <a:ext uri="{FF2B5EF4-FFF2-40B4-BE49-F238E27FC236}">
                <a16:creationId xmlns:a16="http://schemas.microsoft.com/office/drawing/2014/main" id="{4F6C2BDA-012C-9702-B9B5-E2FFF0F745C4}"/>
              </a:ext>
            </a:extLst>
          </p:cNvPr>
          <p:cNvSpPr/>
          <p:nvPr/>
        </p:nvSpPr>
        <p:spPr>
          <a:xfrm>
            <a:off x="7874750" y="2429446"/>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34494176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CE248-DD64-9975-0796-535DC3FBA68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332527C-4616-461D-F213-9BAA626D1550}"/>
              </a:ext>
            </a:extLst>
          </p:cNvPr>
          <p:cNvGraphicFramePr>
            <a:graphicFrameLocks/>
          </p:cNvGraphicFramePr>
          <p:nvPr>
            <p:custDataLst>
              <p:tags r:id="rId1"/>
            </p:custDataLst>
            <p:extLst>
              <p:ext uri="{D42A27DB-BD31-4B8C-83A1-F6EECF244321}">
                <p14:modId xmlns:p14="http://schemas.microsoft.com/office/powerpoint/2010/main" val="24685841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A332527C-4616-461D-F213-9BAA626D15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2E1B192-7107-4C1D-281F-BF36DF63AA66}"/>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a:t/>
            </a:r>
          </a:p>
        </p:txBody>
      </p:sp>
      <p:graphicFrame>
        <p:nvGraphicFramePr>
          <p:cNvPr id="20" name="Table 19">
            <a:extLst>
              <a:ext uri="{FF2B5EF4-FFF2-40B4-BE49-F238E27FC236}">
                <a16:creationId xmlns:a16="http://schemas.microsoft.com/office/drawing/2014/main" id="{EADFB510-5C3C-19D1-3CBD-7267D626920F}"/>
              </a:ext>
            </a:extLst>
          </p:cNvPr>
          <p:cNvGraphicFramePr>
            <a:graphicFrameLocks noGrp="1"/>
          </p:cNvGraphicFramePr>
          <p:nvPr>
            <p:extLst>
              <p:ext uri="{D42A27DB-BD31-4B8C-83A1-F6EECF244321}">
                <p14:modId xmlns:p14="http://schemas.microsoft.com/office/powerpoint/2010/main" val="2985474635"/>
              </p:ext>
            </p:extLst>
          </p:nvPr>
        </p:nvGraphicFramePr>
        <p:xfrm>
          <a:off x="1255687" y="829344"/>
          <a:ext cx="10222074" cy="6009563"/>
        </p:xfrm>
        <a:graphic>
          <a:graphicData uri="http://schemas.openxmlformats.org/drawingml/2006/table">
            <a:tbl>
              <a:tblPr>
                <a:tableStyleId>{2D5ABB26-0587-4C30-8999-92F81FD0307C}</a:tableStyleId>
              </a:tblPr>
              <a:tblGrid>
                <a:gridCol w="2500924">
                  <a:extLst>
                    <a:ext uri="{9D8B030D-6E8A-4147-A177-3AD203B41FA5}">
                      <a16:colId xmlns:a16="http://schemas.microsoft.com/office/drawing/2014/main" val="741832067"/>
                    </a:ext>
                  </a:extLst>
                </a:gridCol>
                <a:gridCol w="4313792">
                  <a:extLst>
                    <a:ext uri="{9D8B030D-6E8A-4147-A177-3AD203B41FA5}">
                      <a16:colId xmlns:a16="http://schemas.microsoft.com/office/drawing/2014/main" val="2629782098"/>
                    </a:ext>
                  </a:extLst>
                </a:gridCol>
                <a:gridCol w="3407358">
                  <a:extLst>
                    <a:ext uri="{9D8B030D-6E8A-4147-A177-3AD203B41FA5}">
                      <a16:colId xmlns:a16="http://schemas.microsoft.com/office/drawing/2014/main" val="1732901862"/>
                    </a:ext>
                  </a:extLst>
                </a:gridCol>
              </a:tblGrid>
              <a:tr h="406853">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12700" cap="flat" cmpd="sng" algn="ctr">
                      <a:solidFill>
                        <a:schemeClr val="bg1">
                          <a:lumMod val="65000"/>
                        </a:schemeClr>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67844">
                <a:tc rowSpan="2">
                  <a:txBody>
                    <a:bodyPr/>
                    <a:lstStyle/>
                    <a:p>
                      <a:pPr algn="l" fontAlgn="ctr"/>
                      <a:r>
                        <a:rPr lang="es-CL" sz="1100" b="0" i="0" u="none" strike="noStrike" kern="1200">
                          <a:solidFill>
                            <a:srgbClr val="696158"/>
                          </a:solidFill>
                          <a:effectLst/>
                          <a:latin typeface="Calibri"/>
                          <a:ea typeface="+mn-ea"/>
                          <a:cs typeface="+mn-cs"/>
                        </a:rPr>
                        <a:t>[Por completar]</a:t>
                      </a:r>
                    </a:p>
                  </a:txBody>
                  <a:tcPr marL="27432" marR="27432" marT="27432" marB="27432" anchor="ct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267844">
                <a:tc vMerge="1">
                  <a:txBody>
                    <a:bodyPr/>
                    <a:lstStyle/>
                    <a:p>
                      <a:pPr algn="l" fontAlgn="ctr"/>
                      <a:endParaRPr lang="es-CL" sz="1100" b="0" i="0" u="none" strike="noStrike" kern="1200">
                        <a:solidFill>
                          <a:srgbClr val="696158"/>
                        </a:solidFill>
                        <a:effectLst/>
                        <a:latin typeface="Calibri"/>
                        <a:ea typeface="+mn-ea"/>
                        <a:cs typeface="+mn-cs"/>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59919268"/>
                  </a:ext>
                </a:extLst>
              </a:tr>
              <a:tr h="206252">
                <a:tc rowSpan="3">
                  <a:txBody>
                    <a:bodyPr/>
                    <a:lstStyle/>
                    <a:p>
                      <a:pPr algn="l" fontAlgn="ctr"/>
                      <a:r>
                        <a:rPr lang="es-CL" sz="1100" b="0" i="0" u="none" strike="noStrike" kern="1200">
                          <a:solidFill>
                            <a:srgbClr val="696158"/>
                          </a:solidFill>
                          <a:effectLst/>
                          <a:latin typeface="Calibri"/>
                          <a:ea typeface="+mn-ea"/>
                          <a:cs typeface="+mn-cs"/>
                        </a:rPr>
                        <a:t>[Por completar]</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r>
                        <a:rPr lang="es-CL" sz="1100" b="0" i="0" u="none" strike="noStrike" kern="1200">
                          <a:solidFill>
                            <a:srgbClr val="696158"/>
                          </a:solidFill>
                          <a:effectLst/>
                          <a:latin typeface="Calibri"/>
                          <a:ea typeface="+mn-ea"/>
                          <a:cs typeface="+mn-cs"/>
                          <a:sym typeface="Trebuchet MS" panose="020B0603020202020204" pitchFamily="34" charset="0"/>
                        </a:rPr>
                        <a:t/>
                      </a:r>
                      <a:r>
                        <a:rPr lang="es-CL" sz="1100" b="0" i="0" u="none" strike="noStrike" kern="1200">
                          <a:solidFill>
                            <a:srgbClr val="696158"/>
                          </a:solidFill>
                          <a:effectLst/>
                          <a:latin typeface="Calibri"/>
                          <a:ea typeface="+mn-ea"/>
                          <a:cs typeface="+mn-cs"/>
                        </a:rPr>
                        <a:t/>
                      </a:r>
                      <a:r>
                        <a:rPr lang="es-CL" sz="1100" b="0" i="0" u="none" strike="noStrike" kern="1200">
                          <a:solidFill>
                            <a:srgbClr val="696158"/>
                          </a:solidFill>
                          <a:effectLst/>
                          <a:latin typeface="Calibri"/>
                          <a:ea typeface="+mn-ea"/>
                          <a:cs typeface="+mn-cs"/>
                          <a:sym typeface="Trebuchet MS" panose="020B0603020202020204" pitchFamily="34" charset="0"/>
                        </a:rPr>
                        <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212435">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16504413"/>
                  </a:ext>
                </a:extLst>
              </a:tr>
              <a:tr h="206252">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latinLnBrk="0" hangingPunct="1">
                        <a:lnSpc>
                          <a:spcPct val="100000"/>
                        </a:lnSpc>
                        <a:spcBef>
                          <a:spcPts val="0"/>
                        </a:spcBef>
                        <a:spcAft>
                          <a:spcPts val="0"/>
                        </a:spcAft>
                        <a:buNone/>
                      </a:pPr>
                      <a:r>
                        <a:rPr lang="es-CL" sz="1100" b="0" i="0" u="none" strike="noStrike" kern="1200" noProof="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39001767"/>
                  </a:ext>
                </a:extLst>
              </a:tr>
              <a:tr h="224089">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CL" sz="1100" b="0" i="0" u="none" strike="noStrike" kern="1200">
                          <a:solidFill>
                            <a:srgbClr val="696158"/>
                          </a:solidFill>
                          <a:effectLst/>
                          <a:latin typeface="+mn-lt"/>
                          <a:ea typeface="+mn-ea"/>
                          <a:cs typeface="+mn-cs"/>
                        </a:rPr>
                        <a:t>[Por completar]</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Tx/>
                        <a:buNone/>
                        <a:tabLst/>
                        <a:defRPr/>
                      </a:pPr>
                      <a:r>
                        <a:rPr lang="es-CL" sz="1100" b="0" i="0" u="none" strike="noStrike" kern="1200">
                          <a:solidFill>
                            <a:srgbClr val="696158"/>
                          </a:solidFill>
                          <a:effectLst/>
                          <a:latin typeface="+mn-lt"/>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30099312"/>
                  </a:ext>
                </a:extLst>
              </a:tr>
              <a:tr h="142790">
                <a:tc vMerge="1">
                  <a:txBody>
                    <a:bodyPr/>
                    <a:lstStyle/>
                    <a:p>
                      <a:pPr algn="l" fontAlgn="ctr"/>
                      <a:endParaRPr lang="es-CL" sz="1100" b="0" i="0" u="none" strike="noStrike" kern="1200">
                        <a:solidFill>
                          <a:srgbClr val="696158"/>
                        </a:solidFill>
                        <a:effectLst/>
                        <a:latin typeface="Calibri"/>
                        <a:ea typeface="+mn-ea"/>
                        <a:cs typeface="+mn-cs"/>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Tx/>
                        <a:buNone/>
                        <a:tabLst/>
                        <a:defRPr/>
                      </a:pPr>
                      <a:r>
                        <a:rPr lang="es-CL" sz="1100" b="0" i="0" u="none" strike="noStrike" kern="1200">
                          <a:solidFill>
                            <a:srgbClr val="696158"/>
                          </a:solidFill>
                          <a:effectLst/>
                          <a:latin typeface="+mn-lt"/>
                          <a:ea typeface="+mn-ea"/>
                          <a:cs typeface="+mn-cs"/>
                          <a:sym typeface="Trebuchet MS" panose="020B0603020202020204" pitchFamily="34" charset="0"/>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51570406"/>
                  </a:ext>
                </a:extLst>
              </a:tr>
              <a:tr h="142790">
                <a:tc vMerge="1">
                  <a:txBody>
                    <a:bodyPr/>
                    <a:lstStyle/>
                    <a:p>
                      <a:pPr algn="l" fontAlgn="ctr"/>
                      <a:endParaRPr lang="es-CL" sz="1100" b="0" i="0" u="none" strike="noStrike" kern="1200">
                        <a:solidFill>
                          <a:srgbClr val="696158"/>
                        </a:solidFill>
                        <a:effectLst/>
                        <a:latin typeface="Calibri"/>
                        <a:ea typeface="+mn-ea"/>
                        <a:cs typeface="+mn-cs"/>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Tx/>
                        <a:buNone/>
                        <a:tabLst/>
                        <a:defRPr/>
                      </a:pPr>
                      <a:r>
                        <a:rPr lang="es-CL" sz="1100" b="0" i="0" u="none" strike="noStrike" kern="1200">
                          <a:solidFill>
                            <a:srgbClr val="696158"/>
                          </a:solidFill>
                          <a:effectLst/>
                          <a:latin typeface="+mn-lt"/>
                          <a:ea typeface="+mn-ea"/>
                          <a:cs typeface="+mn-cs"/>
                          <a:sym typeface="Trebuchet MS" panose="020B0603020202020204" pitchFamily="34" charset="0"/>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46815833"/>
                  </a:ext>
                </a:extLst>
              </a:tr>
              <a:tr h="206252">
                <a:tc rowSpan="4">
                  <a:txBody>
                    <a:bodyPr/>
                    <a:lstStyle/>
                    <a:p>
                      <a:pPr algn="l" fontAlgn="ctr"/>
                      <a:r>
                        <a:rPr lang="es-CL" sz="1100" u="none" strike="noStrike">
                          <a:effectLst/>
                        </a:rPr>
                        <a:t>[Por completar]</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947746392"/>
                  </a:ext>
                </a:extLst>
              </a:tr>
              <a:tr h="206252">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r>
                        <a:rPr lang="es-CL" sz="1100" b="0" i="0" u="none" strike="noStrike" kern="1200">
                          <a:solidFill>
                            <a:srgbClr val="696158"/>
                          </a:solidFill>
                          <a:effectLst/>
                          <a:latin typeface="Calibri"/>
                          <a:ea typeface="+mn-ea"/>
                          <a:cs typeface="+mn-cs"/>
                        </a:rPr>
                        <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08948877"/>
                  </a:ext>
                </a:extLst>
              </a:tr>
              <a:tr h="206252">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s-E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00000"/>
                        </a:lnSpc>
                        <a:spcBef>
                          <a:spcPts val="0"/>
                        </a:spcBef>
                        <a:spcAft>
                          <a:spcPts val="0"/>
                        </a:spcAft>
                        <a:buNone/>
                      </a:pPr>
                      <a:r>
                        <a:rPr lang="es-CL" sz="1100" b="0" i="0" u="none" strike="noStrike" noProof="0">
                          <a:solidFill>
                            <a:srgbClr val="696158"/>
                          </a:solidFill>
                          <a:effectLst/>
                          <a:highlight>
                            <a:srgbClr val="FFFFFF"/>
                          </a:highligh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774813191"/>
                  </a:ext>
                </a:extLst>
              </a:tr>
              <a:tr h="228191">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r>
                        <a:rPr lang="es-CL" sz="1100" b="0" i="0" u="none" strike="noStrike" kern="1200">
                          <a:solidFill>
                            <a:srgbClr val="696158"/>
                          </a:solidFill>
                          <a:effectLst/>
                          <a:latin typeface="Calibri"/>
                          <a:ea typeface="+mn-ea"/>
                          <a:cs typeface="+mn-cs"/>
                        </a:rPr>
                        <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highlight>
                            <a:srgbClr val="FFFFFF"/>
                          </a:highlight>
                          <a:latin typeface="Calibri"/>
                        </a:rPr>
                        <a:t>[Por completar]</a:t>
                      </a: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56701142"/>
                  </a:ext>
                </a:extLst>
              </a:tr>
              <a:tr h="206252">
                <a:tc rowSpan="3">
                  <a:txBody>
                    <a:bodyPr/>
                    <a:lstStyle/>
                    <a:p>
                      <a:pPr algn="l" fontAlgn="ctr"/>
                      <a:r>
                        <a:rPr lang="es-ES" sz="1100" u="none" strike="noStrike" kern="1200">
                          <a:solidFill>
                            <a:schemeClr val="tx1"/>
                          </a:solidFill>
                          <a:effectLst/>
                          <a:latin typeface="+mn-lt"/>
                          <a:ea typeface="+mn-ea"/>
                          <a:cs typeface="+mn-cs"/>
                        </a:rPr>
                        <a:t>[Por completar]</a:t>
                      </a:r>
                    </a:p>
                  </a:txBody>
                  <a:tcPr marL="27432" marR="27432" marT="27432" marB="27432" anchor="ct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kern="1200">
                          <a:solidFill>
                            <a:srgbClr val="696158"/>
                          </a:solidFill>
                          <a:effectLst/>
                          <a:latin typeface="Calibri"/>
                          <a:ea typeface="+mn-ea"/>
                          <a:cs typeface="+mn-cs"/>
                          <a:sym typeface="Trebuchet MS" panose="020B0603020202020204" pitchFamily="34" charset="0"/>
                        </a:rPr>
                        <a:t>[Por completar]</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212948825"/>
                  </a:ext>
                </a:extLst>
              </a:tr>
              <a:tr h="211888">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no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kern="1200">
                          <a:solidFill>
                            <a:srgbClr val="696158"/>
                          </a:solidFill>
                          <a:effectLst/>
                          <a:latin typeface="Calibri"/>
                          <a:ea typeface="+mn-ea"/>
                          <a:cs typeface="+mn-cs"/>
                          <a:sym typeface="Trebuchet MS" panose="020B0603020202020204" pitchFamily="34" charset="0"/>
                        </a:rPr>
                        <a:t>[Por completar]</a:t>
                      </a:r>
                      <a:r>
                        <a:rPr lang="es-ES" sz="1100" b="0" i="0" u="none" strike="noStrike" kern="1200">
                          <a:solidFill>
                            <a:srgbClr val="696158"/>
                          </a:solidFill>
                          <a:effectLst/>
                          <a:latin typeface="Calibri"/>
                          <a:ea typeface="+mn-ea"/>
                          <a:cs typeface="+mn-cs"/>
                        </a:rPr>
                        <a:t/>
                      </a:r>
                      <a:endParaRPr lang="es-ES"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48076054"/>
                  </a:ext>
                </a:extLst>
              </a:tr>
              <a:tr h="209718">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r>
                        <a:rPr lang="es-CL" sz="1100" b="0" i="0" u="none" strike="noStrike" kern="1200">
                          <a:solidFill>
                            <a:srgbClr val="696158"/>
                          </a:solidFill>
                          <a:effectLst/>
                          <a:latin typeface="Calibri"/>
                          <a:ea typeface="+mn-ea"/>
                          <a:cs typeface="+mn-cs"/>
                        </a:rPr>
                        <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88170630"/>
                  </a:ext>
                </a:extLst>
              </a:tr>
              <a:tr h="245958">
                <a:tc>
                  <a:txBody>
                    <a:bodyPr/>
                    <a:lstStyle/>
                    <a:p>
                      <a:pPr algn="l" fontAlgn="ctr"/>
                      <a:r>
                        <a:rPr lang="es-CL" sz="1100" b="0" i="0" u="none" strike="noStrike">
                          <a:solidFill>
                            <a:schemeClr val="tx1"/>
                          </a:solidFill>
                          <a:effectLst/>
                          <a:latin typeface="Calibri"/>
                        </a:rPr>
                        <a:t>[Por completar]</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758735031"/>
                  </a:ext>
                </a:extLst>
              </a:tr>
              <a:tr h="247678">
                <a:tc rowSpan="2">
                  <a:txBody>
                    <a:bodyPr/>
                    <a:lstStyle/>
                    <a:p>
                      <a:pPr algn="l" fontAlgn="ctr"/>
                      <a:r>
                        <a:rPr lang="es-CL" sz="1100" b="0" i="0" u="none" strike="noStrike">
                          <a:solidFill>
                            <a:schemeClr val="tx1"/>
                          </a:solidFill>
                          <a:effectLst/>
                          <a:latin typeface="Calibri"/>
                        </a:rPr>
                        <a:t>[Por completar]</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r>
                        <a:rPr lang="es-CL" sz="1100" b="0" i="0" u="none" strike="noStrike" kern="1200" err="1">
                          <a:solidFill>
                            <a:srgbClr val="696158"/>
                          </a:solidFill>
                          <a:effectLst/>
                          <a:latin typeface="Calibri"/>
                          <a:ea typeface="+mn-ea"/>
                          <a:cs typeface="+mn-cs"/>
                        </a:rPr>
                        <a:t/>
                      </a:r>
                      <a:r>
                        <a:rPr lang="es-CL" sz="1100" b="0" i="0" u="none" strike="noStrike" kern="1200">
                          <a:solidFill>
                            <a:srgbClr val="696158"/>
                          </a:solidFill>
                          <a:effectLst/>
                          <a:latin typeface="Calibri"/>
                          <a:ea typeface="+mn-ea"/>
                          <a:cs typeface="+mn-cs"/>
                        </a:rPr>
                        <a:t/>
                      </a:r>
                      <a:r>
                        <a:rPr lang="es-CL" sz="1100" b="0" i="0" u="none" strike="noStrike" kern="1200">
                          <a:solidFill>
                            <a:srgbClr val="696158"/>
                          </a:solidFill>
                          <a:effectLst/>
                          <a:latin typeface="Calibri"/>
                          <a:ea typeface="+mn-ea"/>
                          <a:cs typeface="+mn-cs"/>
                          <a:sym typeface="Trebuchet MS" panose="020B0603020202020204" pitchFamily="34" charset="0"/>
                        </a:rPr>
                        <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17265753"/>
                  </a:ext>
                </a:extLst>
              </a:tr>
              <a:tr h="220158">
                <a:tc vMerge="1">
                  <a:txBody>
                    <a:bodyPr/>
                    <a:lstStyle/>
                    <a:p>
                      <a:pPr algn="l" fontAlgn="ctr"/>
                      <a:endParaRPr lang="es-CL" sz="1100" b="0" i="0" u="none" strike="noStrike">
                        <a:solidFill>
                          <a:schemeClr val="tx1"/>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r>
                        <a:rPr lang="es-CL" sz="1100" b="0" i="0" u="none" strike="noStrike" kern="1200">
                          <a:solidFill>
                            <a:srgbClr val="696158"/>
                          </a:solidFill>
                          <a:effectLst/>
                          <a:latin typeface="Calibri"/>
                          <a:ea typeface="+mn-ea"/>
                          <a:cs typeface="+mn-cs"/>
                          <a:sym typeface="Trebuchet MS" panose="020B0603020202020204" pitchFamily="34" charset="0"/>
                        </a:rPr>
                        <a:t/>
                      </a:r>
                      <a:r>
                        <a:rPr lang="es-CL" sz="1100" b="0" i="0" u="none" strike="noStrike" kern="1200">
                          <a:solidFill>
                            <a:srgbClr val="696158"/>
                          </a:solidFill>
                          <a:effectLst/>
                          <a:latin typeface="Calibri"/>
                          <a:ea typeface="+mn-ea"/>
                          <a:cs typeface="+mn-cs"/>
                        </a:rPr>
                        <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835081157"/>
                  </a:ext>
                </a:extLst>
              </a:tr>
              <a:tr h="311860">
                <a:tc rowSpan="2">
                  <a:txBody>
                    <a:bodyPr/>
                    <a:lstStyle/>
                    <a:p>
                      <a:pPr algn="l" fontAlgn="ctr"/>
                      <a:r>
                        <a:rPr lang="es-CL" sz="1100" b="0" i="0" u="none" strike="noStrike">
                          <a:solidFill>
                            <a:schemeClr val="tx1"/>
                          </a:solidFill>
                          <a:effectLst/>
                          <a:latin typeface="Calibri"/>
                        </a:rPr>
                        <a:t>[Por completar]</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a:solidFill>
                        <a:schemeClr val="bg1">
                          <a:lumMod val="65000"/>
                        </a:schemeClr>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510963632"/>
                  </a:ext>
                </a:extLst>
              </a:tr>
              <a:tr h="206398">
                <a:tc vMerge="1">
                  <a:txBody>
                    <a:bodyPr/>
                    <a:lstStyle/>
                    <a:p>
                      <a:endParaRPr lang="es-ES"/>
                    </a:p>
                  </a:txBody>
                  <a:tcPr marL="27432" marR="27432" marT="27432" marB="27432"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s-E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3878781759"/>
                  </a:ext>
                </a:extLst>
              </a:tr>
              <a:tr h="255418">
                <a:tc rowSpan="3">
                  <a:txBody>
                    <a:bodyPr/>
                    <a:lstStyle/>
                    <a:p>
                      <a:pPr algn="l" fontAlgn="ctr"/>
                      <a:r>
                        <a:rPr lang="es-CL" sz="1100" b="0" i="0" u="none" strike="noStrike">
                          <a:solidFill>
                            <a:schemeClr val="tx1"/>
                          </a:solidFill>
                          <a:effectLst/>
                          <a:latin typeface="Calibri"/>
                        </a:rPr>
                        <a:t>[Por completar]</a:t>
                      </a:r>
                    </a:p>
                  </a:txBody>
                  <a:tcPr marL="27432" marR="27432" marT="27432" marB="27432" anchor="ct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88810540"/>
                  </a:ext>
                </a:extLst>
              </a:tr>
              <a:tr h="247678">
                <a:tc vMerge="1">
                  <a:txBody>
                    <a:bodyPr/>
                    <a:lstStyle/>
                    <a:p>
                      <a:pPr algn="l" fontAlgn="ctr"/>
                      <a:endParaRPr lang="es-CL" sz="1100" b="0" i="0" u="none" strike="noStrike">
                        <a:solidFill>
                          <a:schemeClr val="tx1"/>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[Por completar]</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241916611"/>
                  </a:ext>
                </a:extLst>
              </a:tr>
              <a:tr h="245958">
                <a:tc vMerge="1">
                  <a:txBody>
                    <a:bodyPr/>
                    <a:lstStyle/>
                    <a:p>
                      <a:endParaRPr lang="en-US"/>
                    </a:p>
                  </a:txBody>
                  <a:tcPr marL="27432" marR="27432" marT="27432" marB="27432" anchor="ctr">
                    <a:lnT w="9524">
                      <a:solidFill>
                        <a:srgbClr val="9A9A9A"/>
                      </a:solidFill>
                    </a:lnT>
                    <a:lnB w="0">
                      <a:noFill/>
                    </a:lnB>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latin typeface="Calibri"/>
                          <a:ea typeface="+mn-ea"/>
                          <a:cs typeface="+mn-cs"/>
                        </a:rPr>
                        <a:t>[Por completar]</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12700">
                      <a:solidFill>
                        <a:schemeClr val="bg1">
                          <a:lumMod val="65000"/>
                        </a:schemeClr>
                      </a:solidFill>
                    </a:lnB>
                  </a:tcPr>
                </a:tc>
                <a:tc>
                  <a:txBody>
                    <a:bodyPr/>
                    <a:lstStyle/>
                    <a:p>
                      <a:pPr marL="0" lvl="0" indent="0" algn="l" defTabSz="914400">
                        <a:lnSpc>
                          <a:spcPct val="100000"/>
                        </a:lnSpc>
                        <a:spcBef>
                          <a:spcPts val="0"/>
                        </a:spcBef>
                        <a:spcAft>
                          <a:spcPts val="0"/>
                        </a:spcAft>
                        <a:buNone/>
                      </a:pPr>
                      <a:r>
                        <a:rPr lang="es-CL"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ysDot"/>
                      <a:round/>
                      <a:headEnd type="none" w="med" len="med"/>
                      <a:tailEnd type="none" w="med" len="med"/>
                    </a:lnT>
                    <a:lnB w="12700">
                      <a:solidFill>
                        <a:schemeClr val="bg1">
                          <a:lumMod val="65000"/>
                        </a:schemeClr>
                      </a:solidFill>
                    </a:lnB>
                  </a:tcPr>
                </a:tc>
                <a:extLst>
                  <a:ext uri="{0D108BD9-81ED-4DB2-BD59-A6C34878D82A}">
                    <a16:rowId xmlns:a16="http://schemas.microsoft.com/office/drawing/2014/main" val="2642515894"/>
                  </a:ext>
                </a:extLst>
              </a:tr>
            </a:tbl>
          </a:graphicData>
        </a:graphic>
      </p:graphicFrame>
      <p:sp>
        <p:nvSpPr>
          <p:cNvPr id="6" name="Rectangle: Rounded Corners 3">
            <a:extLst>
              <a:ext uri="{FF2B5EF4-FFF2-40B4-BE49-F238E27FC236}">
                <a16:creationId xmlns:a16="http://schemas.microsoft.com/office/drawing/2014/main" id="{37574780-2D73-B197-AF01-3A9015198D6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9" name="Rectangle: Rounded Corners 174">
            <a:extLst>
              <a:ext uri="{FF2B5EF4-FFF2-40B4-BE49-F238E27FC236}">
                <a16:creationId xmlns:a16="http://schemas.microsoft.com/office/drawing/2014/main" id="{082EBD72-4F76-1C8D-B4A9-BDFB6750F111}"/>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10" name="Rectangle: Rounded Corners 36">
            <a:extLst>
              <a:ext uri="{FF2B5EF4-FFF2-40B4-BE49-F238E27FC236}">
                <a16:creationId xmlns:a16="http://schemas.microsoft.com/office/drawing/2014/main" id="{C85D0AA3-D293-83B0-87EE-CD98FB614A46}"/>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4F54EF21-C134-DDA0-24DD-997EBD57735D}"/>
              </a:ext>
            </a:extLst>
          </p:cNvPr>
          <p:cNvSpPr/>
          <p:nvPr/>
        </p:nvSpPr>
        <p:spPr>
          <a:xfrm>
            <a:off x="630000" y="137698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 name="Rectangle: Rounded Corners 4">
            <a:extLst>
              <a:ext uri="{FF2B5EF4-FFF2-40B4-BE49-F238E27FC236}">
                <a16:creationId xmlns:a16="http://schemas.microsoft.com/office/drawing/2014/main" id="{450D9E52-5821-F92C-079C-1B0B6253CE3F}"/>
              </a:ext>
            </a:extLst>
          </p:cNvPr>
          <p:cNvSpPr/>
          <p:nvPr/>
        </p:nvSpPr>
        <p:spPr>
          <a:xfrm>
            <a:off x="630000" y="195392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2" name="Rectangle: Rounded Corners 21">
            <a:extLst>
              <a:ext uri="{FF2B5EF4-FFF2-40B4-BE49-F238E27FC236}">
                <a16:creationId xmlns:a16="http://schemas.microsoft.com/office/drawing/2014/main" id="{E9B1AE9A-B90B-1256-1FE3-718C307C6D67}"/>
              </a:ext>
            </a:extLst>
          </p:cNvPr>
          <p:cNvSpPr/>
          <p:nvPr/>
        </p:nvSpPr>
        <p:spPr>
          <a:xfrm>
            <a:off x="630000" y="261236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3" name="Rectangle: Rounded Corners 22">
            <a:extLst>
              <a:ext uri="{FF2B5EF4-FFF2-40B4-BE49-F238E27FC236}">
                <a16:creationId xmlns:a16="http://schemas.microsoft.com/office/drawing/2014/main" id="{4D8CB636-DF4C-9837-FAF3-230774BAB5A3}"/>
              </a:ext>
            </a:extLst>
          </p:cNvPr>
          <p:cNvSpPr/>
          <p:nvPr/>
        </p:nvSpPr>
        <p:spPr>
          <a:xfrm>
            <a:off x="630000" y="417350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4" name="Rectangle: Rounded Corners 23">
            <a:extLst>
              <a:ext uri="{FF2B5EF4-FFF2-40B4-BE49-F238E27FC236}">
                <a16:creationId xmlns:a16="http://schemas.microsoft.com/office/drawing/2014/main" id="{F86718CE-4FBD-8E4D-BC6A-FDB18352F6AA}"/>
              </a:ext>
            </a:extLst>
          </p:cNvPr>
          <p:cNvSpPr/>
          <p:nvPr/>
        </p:nvSpPr>
        <p:spPr>
          <a:xfrm>
            <a:off x="630000" y="4691771"/>
            <a:ext cx="536204" cy="218039"/>
          </a:xfrm>
          <a:prstGeom prst="roundRect">
            <a:avLst/>
          </a:prstGeom>
          <a:solidFill>
            <a:srgbClr val="ED7D3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6" name="Rectangle: Rounded Corners 25">
            <a:extLst>
              <a:ext uri="{FF2B5EF4-FFF2-40B4-BE49-F238E27FC236}">
                <a16:creationId xmlns:a16="http://schemas.microsoft.com/office/drawing/2014/main" id="{CDFFB363-EEBA-3A8B-4831-EA69A3DB1B1C}"/>
              </a:ext>
            </a:extLst>
          </p:cNvPr>
          <p:cNvSpPr/>
          <p:nvPr/>
        </p:nvSpPr>
        <p:spPr>
          <a:xfrm>
            <a:off x="630000" y="5604793"/>
            <a:ext cx="536204" cy="218039"/>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5" name="Rectangle: Rounded Corners 24">
            <a:extLst>
              <a:ext uri="{FF2B5EF4-FFF2-40B4-BE49-F238E27FC236}">
                <a16:creationId xmlns:a16="http://schemas.microsoft.com/office/drawing/2014/main" id="{C4627C72-13EA-2B37-FB61-838F7E4F0EA2}"/>
              </a:ext>
            </a:extLst>
          </p:cNvPr>
          <p:cNvSpPr/>
          <p:nvPr/>
        </p:nvSpPr>
        <p:spPr>
          <a:xfrm>
            <a:off x="630000" y="635355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 name="Rectangle: Rounded Corners 21">
            <a:extLst>
              <a:ext uri="{FF2B5EF4-FFF2-40B4-BE49-F238E27FC236}">
                <a16:creationId xmlns:a16="http://schemas.microsoft.com/office/drawing/2014/main" id="{AB8589DF-5076-9933-D27E-54E943851548}"/>
              </a:ext>
            </a:extLst>
          </p:cNvPr>
          <p:cNvSpPr/>
          <p:nvPr/>
        </p:nvSpPr>
        <p:spPr>
          <a:xfrm>
            <a:off x="630000" y="341352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 name="Rectangle: Rounded Corners 23">
            <a:extLst>
              <a:ext uri="{FF2B5EF4-FFF2-40B4-BE49-F238E27FC236}">
                <a16:creationId xmlns:a16="http://schemas.microsoft.com/office/drawing/2014/main" id="{209CAB63-484A-7422-8E7B-23259FB89800}"/>
              </a:ext>
            </a:extLst>
          </p:cNvPr>
          <p:cNvSpPr/>
          <p:nvPr/>
        </p:nvSpPr>
        <p:spPr>
          <a:xfrm>
            <a:off x="630000" y="502583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21418209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8648-3973-BDE0-A6A0-6ECABACC788A}"/>
            </a:ext>
          </a:extLst>
        </p:cNvPr>
        <p:cNvGrpSpPr/>
        <p:nvPr/>
      </p:nvGrpSpPr>
      <p:grpSpPr>
        <a:xfrm>
          <a:off x="0" y="0"/>
          <a:ext cx="0" cy="0"/>
          <a:chOff x="0" y="0"/>
          <a:chExt cx="0" cy="0"/>
        </a:xfrm>
      </p:grpSpPr>
      <p:sp>
        <p:nvSpPr>
          <p:cNvPr id="3" name="Text Placeholder 3">
            <a:extLst>
              <a:ext uri="{FF2B5EF4-FFF2-40B4-BE49-F238E27FC236}">
                <a16:creationId xmlns:a16="http://schemas.microsoft.com/office/drawing/2014/main" id="{293337A6-6473-0361-47CA-B168FFD917D2}"/>
              </a:ext>
            </a:extLst>
          </p:cNvPr>
          <p:cNvSpPr txBox="1">
            <a:spLocks/>
          </p:cNvSpPr>
          <p:nvPr/>
        </p:nvSpPr>
        <p:spPr>
          <a:xfrm>
            <a:off x="959393" y="1860476"/>
            <a:ext cx="8312198" cy="4381000"/>
          </a:xfrm>
          <a:prstGeom prst="rect">
            <a:avLst/>
          </a:prstGeom>
          <a:solidFill>
            <a:srgbClr val="FFFFFF"/>
          </a:solidFill>
          <a:ln w="19050">
            <a:solidFill>
              <a:schemeClr val="tx2"/>
            </a:solidFill>
          </a:ln>
        </p:spPr>
        <p:txBody>
          <a:bodyPr vert="horz" lIns="0" tIns="0" rIns="0" bIns="0" rtlCol="0" anchor="t">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a:defRPr/>
            </a:pPr>
            <a:endParaRPr lang="es-ES" sz="1200" b="1"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 name="Conector: angular 3">
            <a:extLst>
              <a:ext uri="{FF2B5EF4-FFF2-40B4-BE49-F238E27FC236}">
                <a16:creationId xmlns:a16="http://schemas.microsoft.com/office/drawing/2014/main" id="{066F97D9-8A0D-0603-08D7-A2DF16C9C90C}"/>
              </a:ext>
            </a:extLst>
          </p:cNvPr>
          <p:cNvCxnSpPr/>
          <p:nvPr/>
        </p:nvCxnSpPr>
        <p:spPr>
          <a:xfrm>
            <a:off x="1167061" y="3162299"/>
            <a:ext cx="463218" cy="603584"/>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think-cell data - do not delete" hidden="1">
            <a:extLst>
              <a:ext uri="{FF2B5EF4-FFF2-40B4-BE49-F238E27FC236}">
                <a16:creationId xmlns:a16="http://schemas.microsoft.com/office/drawing/2014/main" id="{30D0EFEC-5B9F-3E1F-F372-012C8BD5E162}"/>
              </a:ext>
            </a:extLst>
          </p:cNvPr>
          <p:cNvGraphicFramePr>
            <a:graphicFrameLocks/>
          </p:cNvGraphicFramePr>
          <p:nvPr>
            <p:custDataLst>
              <p:tags r:id="rId1"/>
            </p:custDataLst>
            <p:extLst>
              <p:ext uri="{D42A27DB-BD31-4B8C-83A1-F6EECF244321}">
                <p14:modId xmlns:p14="http://schemas.microsoft.com/office/powerpoint/2010/main" val="1872500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0D0EFEC-5B9F-3E1F-F372-012C8BD5E1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05DBE8D1-9D82-EB67-FFC2-87BFD2DC1CCB}"/>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r>
              <a:rPr lang="es-CL" sz="1600">
                <a:solidFill>
                  <a:prstClr val="white"/>
                </a:solidFill>
                <a:latin typeface="Calibri"/>
              </a:rPr>
              <a:t/>
            </a:r>
            <a:endPar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5" name="Rectangle: Rounded Corners 34">
            <a:extLst>
              <a:ext uri="{FF2B5EF4-FFF2-40B4-BE49-F238E27FC236}">
                <a16:creationId xmlns:a16="http://schemas.microsoft.com/office/drawing/2014/main" id="{51705C31-9852-B620-28BD-8F00E27160E2}"/>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82A18269-8742-F9B6-14B5-EC9C2D567ED9}"/>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lnSpc>
                <a:spcPct val="90000"/>
              </a:lnSpc>
              <a:defRPr/>
            </a:pPr>
            <a:r>
              <a:rPr lang="es-ES" sz="1050">
                <a:solidFill>
                  <a:schemeClr val="tx1"/>
                </a:solidFill>
                <a:latin typeface="Calibri"/>
                <a:ea typeface="Calibri"/>
                <a:cs typeface="Calibri"/>
                <a:sym typeface="Canva Sans Bold"/>
              </a:rPr>
              <a:t>[Objetivo del subproceso]</a:t>
            </a:r>
            <a:r>
              <a:rPr kumimoji="0" lang="es-ES" sz="1050" i="0" u="none" strike="noStrike" kern="1200" cap="none" spc="0" normalizeH="0" baseline="0" noProof="0">
                <a:ln>
                  <a:noFill/>
                </a:ln>
                <a:solidFill>
                  <a:schemeClr val="tx1"/>
                </a:solidFill>
                <a:effectLst/>
                <a:uLnTx/>
                <a:uFillTx/>
                <a:latin typeface="Calibri"/>
                <a:ea typeface="Calibri"/>
                <a:cs typeface="Calibri"/>
                <a:sym typeface="Canva Sans Bold"/>
              </a:rPr>
              <a:t/>
            </a:r>
            <a:r>
              <a:rPr lang="es-ES" sz="1050">
                <a:solidFill>
                  <a:schemeClr val="tx1"/>
                </a:solidFill>
                <a:latin typeface="Calibri"/>
                <a:ea typeface="Calibri"/>
                <a:cs typeface="Calibri"/>
                <a:sym typeface="Canva Sans Bold"/>
              </a:rPr>
              <a:t/>
            </a:r>
            <a:r>
              <a:rPr kumimoji="0" lang="es-ES" sz="1050" i="0" u="none" strike="noStrike" kern="1200" cap="none" spc="0" normalizeH="0" baseline="0" noProof="0">
                <a:ln>
                  <a:noFill/>
                </a:ln>
                <a:solidFill>
                  <a:schemeClr val="tx1"/>
                </a:solidFill>
                <a:effectLst/>
                <a:uLnTx/>
                <a:uFillTx/>
                <a:latin typeface="Calibri"/>
                <a:ea typeface="Calibri"/>
                <a:cs typeface="Calibri"/>
                <a:sym typeface="Canva Sans Bold"/>
              </a:rPr>
              <a:t/>
            </a:r>
            <a:r>
              <a:rPr lang="es-ES" sz="1050">
                <a:solidFill>
                  <a:schemeClr val="tx1"/>
                </a:solidFill>
                <a:latin typeface="Calibri"/>
                <a:ea typeface="Calibri"/>
                <a:cs typeface="Calibri"/>
                <a:sym typeface="Canva Sans Bold"/>
              </a:rPr>
              <a:t/>
            </a:r>
            <a:r>
              <a:rPr kumimoji="0" lang="es-ES" sz="1050" i="0" u="none" strike="noStrike" kern="1200" cap="none" spc="0" normalizeH="0" baseline="0" noProof="0">
                <a:ln>
                  <a:noFill/>
                </a:ln>
                <a:solidFill>
                  <a:schemeClr val="tx1"/>
                </a:solidFill>
                <a:effectLst/>
                <a:uLnTx/>
                <a:uFillTx/>
                <a:latin typeface="Calibri"/>
                <a:ea typeface="Calibri"/>
                <a:cs typeface="Calibri"/>
                <a:sym typeface="Canva Sans Bold"/>
              </a:rPr>
              <a:t/>
            </a:r>
            <a:r>
              <a:rPr lang="es-ES" sz="1050">
                <a:solidFill>
                  <a:schemeClr val="tx1"/>
                </a:solidFill>
                <a:latin typeface="Calibri"/>
                <a:ea typeface="Calibri"/>
                <a:cs typeface="Calibri"/>
                <a:sym typeface="Canva Sans Bold"/>
              </a:rPr>
              <a:t/>
            </a:r>
            <a:r>
              <a:rPr kumimoji="0" lang="es-ES" sz="1050" i="0" u="none" strike="noStrike" kern="1200" cap="none" spc="0" normalizeH="0" baseline="0" noProof="0">
                <a:ln>
                  <a:noFill/>
                </a:ln>
                <a:solidFill>
                  <a:schemeClr val="tx1"/>
                </a:solidFill>
                <a:effectLst/>
                <a:uLnTx/>
                <a:uFillTx/>
                <a:latin typeface="Calibri"/>
                <a:ea typeface="Calibri"/>
                <a:cs typeface="Calibri"/>
                <a:sym typeface="Canva Sans Bold"/>
              </a:rPr>
              <a:t/>
            </a:r>
            <a:r>
              <a:rPr lang="es-ES" sz="1050">
                <a:solidFill>
                  <a:schemeClr val="tx1"/>
                </a:solidFill>
                <a:latin typeface="Calibri"/>
                <a:ea typeface="Calibri"/>
                <a:cs typeface="Calibri"/>
                <a:sym typeface="Canva Sans Bold"/>
              </a:rPr>
              <a:t/>
            </a:r>
            <a:r>
              <a:rPr kumimoji="0" lang="es-ES" sz="1050" i="0" u="none" strike="noStrike" kern="1200" cap="none" spc="0" normalizeH="0" baseline="0" noProof="0">
                <a:ln>
                  <a:noFill/>
                </a:ln>
                <a:solidFill>
                  <a:schemeClr val="tx1"/>
                </a:solidFill>
                <a:effectLst/>
                <a:uLnTx/>
                <a:uFillTx/>
                <a:latin typeface="Calibri"/>
                <a:ea typeface="Calibri"/>
                <a:cs typeface="Calibri"/>
                <a:sym typeface="Canva Sans Bold"/>
              </a:rPr>
              <a:t/>
            </a:r>
            <a:r>
              <a:rPr lang="es-ES" sz="1050">
                <a:solidFill>
                  <a:schemeClr val="tx1"/>
                </a:solidFill>
                <a:latin typeface="Calibri"/>
                <a:ea typeface="Calibri"/>
                <a:cs typeface="Calibri"/>
                <a:sym typeface="Canva Sans Bold"/>
              </a:rPr>
              <a:t/>
            </a:r>
            <a:endParaRPr lang="es-ES" sz="1050">
              <a:solidFill>
                <a:schemeClr val="tx1"/>
              </a:solidFill>
            </a:endParaRPr>
          </a:p>
        </p:txBody>
      </p:sp>
      <p:sp>
        <p:nvSpPr>
          <p:cNvPr id="53" name="Rectangle 52">
            <a:extLst>
              <a:ext uri="{FF2B5EF4-FFF2-40B4-BE49-F238E27FC236}">
                <a16:creationId xmlns:a16="http://schemas.microsoft.com/office/drawing/2014/main" id="{0777A59D-96C3-5A9C-A238-B32F0B9ACCBD}"/>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5AC2DC50-B920-CEA5-6BBA-E30F8A45D581}"/>
              </a:ext>
            </a:extLst>
          </p:cNvPr>
          <p:cNvGrpSpPr/>
          <p:nvPr/>
        </p:nvGrpSpPr>
        <p:grpSpPr>
          <a:xfrm>
            <a:off x="9548037" y="1292505"/>
            <a:ext cx="2371061" cy="1299290"/>
            <a:chOff x="9548037" y="1292505"/>
            <a:chExt cx="2371061" cy="1299290"/>
          </a:xfrm>
        </p:grpSpPr>
        <p:sp>
          <p:nvSpPr>
            <p:cNvPr id="54" name="Rectangle: Rounded Corners 53">
              <a:extLst>
                <a:ext uri="{FF2B5EF4-FFF2-40B4-BE49-F238E27FC236}">
                  <a16:creationId xmlns:a16="http://schemas.microsoft.com/office/drawing/2014/main" id="{99FE4178-3327-107C-B6E4-38563F9E3D27}"/>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176BDB74-658E-F79B-CE56-B2A143881CD2}"/>
                </a:ext>
              </a:extLst>
            </p:cNvPr>
            <p:cNvSpPr txBox="1"/>
            <p:nvPr/>
          </p:nvSpPr>
          <p:spPr>
            <a:xfrm>
              <a:off x="9548038" y="1577998"/>
              <a:ext cx="2371060" cy="10137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4" name="Group 23">
            <a:extLst>
              <a:ext uri="{FF2B5EF4-FFF2-40B4-BE49-F238E27FC236}">
                <a16:creationId xmlns:a16="http://schemas.microsoft.com/office/drawing/2014/main" id="{91DD8637-AE15-7EA4-5160-2F3EFA36D89E}"/>
              </a:ext>
            </a:extLst>
          </p:cNvPr>
          <p:cNvGrpSpPr/>
          <p:nvPr/>
        </p:nvGrpSpPr>
        <p:grpSpPr>
          <a:xfrm>
            <a:off x="9548037" y="2696008"/>
            <a:ext cx="2371061" cy="1297026"/>
            <a:chOff x="9548037" y="3000808"/>
            <a:chExt cx="2371061" cy="1297026"/>
          </a:xfrm>
        </p:grpSpPr>
        <p:sp>
          <p:nvSpPr>
            <p:cNvPr id="58" name="Rectangle: Rounded Corners 57">
              <a:extLst>
                <a:ext uri="{FF2B5EF4-FFF2-40B4-BE49-F238E27FC236}">
                  <a16:creationId xmlns:a16="http://schemas.microsoft.com/office/drawing/2014/main" id="{4E037A38-9473-5CBD-91B7-0388C67A0028}"/>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1DCF800A-3249-C75A-70F0-EE188DAC8E25}"/>
                </a:ext>
              </a:extLst>
            </p:cNvPr>
            <p:cNvSpPr txBox="1"/>
            <p:nvPr/>
          </p:nvSpPr>
          <p:spPr>
            <a:xfrm>
              <a:off x="9548038" y="3286302"/>
              <a:ext cx="2371060" cy="101153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n-U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es-CL" sz="1200" err="1">
                  <a:latin typeface="Calibri"/>
                  <a:sym typeface="+mn-lt"/>
                </a:rPr>
                <a:t>[Por completar]</a:t>
              </a:r>
              <a:r>
                <a:rPr lang="es-CL" sz="1200">
                  <a:latin typeface="Calibri"/>
                  <a:sym typeface="+mn-lt"/>
                </a:rPr>
                <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6" name="Group 25">
            <a:extLst>
              <a:ext uri="{FF2B5EF4-FFF2-40B4-BE49-F238E27FC236}">
                <a16:creationId xmlns:a16="http://schemas.microsoft.com/office/drawing/2014/main" id="{DC4FD705-45F7-17CA-55B0-B4AFA16647D2}"/>
              </a:ext>
            </a:extLst>
          </p:cNvPr>
          <p:cNvGrpSpPr/>
          <p:nvPr/>
        </p:nvGrpSpPr>
        <p:grpSpPr>
          <a:xfrm>
            <a:off x="9548037" y="4099511"/>
            <a:ext cx="2371061" cy="1180490"/>
            <a:chOff x="9548037" y="4099511"/>
            <a:chExt cx="2371061" cy="1180490"/>
          </a:xfrm>
        </p:grpSpPr>
        <p:sp>
          <p:nvSpPr>
            <p:cNvPr id="60" name="Rectangle: Rounded Corners 59">
              <a:extLst>
                <a:ext uri="{FF2B5EF4-FFF2-40B4-BE49-F238E27FC236}">
                  <a16:creationId xmlns:a16="http://schemas.microsoft.com/office/drawing/2014/main" id="{A67C71A7-8549-D1E2-6058-88246A86DDC5}"/>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9CBB573B-A17E-1E06-C5F1-CBBAF7B2D3B3}"/>
                </a:ext>
              </a:extLst>
            </p:cNvPr>
            <p:cNvSpPr txBox="1"/>
            <p:nvPr/>
          </p:nvSpPr>
          <p:spPr>
            <a:xfrm>
              <a:off x="9548038" y="4385004"/>
              <a:ext cx="2371060" cy="8949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ES">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es-CL" sz="1200">
                  <a:latin typeface="Calibri"/>
                  <a:sym typeface="+mn-lt"/>
                </a:rPr>
                <a:t>[Por completar]</a:t>
              </a:r>
              <a:endParaRPr lang="es-CL" sz="1200" b="0" i="0" u="none" strike="noStrike" kern="1200" cap="none" spc="0" normalizeH="0" baseline="0" noProof="0">
                <a:ln>
                  <a:noFill/>
                </a:ln>
                <a:solidFill>
                  <a:srgbClr val="696158"/>
                </a:solidFill>
                <a:effectLst/>
                <a:highlight>
                  <a:srgbClr val="FFFF00"/>
                </a:highlight>
                <a:uLnTx/>
                <a:uFillTx/>
                <a:latin typeface="Calibri"/>
                <a:ea typeface="Calibri"/>
                <a:cs typeface="Calibri"/>
              </a:endParaRPr>
            </a:p>
          </p:txBody>
        </p:sp>
      </p:grpSp>
      <p:grpSp>
        <p:nvGrpSpPr>
          <p:cNvPr id="29" name="Group 28">
            <a:extLst>
              <a:ext uri="{FF2B5EF4-FFF2-40B4-BE49-F238E27FC236}">
                <a16:creationId xmlns:a16="http://schemas.microsoft.com/office/drawing/2014/main" id="{F8AE4B63-B4D4-ECAD-D075-1AB0E449C38E}"/>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B615EA42-4A1C-F8E6-6A81-587E20048B7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E8BDD89C-09B5-803D-94B9-71DB3BCC0A9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sp>
        <p:nvSpPr>
          <p:cNvPr id="6" name="Elipse 126">
            <a:extLst>
              <a:ext uri="{FF2B5EF4-FFF2-40B4-BE49-F238E27FC236}">
                <a16:creationId xmlns:a16="http://schemas.microsoft.com/office/drawing/2014/main" id="{8719AC0D-8813-D99F-96B9-B03B668BE198}"/>
              </a:ext>
            </a:extLst>
          </p:cNvPr>
          <p:cNvSpPr/>
          <p:nvPr/>
        </p:nvSpPr>
        <p:spPr>
          <a:xfrm>
            <a:off x="996144" y="2588837"/>
            <a:ext cx="2132067" cy="762513"/>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171450" indent="-171450">
              <a:buFont typeface="Arial" panose="020B0604020202020204" pitchFamily="34" charset="0"/>
              <a:buChar char="•"/>
              <a:defRPr/>
            </a:pPr>
            <a:r>
              <a:rPr lang="es-CL" sz="900">
                <a:solidFill>
                  <a:srgbClr val="696158"/>
                </a:solidFill>
                <a:latin typeface="Calibri"/>
                <a:ea typeface="Calibri"/>
                <a:cs typeface="Calibri"/>
              </a:rPr>
              <a:t>[Por completar]</a:t>
            </a:r>
          </a:p>
          <a:p>
            <a:pPr marL="171450" indent="-171450">
              <a:buFont typeface="Arial" panose="020B0604020202020204" pitchFamily="34" charset="0"/>
              <a:buChar char="•"/>
              <a:defRPr/>
            </a:pPr>
            <a:r>
              <a:rPr lang="es-CL" sz="900">
                <a:solidFill>
                  <a:srgbClr val="696158"/>
                </a:solidFill>
                <a:ea typeface="Calibri"/>
                <a:cs typeface="Calibri"/>
              </a:rPr>
              <a:t>[Por completar]</a:t>
            </a:r>
          </a:p>
          <a:p>
            <a:pPr marL="171450" indent="-171450">
              <a:buFont typeface="Arial" panose="020B0604020202020204" pitchFamily="34" charset="0"/>
              <a:buChar char="•"/>
              <a:defRPr/>
            </a:pPr>
            <a:r>
              <a:rPr lang="es-CL" sz="900">
                <a:solidFill>
                  <a:srgbClr val="696158"/>
                </a:solidFill>
                <a:ea typeface="Calibri"/>
                <a:cs typeface="Calibri"/>
              </a:rPr>
              <a:t>[Por completar]</a:t>
            </a:r>
          </a:p>
        </p:txBody>
      </p:sp>
      <p:sp>
        <p:nvSpPr>
          <p:cNvPr id="174" name="Title 1">
            <a:extLst>
              <a:ext uri="{FF2B5EF4-FFF2-40B4-BE49-F238E27FC236}">
                <a16:creationId xmlns:a16="http://schemas.microsoft.com/office/drawing/2014/main" id="{30429CC2-B64B-DEAB-3040-7EC6B4B92FCB}"/>
              </a:ext>
            </a:extLst>
          </p:cNvPr>
          <p:cNvSpPr>
            <a:spLocks noGrp="1"/>
          </p:cNvSpPr>
          <p:nvPr>
            <p:ph type="title"/>
          </p:nvPr>
        </p:nvSpPr>
        <p:spPr>
          <a:xfrm>
            <a:off x="243281" y="569520"/>
            <a:ext cx="9205269"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t/>
            </a:r>
            <a:endParaRPr lang="es-CL">
              <a:ea typeface="Calibri"/>
              <a:cs typeface="Calibri"/>
            </a:endParaRPr>
          </a:p>
        </p:txBody>
      </p:sp>
      <p:sp>
        <p:nvSpPr>
          <p:cNvPr id="175" name="Rectangle: Rounded Corners 174">
            <a:extLst>
              <a:ext uri="{FF2B5EF4-FFF2-40B4-BE49-F238E27FC236}">
                <a16:creationId xmlns:a16="http://schemas.microsoft.com/office/drawing/2014/main" id="{983EEFAB-5D01-7AD7-487E-F0276B09E9D5}"/>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r>
              <a:rPr lang="es-CL" sz="1100" b="1">
                <a:solidFill>
                  <a:srgbClr val="9A9300"/>
                </a:solidFill>
                <a:latin typeface="Calibri"/>
              </a:rPr>
              <a:t/>
            </a: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4" name="Rectangle: Rounded Corners 3">
            <a:extLst>
              <a:ext uri="{FF2B5EF4-FFF2-40B4-BE49-F238E27FC236}">
                <a16:creationId xmlns:a16="http://schemas.microsoft.com/office/drawing/2014/main" id="{9B849ABD-77BC-92AE-37E0-0FA5C7AC175B}"/>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5" name="Rectangle: Rounded Corners 36">
            <a:extLst>
              <a:ext uri="{FF2B5EF4-FFF2-40B4-BE49-F238E27FC236}">
                <a16:creationId xmlns:a16="http://schemas.microsoft.com/office/drawing/2014/main" id="{BAD4B546-AE46-950F-776A-333EBEE23327}"/>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17" name="10 Rectángulo">
            <a:extLst>
              <a:ext uri="{FF2B5EF4-FFF2-40B4-BE49-F238E27FC236}">
                <a16:creationId xmlns:a16="http://schemas.microsoft.com/office/drawing/2014/main" id="{C6B1701D-1E0B-81B6-66EB-0B1126FEC536}"/>
              </a:ext>
            </a:extLst>
          </p:cNvPr>
          <p:cNvSpPr/>
          <p:nvPr/>
        </p:nvSpPr>
        <p:spPr>
          <a:xfrm>
            <a:off x="1645208"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8" name="10 Rectángulo">
            <a:extLst>
              <a:ext uri="{FF2B5EF4-FFF2-40B4-BE49-F238E27FC236}">
                <a16:creationId xmlns:a16="http://schemas.microsoft.com/office/drawing/2014/main" id="{508971B0-1DAD-DC6E-CD09-89852B41467F}"/>
              </a:ext>
            </a:extLst>
          </p:cNvPr>
          <p:cNvSpPr/>
          <p:nvPr/>
        </p:nvSpPr>
        <p:spPr>
          <a:xfrm>
            <a:off x="2814616"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9" name="10 Rectángulo">
            <a:extLst>
              <a:ext uri="{FF2B5EF4-FFF2-40B4-BE49-F238E27FC236}">
                <a16:creationId xmlns:a16="http://schemas.microsoft.com/office/drawing/2014/main" id="{463F2431-D79D-7BCC-5BE4-7C8EFB842054}"/>
              </a:ext>
            </a:extLst>
          </p:cNvPr>
          <p:cNvSpPr/>
          <p:nvPr/>
        </p:nvSpPr>
        <p:spPr>
          <a:xfrm>
            <a:off x="3979907"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0" name="10 Rectángulo">
            <a:extLst>
              <a:ext uri="{FF2B5EF4-FFF2-40B4-BE49-F238E27FC236}">
                <a16:creationId xmlns:a16="http://schemas.microsoft.com/office/drawing/2014/main" id="{D1089AEA-FD59-35B8-C791-5687FC1F84A9}"/>
              </a:ext>
            </a:extLst>
          </p:cNvPr>
          <p:cNvSpPr/>
          <p:nvPr/>
        </p:nvSpPr>
        <p:spPr>
          <a:xfrm>
            <a:off x="5155059"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1" name="10 Rectángulo">
            <a:extLst>
              <a:ext uri="{FF2B5EF4-FFF2-40B4-BE49-F238E27FC236}">
                <a16:creationId xmlns:a16="http://schemas.microsoft.com/office/drawing/2014/main" id="{B000DB2B-4E25-F327-2C49-D6DBE66DDD59}"/>
              </a:ext>
            </a:extLst>
          </p:cNvPr>
          <p:cNvSpPr/>
          <p:nvPr/>
        </p:nvSpPr>
        <p:spPr>
          <a:xfrm>
            <a:off x="7545086" y="3523156"/>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7" name="10 Rectángulo">
            <a:extLst>
              <a:ext uri="{FF2B5EF4-FFF2-40B4-BE49-F238E27FC236}">
                <a16:creationId xmlns:a16="http://schemas.microsoft.com/office/drawing/2014/main" id="{04A44158-5312-2C68-C2E1-9F71BB3153BA}"/>
              </a:ext>
            </a:extLst>
          </p:cNvPr>
          <p:cNvSpPr/>
          <p:nvPr/>
        </p:nvSpPr>
        <p:spPr>
          <a:xfrm>
            <a:off x="6381356" y="3520962"/>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30" name="Oval 2">
            <a:extLst>
              <a:ext uri="{FF2B5EF4-FFF2-40B4-BE49-F238E27FC236}">
                <a16:creationId xmlns:a16="http://schemas.microsoft.com/office/drawing/2014/main" id="{734432C1-CD35-A89A-621D-CE4F1FB67048}"/>
              </a:ext>
            </a:extLst>
          </p:cNvPr>
          <p:cNvSpPr/>
          <p:nvPr/>
        </p:nvSpPr>
        <p:spPr>
          <a:xfrm>
            <a:off x="7349820" y="5085324"/>
            <a:ext cx="1407186" cy="50851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96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76" name="Conector recto de flecha 75">
            <a:extLst>
              <a:ext uri="{FF2B5EF4-FFF2-40B4-BE49-F238E27FC236}">
                <a16:creationId xmlns:a16="http://schemas.microsoft.com/office/drawing/2014/main" id="{40CBE268-5F20-5A1E-C3BE-93CFFBD7A10D}"/>
              </a:ext>
            </a:extLst>
          </p:cNvPr>
          <p:cNvCxnSpPr>
            <a:cxnSpLocks/>
            <a:stCxn id="17" idx="3"/>
            <a:endCxn id="18" idx="1"/>
          </p:cNvCxnSpPr>
          <p:nvPr/>
        </p:nvCxnSpPr>
        <p:spPr>
          <a:xfrm>
            <a:off x="2699962" y="3738778"/>
            <a:ext cx="11465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9DB9E185-031A-33FE-EA2C-A70F4C4CF7CE}"/>
              </a:ext>
            </a:extLst>
          </p:cNvPr>
          <p:cNvCxnSpPr>
            <a:cxnSpLocks/>
            <a:stCxn id="18" idx="3"/>
            <a:endCxn id="19" idx="1"/>
          </p:cNvCxnSpPr>
          <p:nvPr/>
        </p:nvCxnSpPr>
        <p:spPr>
          <a:xfrm>
            <a:off x="3869370" y="3738778"/>
            <a:ext cx="11053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0" name="Conector recto de flecha 99">
            <a:extLst>
              <a:ext uri="{FF2B5EF4-FFF2-40B4-BE49-F238E27FC236}">
                <a16:creationId xmlns:a16="http://schemas.microsoft.com/office/drawing/2014/main" id="{C431F111-7597-8FB7-2A67-51974F5DFD56}"/>
              </a:ext>
            </a:extLst>
          </p:cNvPr>
          <p:cNvCxnSpPr>
            <a:cxnSpLocks/>
            <a:stCxn id="19" idx="3"/>
            <a:endCxn id="20" idx="1"/>
          </p:cNvCxnSpPr>
          <p:nvPr/>
        </p:nvCxnSpPr>
        <p:spPr>
          <a:xfrm>
            <a:off x="5034661" y="3738778"/>
            <a:ext cx="12039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6" name="Conector recto de flecha 105">
            <a:extLst>
              <a:ext uri="{FF2B5EF4-FFF2-40B4-BE49-F238E27FC236}">
                <a16:creationId xmlns:a16="http://schemas.microsoft.com/office/drawing/2014/main" id="{A908354D-9CD7-48C8-A533-0FC0017A5695}"/>
              </a:ext>
            </a:extLst>
          </p:cNvPr>
          <p:cNvCxnSpPr>
            <a:cxnSpLocks/>
            <a:endCxn id="27" idx="1"/>
          </p:cNvCxnSpPr>
          <p:nvPr/>
        </p:nvCxnSpPr>
        <p:spPr>
          <a:xfrm>
            <a:off x="6213671" y="3727157"/>
            <a:ext cx="16768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9" name="Conector recto de flecha 108">
            <a:extLst>
              <a:ext uri="{FF2B5EF4-FFF2-40B4-BE49-F238E27FC236}">
                <a16:creationId xmlns:a16="http://schemas.microsoft.com/office/drawing/2014/main" id="{EC90F5D8-926E-0C1F-5D76-B349F70EC744}"/>
              </a:ext>
            </a:extLst>
          </p:cNvPr>
          <p:cNvCxnSpPr>
            <a:cxnSpLocks/>
            <a:stCxn id="27" idx="3"/>
            <a:endCxn id="21" idx="1"/>
          </p:cNvCxnSpPr>
          <p:nvPr/>
        </p:nvCxnSpPr>
        <p:spPr>
          <a:xfrm>
            <a:off x="7436110" y="3727157"/>
            <a:ext cx="108976" cy="219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13" name="Conector recto de flecha 112">
            <a:extLst>
              <a:ext uri="{FF2B5EF4-FFF2-40B4-BE49-F238E27FC236}">
                <a16:creationId xmlns:a16="http://schemas.microsoft.com/office/drawing/2014/main" id="{586F3420-D1CF-553F-BCA4-6A667DBFFC9B}"/>
              </a:ext>
            </a:extLst>
          </p:cNvPr>
          <p:cNvCxnSpPr>
            <a:cxnSpLocks/>
            <a:stCxn id="21" idx="2"/>
            <a:endCxn id="10" idx="0"/>
          </p:cNvCxnSpPr>
          <p:nvPr/>
        </p:nvCxnSpPr>
        <p:spPr>
          <a:xfrm flipH="1">
            <a:off x="8071985" y="3935546"/>
            <a:ext cx="478" cy="36335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96">
            <a:extLst>
              <a:ext uri="{FF2B5EF4-FFF2-40B4-BE49-F238E27FC236}">
                <a16:creationId xmlns:a16="http://schemas.microsoft.com/office/drawing/2014/main" id="{C6AD447C-3186-281A-6164-F6B1DFF23583}"/>
              </a:ext>
            </a:extLst>
          </p:cNvPr>
          <p:cNvSpPr/>
          <p:nvPr/>
        </p:nvSpPr>
        <p:spPr>
          <a:xfrm>
            <a:off x="1963675"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8" name="Rectangle: Rounded Corners 96">
            <a:extLst>
              <a:ext uri="{FF2B5EF4-FFF2-40B4-BE49-F238E27FC236}">
                <a16:creationId xmlns:a16="http://schemas.microsoft.com/office/drawing/2014/main" id="{96F78346-A193-05D3-5D4C-D56D61AC04E6}"/>
              </a:ext>
            </a:extLst>
          </p:cNvPr>
          <p:cNvSpPr/>
          <p:nvPr/>
        </p:nvSpPr>
        <p:spPr>
          <a:xfrm>
            <a:off x="3196144"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9" name="Rectangle: Rounded Corners 96">
            <a:extLst>
              <a:ext uri="{FF2B5EF4-FFF2-40B4-BE49-F238E27FC236}">
                <a16:creationId xmlns:a16="http://schemas.microsoft.com/office/drawing/2014/main" id="{128AB9B8-A819-F37E-0203-A61F53B6C1B8}"/>
              </a:ext>
            </a:extLst>
          </p:cNvPr>
          <p:cNvSpPr/>
          <p:nvPr/>
        </p:nvSpPr>
        <p:spPr>
          <a:xfrm>
            <a:off x="4357841" y="3418124"/>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0" name="Rectangle: Rounded Corners 96">
            <a:extLst>
              <a:ext uri="{FF2B5EF4-FFF2-40B4-BE49-F238E27FC236}">
                <a16:creationId xmlns:a16="http://schemas.microsoft.com/office/drawing/2014/main" id="{27DC8EFC-B1B8-D255-1DC6-F446526DA862}"/>
              </a:ext>
            </a:extLst>
          </p:cNvPr>
          <p:cNvSpPr/>
          <p:nvPr/>
        </p:nvSpPr>
        <p:spPr>
          <a:xfrm>
            <a:off x="5530751" y="3397723"/>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1" name="Rectangle: Rounded Corners 96">
            <a:extLst>
              <a:ext uri="{FF2B5EF4-FFF2-40B4-BE49-F238E27FC236}">
                <a16:creationId xmlns:a16="http://schemas.microsoft.com/office/drawing/2014/main" id="{A6A694B1-9FD5-DDBB-D18A-57D72FEFDB26}"/>
              </a:ext>
            </a:extLst>
          </p:cNvPr>
          <p:cNvSpPr/>
          <p:nvPr/>
        </p:nvSpPr>
        <p:spPr>
          <a:xfrm>
            <a:off x="6665270"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2" name="Rectangle: Rounded Corners 96">
            <a:extLst>
              <a:ext uri="{FF2B5EF4-FFF2-40B4-BE49-F238E27FC236}">
                <a16:creationId xmlns:a16="http://schemas.microsoft.com/office/drawing/2014/main" id="{B9EA1AB5-13FF-E2FD-8523-F7F034B649F8}"/>
              </a:ext>
            </a:extLst>
          </p:cNvPr>
          <p:cNvSpPr/>
          <p:nvPr/>
        </p:nvSpPr>
        <p:spPr>
          <a:xfrm>
            <a:off x="7922531" y="342791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9" name="10 Rectángulo">
            <a:extLst>
              <a:ext uri="{FF2B5EF4-FFF2-40B4-BE49-F238E27FC236}">
                <a16:creationId xmlns:a16="http://schemas.microsoft.com/office/drawing/2014/main" id="{0D7CB49C-4884-D265-72DB-C1FDA9697D3A}"/>
              </a:ext>
            </a:extLst>
          </p:cNvPr>
          <p:cNvSpPr/>
          <p:nvPr/>
        </p:nvSpPr>
        <p:spPr>
          <a:xfrm>
            <a:off x="7526036" y="4404867"/>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0" name="Rectangle: Rounded Corners 96">
            <a:extLst>
              <a:ext uri="{FF2B5EF4-FFF2-40B4-BE49-F238E27FC236}">
                <a16:creationId xmlns:a16="http://schemas.microsoft.com/office/drawing/2014/main" id="{59ECC0D5-E327-D340-BC73-9FE011663AA8}"/>
              </a:ext>
            </a:extLst>
          </p:cNvPr>
          <p:cNvSpPr/>
          <p:nvPr/>
        </p:nvSpPr>
        <p:spPr>
          <a:xfrm>
            <a:off x="7894727" y="4298900"/>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16" name="Conector recto de flecha 15">
            <a:extLst>
              <a:ext uri="{FF2B5EF4-FFF2-40B4-BE49-F238E27FC236}">
                <a16:creationId xmlns:a16="http://schemas.microsoft.com/office/drawing/2014/main" id="{BB40A2F0-5A46-861C-564F-A245630E1254}"/>
              </a:ext>
            </a:extLst>
          </p:cNvPr>
          <p:cNvCxnSpPr>
            <a:cxnSpLocks/>
            <a:stCxn id="9" idx="2"/>
            <a:endCxn id="30" idx="0"/>
          </p:cNvCxnSpPr>
          <p:nvPr/>
        </p:nvCxnSpPr>
        <p:spPr>
          <a:xfrm>
            <a:off x="8053413" y="4817257"/>
            <a:ext cx="0" cy="26806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99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9BBDC-FDFA-FDFD-E50A-22D183131A8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4055BD3-26E0-6672-86BE-30E28CE079A9}"/>
              </a:ext>
            </a:extLst>
          </p:cNvPr>
          <p:cNvGraphicFramePr>
            <a:graphicFrameLocks/>
          </p:cNvGraphicFramePr>
          <p:nvPr>
            <p:custDataLst>
              <p:tags r:id="rId1"/>
            </p:custDataLst>
            <p:extLst>
              <p:ext uri="{D42A27DB-BD31-4B8C-83A1-F6EECF244321}">
                <p14:modId xmlns:p14="http://schemas.microsoft.com/office/powerpoint/2010/main" val="1500964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24055BD3-26E0-6672-86BE-30E28CE079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E292A2-8BAA-81DB-88CC-E1A750D07803}"/>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a:t/>
            </a:r>
            <a:endParaRPr lang="es-CL">
              <a:ea typeface="Calibri"/>
              <a:cs typeface="Calibri"/>
            </a:endParaRPr>
          </a:p>
        </p:txBody>
      </p:sp>
      <p:graphicFrame>
        <p:nvGraphicFramePr>
          <p:cNvPr id="20" name="Table 19">
            <a:extLst>
              <a:ext uri="{FF2B5EF4-FFF2-40B4-BE49-F238E27FC236}">
                <a16:creationId xmlns:a16="http://schemas.microsoft.com/office/drawing/2014/main" id="{0EB93D74-ED00-05D1-D496-239711249470}"/>
              </a:ext>
            </a:extLst>
          </p:cNvPr>
          <p:cNvGraphicFramePr>
            <a:graphicFrameLocks noGrp="1"/>
          </p:cNvGraphicFramePr>
          <p:nvPr>
            <p:extLst>
              <p:ext uri="{D42A27DB-BD31-4B8C-83A1-F6EECF244321}">
                <p14:modId xmlns:p14="http://schemas.microsoft.com/office/powerpoint/2010/main" val="1835111935"/>
              </p:ext>
            </p:extLst>
          </p:nvPr>
        </p:nvGraphicFramePr>
        <p:xfrm>
          <a:off x="1255687" y="877803"/>
          <a:ext cx="9536359" cy="5928943"/>
        </p:xfrm>
        <a:graphic>
          <a:graphicData uri="http://schemas.openxmlformats.org/drawingml/2006/table">
            <a:tbl>
              <a:tblPr>
                <a:tableStyleId>{2D5ABB26-0587-4C30-8999-92F81FD0307C}</a:tableStyleId>
              </a:tblPr>
              <a:tblGrid>
                <a:gridCol w="2500924">
                  <a:extLst>
                    <a:ext uri="{9D8B030D-6E8A-4147-A177-3AD203B41FA5}">
                      <a16:colId xmlns:a16="http://schemas.microsoft.com/office/drawing/2014/main" val="741832067"/>
                    </a:ext>
                  </a:extLst>
                </a:gridCol>
                <a:gridCol w="4745491">
                  <a:extLst>
                    <a:ext uri="{9D8B030D-6E8A-4147-A177-3AD203B41FA5}">
                      <a16:colId xmlns:a16="http://schemas.microsoft.com/office/drawing/2014/main" val="2629782098"/>
                    </a:ext>
                  </a:extLst>
                </a:gridCol>
                <a:gridCol w="2289944">
                  <a:extLst>
                    <a:ext uri="{9D8B030D-6E8A-4147-A177-3AD203B41FA5}">
                      <a16:colId xmlns:a16="http://schemas.microsoft.com/office/drawing/2014/main"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88949">
                <a:tc rowSpan="2">
                  <a:txBody>
                    <a:bodyPr/>
                    <a:lstStyle/>
                    <a:p>
                      <a:pPr algn="l" fontAlgn="ct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4">
                      <a:solidFill>
                        <a:schemeClr val="tx1"/>
                      </a:solidFill>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288949">
                <a:tc vMerge="1">
                  <a:txBody>
                    <a:bodyPr/>
                    <a:lstStyle/>
                    <a:p>
                      <a:endParaRPr lang="es-ES"/>
                    </a:p>
                  </a:txBody>
                  <a:tcPr marL="27432" marR="27432" marT="27432" marB="27432" anchor="ctr">
                    <a:lnT w="9524">
                      <a:solidFill>
                        <a:srgbClr val="9A9A9A"/>
                      </a:solidFill>
                    </a:lnT>
                    <a:lnB w="9524">
                      <a:solidFill>
                        <a:schemeClr val="tx1"/>
                      </a:solidFill>
                    </a:lnB>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latin typeface="Calibri"/>
                          <a:ea typeface="+mn-ea"/>
                          <a:cs typeface="+mn-cs"/>
                        </a:rPr>
                        <a:t>[Por completar]</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extLst>
                  <a:ext uri="{0D108BD9-81ED-4DB2-BD59-A6C34878D82A}">
                    <a16:rowId xmlns:a16="http://schemas.microsoft.com/office/drawing/2014/main" val="853056228"/>
                  </a:ext>
                </a:extLst>
              </a:tr>
              <a:tr h="288949">
                <a:tc rowSpan="2">
                  <a:txBody>
                    <a:bodyPr/>
                    <a:lstStyle/>
                    <a:p>
                      <a:pPr algn="l" fontAlgn="ctr"/>
                      <a:r>
                        <a:rPr lang="es-CL" sz="1100" b="0" i="0" u="none" strike="noStrike" kern="1200">
                          <a:solidFill>
                            <a:srgbClr val="696158"/>
                          </a:solidFill>
                          <a:effectLst/>
                          <a:latin typeface="Calibri"/>
                          <a:ea typeface="+mn-ea"/>
                          <a:cs typeface="+mn-cs"/>
                        </a:rPr>
                        <a:t>[Por completar]</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45870625"/>
                  </a:ext>
                </a:extLst>
              </a:tr>
              <a:tr h="288949">
                <a:tc vMerge="1">
                  <a:txBody>
                    <a:bodyPr/>
                    <a:lstStyle/>
                    <a:p>
                      <a:pPr algn="l" fontAlgn="ct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Calibri"/>
                          <a:ea typeface="+mn-ea"/>
                          <a:cs typeface="+mn-cs"/>
                        </a:rPr>
                        <a:t>[Por completar]</a:t>
                      </a:r>
                      <a:endParaRPr lang="es-CL" sz="1100" b="0" i="0" u="none" strike="noStrike" kern="1200" err="1">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36668387"/>
                  </a:ext>
                </a:extLst>
              </a:tr>
              <a:tr h="28894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a:solidFill>
                            <a:schemeClr val="tx1"/>
                          </a:solidFill>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38284057"/>
                  </a:ext>
                </a:extLst>
              </a:tr>
              <a:tr h="288949">
                <a:tc row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a:solidFill>
                            <a:schemeClr val="tx1"/>
                          </a:solidFill>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121134533"/>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550908264"/>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r>
                        <a:rPr lang="es-CL" sz="1100" b="0" i="0" u="none" strike="noStrike" kern="1200">
                          <a:solidFill>
                            <a:srgbClr val="696158"/>
                          </a:solidFill>
                          <a:effectLst/>
                          <a:latin typeface="Calibri"/>
                          <a:ea typeface="+mn-ea"/>
                          <a:cs typeface="+mn-cs"/>
                        </a:rPr>
                        <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787269825"/>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08209325"/>
                  </a:ext>
                </a:extLst>
              </a:tr>
              <a:tr h="288949">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345815090"/>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16529815"/>
                  </a:ext>
                </a:extLst>
              </a:tr>
              <a:tr h="288949">
                <a:tc rowSpan="3">
                  <a:txBody>
                    <a:bodyPr/>
                    <a:lstStyle/>
                    <a:p>
                      <a:pPr algn="l"/>
                      <a:r>
                        <a:rPr lang="es-ES" sz="1100">
                          <a:solidFill>
                            <a:schemeClr val="tx1"/>
                          </a:solidFill>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68123066"/>
                  </a:ext>
                </a:extLst>
              </a:tr>
              <a:tr h="28894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62121451"/>
                  </a:ext>
                </a:extLst>
              </a:tr>
              <a:tr h="28894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581859"/>
                  </a:ext>
                </a:extLst>
              </a:tr>
              <a:tr h="288949">
                <a:tc rowSpan="2">
                  <a:txBody>
                    <a:bodyPr/>
                    <a:lstStyle/>
                    <a:p>
                      <a:pPr algn="l"/>
                      <a:r>
                        <a:rPr lang="es-ES" sz="1100">
                          <a:solidFill>
                            <a:schemeClr val="tx1"/>
                          </a:solidFill>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mn-lt"/>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uLnTx/>
                          <a:uFillTx/>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709301092"/>
                  </a:ext>
                </a:extLst>
              </a:tr>
              <a:tr h="288949">
                <a:tc vMerge="1">
                  <a:txBody>
                    <a:bodyPr/>
                    <a:lstStyle/>
                    <a:p>
                      <a:pPr algn="l"/>
                      <a:endParaRPr lang="es-ES" sz="1100">
                        <a:solidFill>
                          <a:schemeClr val="tx1"/>
                        </a:solidFill>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b="0" i="0" u="none" strike="noStrike" kern="1200">
                          <a:solidFill>
                            <a:srgbClr val="696158"/>
                          </a:solidFill>
                          <a:effectLst/>
                          <a:latin typeface="+mn-lt"/>
                          <a:ea typeface="+mn-ea"/>
                          <a:cs typeface="+mn-cs"/>
                          <a:sym typeface="Trebuchet MS" panose="020B0603020202020204" pitchFamily="34" charset="0"/>
                        </a:rPr>
                        <a:t>[Por completar]</a:t>
                      </a:r>
                      <a:r>
                        <a:rPr lang="es-CL" sz="1100" b="0" i="0" u="none" strike="noStrike" kern="1200">
                          <a:solidFill>
                            <a:srgbClr val="696158"/>
                          </a:solidFill>
                          <a:effectLst/>
                          <a:latin typeface="+mn-lt"/>
                          <a:ea typeface="+mn-ea"/>
                          <a:cs typeface="+mn-cs"/>
                        </a:rPr>
                        <a:t/>
                      </a:r>
                      <a:endParaRPr lang="es-CL" sz="1100" b="0" i="0" u="none" strike="noStrike" kern="1200">
                        <a:solidFill>
                          <a:srgbClr val="696158"/>
                        </a:solidFill>
                        <a:effectLst/>
                        <a:latin typeface="+mn-lt"/>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highlight>
                            <a:srgbClr val="FFFFFF"/>
                          </a:highligh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68399519"/>
                  </a:ext>
                </a:extLst>
              </a:tr>
              <a:tr h="288949">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a:solidFill>
                            <a:schemeClr val="tx1"/>
                          </a:solidFill>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sym typeface="Trebuchet MS" panose="020B0603020202020204" pitchFamily="34" charset="0"/>
                        </a:rPr>
                        <a:t>[Por completar]</a:t>
                      </a:r>
                      <a:r>
                        <a:rPr lang="es-CL" sz="1100" b="0" i="0" u="none" strike="noStrike" kern="1200" noProof="0">
                          <a:solidFill>
                            <a:srgbClr val="696158"/>
                          </a:solidFill>
                          <a:effectLst/>
                        </a:rPr>
                        <a:t/>
                      </a:r>
                      <a:r>
                        <a:rPr lang="es-CL" sz="1100" b="0" i="0" u="none" strike="noStrike" kern="1200" noProof="0">
                          <a:solidFill>
                            <a:srgbClr val="696158"/>
                          </a:solidFill>
                          <a:effectLst/>
                          <a:sym typeface="Trebuchet MS" panose="020B0603020202020204" pitchFamily="34" charset="0"/>
                        </a:rPr>
                        <a:t/>
                      </a:r>
                      <a:r>
                        <a:rPr lang="es-CL" sz="1100" b="0" i="0" u="none" strike="noStrike" kern="1200" noProof="0">
                          <a:solidFill>
                            <a:srgbClr val="696158"/>
                          </a:solidFill>
                          <a:effectLst/>
                        </a:rPr>
                        <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91109055"/>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308320402"/>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rPr>
                        <a:t>[Por completar]</a:t>
                      </a:r>
                      <a:r>
                        <a:rPr lang="es-CL" sz="1100" b="0" i="0" u="none" strike="noStrike" kern="1200" noProof="0">
                          <a:solidFill>
                            <a:srgbClr val="696158"/>
                          </a:solidFill>
                          <a:effectLst/>
                          <a:sym typeface="Trebuchet MS" panose="020B0603020202020204" pitchFamily="34" charset="0"/>
                        </a:rPr>
                        <a:t/>
                      </a:r>
                      <a:r>
                        <a:rPr lang="es-CL" sz="1100" b="0" i="0" u="none" strike="noStrike" kern="1200" noProof="0">
                          <a:solidFill>
                            <a:srgbClr val="696158"/>
                          </a:solidFill>
                          <a:effectLst/>
                        </a:rPr>
                        <a:t/>
                      </a:r>
                      <a:r>
                        <a:rPr lang="es-CL" sz="1100" b="0" i="0" u="none" strike="noStrike" kern="1200" noProof="0">
                          <a:solidFill>
                            <a:srgbClr val="696158"/>
                          </a:solidFill>
                          <a:effectLst/>
                          <a:sym typeface="Trebuchet MS" panose="020B0603020202020204" pitchFamily="34" charset="0"/>
                        </a:rPr>
                        <a:t/>
                      </a:r>
                      <a:r>
                        <a:rPr lang="es-CL" sz="1100" b="0" i="0" u="none" strike="noStrike" kern="1200" noProof="0">
                          <a:solidFill>
                            <a:srgbClr val="696158"/>
                          </a:solidFill>
                          <a:effectLst/>
                        </a:rPr>
                        <a:t/>
                      </a:r>
                      <a:endParaRPr lang="es-E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69226362"/>
                  </a:ext>
                </a:extLst>
              </a:tr>
            </a:tbl>
          </a:graphicData>
        </a:graphic>
      </p:graphicFrame>
      <p:sp>
        <p:nvSpPr>
          <p:cNvPr id="6" name="Rectangle: Rounded Corners 3">
            <a:extLst>
              <a:ext uri="{FF2B5EF4-FFF2-40B4-BE49-F238E27FC236}">
                <a16:creationId xmlns:a16="http://schemas.microsoft.com/office/drawing/2014/main" id="{01BD7C31-2A11-C3B8-D5E2-502589C65E90}"/>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9" name="Rectangle: Rounded Corners 174">
            <a:extLst>
              <a:ext uri="{FF2B5EF4-FFF2-40B4-BE49-F238E27FC236}">
                <a16:creationId xmlns:a16="http://schemas.microsoft.com/office/drawing/2014/main" id="{6B3A44C7-A054-ACCD-C0E3-04719E46B3A0}"/>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0" name="Rectangle: Rounded Corners 36">
            <a:extLst>
              <a:ext uri="{FF2B5EF4-FFF2-40B4-BE49-F238E27FC236}">
                <a16:creationId xmlns:a16="http://schemas.microsoft.com/office/drawing/2014/main" id="{54547B30-22F4-FC9F-417D-A60F8D29452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2942D338-BD7A-AC21-E7B6-3C5D1334E85D}"/>
              </a:ext>
            </a:extLst>
          </p:cNvPr>
          <p:cNvSpPr/>
          <p:nvPr/>
        </p:nvSpPr>
        <p:spPr>
          <a:xfrm>
            <a:off x="630000" y="145392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5" name="Rectangle: Rounded Corners 4">
            <a:extLst>
              <a:ext uri="{FF2B5EF4-FFF2-40B4-BE49-F238E27FC236}">
                <a16:creationId xmlns:a16="http://schemas.microsoft.com/office/drawing/2014/main" id="{4D1F7542-B1F6-DFA1-5F64-4C6CEA07C831}"/>
              </a:ext>
            </a:extLst>
          </p:cNvPr>
          <p:cNvSpPr/>
          <p:nvPr/>
        </p:nvSpPr>
        <p:spPr>
          <a:xfrm>
            <a:off x="630000" y="202018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2" name="Rectangle: Rounded Corners 21">
            <a:extLst>
              <a:ext uri="{FF2B5EF4-FFF2-40B4-BE49-F238E27FC236}">
                <a16:creationId xmlns:a16="http://schemas.microsoft.com/office/drawing/2014/main" id="{FC420E84-2546-56E6-2031-898F96E35382}"/>
              </a:ext>
            </a:extLst>
          </p:cNvPr>
          <p:cNvSpPr/>
          <p:nvPr/>
        </p:nvSpPr>
        <p:spPr>
          <a:xfrm>
            <a:off x="630000" y="248419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3" name="Rectangle: Rounded Corners 22">
            <a:extLst>
              <a:ext uri="{FF2B5EF4-FFF2-40B4-BE49-F238E27FC236}">
                <a16:creationId xmlns:a16="http://schemas.microsoft.com/office/drawing/2014/main" id="{312368BC-4E3B-AD8F-0455-8EC24CB52AA3}"/>
              </a:ext>
            </a:extLst>
          </p:cNvPr>
          <p:cNvSpPr/>
          <p:nvPr/>
        </p:nvSpPr>
        <p:spPr>
          <a:xfrm>
            <a:off x="640026" y="47617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4" name="Rectangle: Rounded Corners 23">
            <a:extLst>
              <a:ext uri="{FF2B5EF4-FFF2-40B4-BE49-F238E27FC236}">
                <a16:creationId xmlns:a16="http://schemas.microsoft.com/office/drawing/2014/main" id="{C3BB56D4-5348-E5DB-7DCB-4872CF3240E8}"/>
              </a:ext>
            </a:extLst>
          </p:cNvPr>
          <p:cNvSpPr/>
          <p:nvPr/>
        </p:nvSpPr>
        <p:spPr>
          <a:xfrm>
            <a:off x="630000" y="551980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 name="Rectangle: Rounded Corners 21">
            <a:extLst>
              <a:ext uri="{FF2B5EF4-FFF2-40B4-BE49-F238E27FC236}">
                <a16:creationId xmlns:a16="http://schemas.microsoft.com/office/drawing/2014/main" id="{DB3DBE97-B4CC-049E-35F6-863870F1C519}"/>
              </a:ext>
            </a:extLst>
          </p:cNvPr>
          <p:cNvSpPr/>
          <p:nvPr/>
        </p:nvSpPr>
        <p:spPr>
          <a:xfrm>
            <a:off x="630000" y="350280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7" name="Rectangle: Rounded Corners 23">
            <a:extLst>
              <a:ext uri="{FF2B5EF4-FFF2-40B4-BE49-F238E27FC236}">
                <a16:creationId xmlns:a16="http://schemas.microsoft.com/office/drawing/2014/main" id="{0FC9FF9A-AA6F-8542-BD5A-0121C8A363FA}"/>
              </a:ext>
            </a:extLst>
          </p:cNvPr>
          <p:cNvSpPr/>
          <p:nvPr/>
        </p:nvSpPr>
        <p:spPr>
          <a:xfrm>
            <a:off x="630000" y="627791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5348993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8648-3973-BDE0-A6A0-6ECABACC788A}"/>
            </a:ext>
          </a:extLst>
        </p:cNvPr>
        <p:cNvGrpSpPr/>
        <p:nvPr/>
      </p:nvGrpSpPr>
      <p:grpSpPr>
        <a:xfrm>
          <a:off x="0" y="0"/>
          <a:ext cx="0" cy="0"/>
          <a:chOff x="0" y="0"/>
          <a:chExt cx="0" cy="0"/>
        </a:xfrm>
      </p:grpSpPr>
      <p:sp>
        <p:nvSpPr>
          <p:cNvPr id="3" name="Text Placeholder 3">
            <a:extLst>
              <a:ext uri="{FF2B5EF4-FFF2-40B4-BE49-F238E27FC236}">
                <a16:creationId xmlns:a16="http://schemas.microsoft.com/office/drawing/2014/main" id="{293337A6-6473-0361-47CA-B168FFD917D2}"/>
              </a:ext>
            </a:extLst>
          </p:cNvPr>
          <p:cNvSpPr txBox="1">
            <a:spLocks/>
          </p:cNvSpPr>
          <p:nvPr/>
        </p:nvSpPr>
        <p:spPr>
          <a:xfrm>
            <a:off x="959393" y="1860476"/>
            <a:ext cx="8312198" cy="4381000"/>
          </a:xfrm>
          <a:prstGeom prst="rect">
            <a:avLst/>
          </a:prstGeom>
          <a:solidFill>
            <a:srgbClr val="FFFFFF"/>
          </a:solidFill>
          <a:ln w="19050">
            <a:solidFill>
              <a:schemeClr val="tx2"/>
            </a:solidFill>
          </a:ln>
        </p:spPr>
        <p:txBody>
          <a:bodyPr vert="horz" lIns="0" tIns="0" rIns="0" bIns="0" rtlCol="0" anchor="t">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a:defRPr/>
            </a:pPr>
            <a:r>
              <a:rPr lang="es-ES">
                <a:solidFill>
                  <a:srgbClr val="696158"/>
                </a:solidFill>
                <a:latin typeface="Calibri"/>
                <a:ea typeface="Calibri"/>
                <a:cs typeface="Calibri"/>
              </a:rPr>
              <a:t> </a:t>
            </a:r>
            <a:endParaRPr lang="es-ES" sz="120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11" name="Conector: angular 10">
            <a:extLst>
              <a:ext uri="{FF2B5EF4-FFF2-40B4-BE49-F238E27FC236}">
                <a16:creationId xmlns:a16="http://schemas.microsoft.com/office/drawing/2014/main" id="{108950C9-CCCA-EFD2-9B7E-A8A39AD67B0E}"/>
              </a:ext>
            </a:extLst>
          </p:cNvPr>
          <p:cNvCxnSpPr/>
          <p:nvPr/>
        </p:nvCxnSpPr>
        <p:spPr>
          <a:xfrm>
            <a:off x="1167061" y="3162299"/>
            <a:ext cx="463218" cy="603584"/>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think-cell data - do not delete" hidden="1">
            <a:extLst>
              <a:ext uri="{FF2B5EF4-FFF2-40B4-BE49-F238E27FC236}">
                <a16:creationId xmlns:a16="http://schemas.microsoft.com/office/drawing/2014/main" id="{30D0EFEC-5B9F-3E1F-F372-012C8BD5E162}"/>
              </a:ext>
            </a:extLst>
          </p:cNvPr>
          <p:cNvGraphicFramePr>
            <a:graphicFrameLocks/>
          </p:cNvGraphicFramePr>
          <p:nvPr>
            <p:custDataLst>
              <p:tags r:id="rId1"/>
            </p:custDataLst>
            <p:extLst>
              <p:ext uri="{D42A27DB-BD31-4B8C-83A1-F6EECF244321}">
                <p14:modId xmlns:p14="http://schemas.microsoft.com/office/powerpoint/2010/main" val="39240589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0D0EFEC-5B9F-3E1F-F372-012C8BD5E1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05DBE8D1-9D82-EB67-FFC2-87BFD2DC1CCB}"/>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r>
              <a:rPr lang="es-CL" sz="1600">
                <a:solidFill>
                  <a:prstClr val="white"/>
                </a:solidFill>
                <a:latin typeface="Calibri"/>
              </a:rPr>
              <a:t/>
            </a:r>
            <a:endPar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5" name="Rectangle: Rounded Corners 34">
            <a:extLst>
              <a:ext uri="{FF2B5EF4-FFF2-40B4-BE49-F238E27FC236}">
                <a16:creationId xmlns:a16="http://schemas.microsoft.com/office/drawing/2014/main" id="{51705C31-9852-B620-28BD-8F00E27160E2}"/>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82A18269-8742-F9B6-14B5-EC9C2D567ED9}"/>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lnSpc>
                <a:spcPct val="90000"/>
              </a:lnSpc>
              <a:defRPr/>
            </a:pPr>
            <a:r>
              <a:rPr lang="es-ES" sz="1050">
                <a:solidFill>
                  <a:schemeClr val="tx1"/>
                </a:solidFill>
                <a:ea typeface="+mn-lt"/>
                <a:cs typeface="+mn-lt"/>
                <a:sym typeface="Canva Sans Bold"/>
              </a:rPr>
              <a:t>[Objetivo del subproceso]</a:t>
            </a:r>
            <a:r>
              <a:rPr kumimoji="0" lang="es-ES" sz="1050" i="0" u="none" strike="noStrike" kern="1200" cap="none" spc="0" normalizeH="0" baseline="0" noProof="0">
                <a:ln>
                  <a:noFill/>
                </a:ln>
                <a:solidFill>
                  <a:schemeClr val="tx1"/>
                </a:solidFill>
                <a:effectLst/>
                <a:uLnTx/>
                <a:uFillTx/>
                <a:ea typeface="+mn-lt"/>
                <a:cs typeface="+mn-lt"/>
                <a:sym typeface="Canva Sans Bold"/>
              </a:rPr>
              <a:t/>
            </a:r>
            <a:r>
              <a:rPr lang="es-ES" sz="1050">
                <a:solidFill>
                  <a:schemeClr val="tx1"/>
                </a:solidFill>
                <a:ea typeface="+mn-lt"/>
                <a:cs typeface="+mn-lt"/>
                <a:sym typeface="Canva Sans Bold"/>
              </a:rPr>
              <a:t/>
            </a:r>
            <a:r>
              <a:rPr kumimoji="0" lang="es-ES" sz="1050" i="0" u="none" strike="noStrike" kern="1200" cap="none" spc="0" normalizeH="0" baseline="0" noProof="0">
                <a:ln>
                  <a:noFill/>
                </a:ln>
                <a:solidFill>
                  <a:schemeClr val="tx1"/>
                </a:solidFill>
                <a:effectLst/>
                <a:uLnTx/>
                <a:uFillTx/>
                <a:ea typeface="+mn-lt"/>
                <a:cs typeface="+mn-lt"/>
                <a:sym typeface="Canva Sans Bold"/>
              </a:rPr>
              <a:t/>
            </a:r>
            <a:r>
              <a:rPr lang="es-ES" sz="1050">
                <a:solidFill>
                  <a:schemeClr val="tx1"/>
                </a:solidFill>
                <a:ea typeface="+mn-lt"/>
                <a:cs typeface="+mn-lt"/>
                <a:sym typeface="Canva Sans Bold"/>
              </a:rPr>
              <a:t/>
            </a:r>
            <a:r>
              <a:rPr kumimoji="0" lang="es-ES" sz="1050" i="0" u="none" strike="noStrike" kern="1200" cap="none" spc="0" normalizeH="0" baseline="0" noProof="0">
                <a:ln>
                  <a:noFill/>
                </a:ln>
                <a:solidFill>
                  <a:schemeClr val="tx1"/>
                </a:solidFill>
                <a:effectLst/>
                <a:uLnTx/>
                <a:uFillTx/>
                <a:ea typeface="+mn-lt"/>
                <a:cs typeface="+mn-lt"/>
                <a:sym typeface="Canva Sans Bold"/>
              </a:rPr>
              <a:t/>
            </a:r>
            <a:r>
              <a:rPr lang="es-ES" sz="1050">
                <a:solidFill>
                  <a:schemeClr val="tx1"/>
                </a:solidFill>
                <a:ea typeface="+mn-lt"/>
                <a:cs typeface="+mn-lt"/>
                <a:sym typeface="Canva Sans Bold"/>
              </a:rPr>
              <a:t/>
            </a:r>
            <a:r>
              <a:rPr kumimoji="0" lang="es-ES" sz="1050" i="0" u="none" strike="noStrike" kern="1200" cap="none" spc="0" normalizeH="0" baseline="0" noProof="0">
                <a:ln>
                  <a:noFill/>
                </a:ln>
                <a:solidFill>
                  <a:schemeClr val="tx1"/>
                </a:solidFill>
                <a:effectLst/>
                <a:uLnTx/>
                <a:uFillTx/>
                <a:ea typeface="+mn-lt"/>
                <a:cs typeface="+mn-lt"/>
                <a:sym typeface="Canva Sans Bold"/>
              </a:rPr>
              <a:t/>
            </a:r>
            <a:r>
              <a:rPr lang="es-ES" sz="1050">
                <a:solidFill>
                  <a:schemeClr val="tx1"/>
                </a:solidFill>
                <a:ea typeface="+mn-lt"/>
                <a:cs typeface="+mn-lt"/>
                <a:sym typeface="Canva Sans Bold"/>
              </a:rPr>
              <a:t/>
            </a:r>
            <a:endParaRPr lang="es-ES" sz="1050">
              <a:solidFill>
                <a:schemeClr val="tx1"/>
              </a:solidFill>
              <a:ea typeface="+mn-lt"/>
              <a:cs typeface="+mn-lt"/>
            </a:endParaRPr>
          </a:p>
        </p:txBody>
      </p:sp>
      <p:sp>
        <p:nvSpPr>
          <p:cNvPr id="53" name="Rectangle 52">
            <a:extLst>
              <a:ext uri="{FF2B5EF4-FFF2-40B4-BE49-F238E27FC236}">
                <a16:creationId xmlns:a16="http://schemas.microsoft.com/office/drawing/2014/main" id="{0777A59D-96C3-5A9C-A238-B32F0B9ACCBD}"/>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5AC2DC50-B920-CEA5-6BBA-E30F8A45D581}"/>
              </a:ext>
            </a:extLst>
          </p:cNvPr>
          <p:cNvGrpSpPr/>
          <p:nvPr/>
        </p:nvGrpSpPr>
        <p:grpSpPr>
          <a:xfrm>
            <a:off x="9548037" y="1292505"/>
            <a:ext cx="2371061" cy="1630158"/>
            <a:chOff x="9548037" y="1292505"/>
            <a:chExt cx="2371061" cy="1630158"/>
          </a:xfrm>
        </p:grpSpPr>
        <p:sp>
          <p:nvSpPr>
            <p:cNvPr id="54" name="Rectangle: Rounded Corners 53">
              <a:extLst>
                <a:ext uri="{FF2B5EF4-FFF2-40B4-BE49-F238E27FC236}">
                  <a16:creationId xmlns:a16="http://schemas.microsoft.com/office/drawing/2014/main" id="{99FE4178-3327-107C-B6E4-38563F9E3D27}"/>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176BDB74-658E-F79B-CE56-B2A143881CD2}"/>
                </a:ext>
              </a:extLst>
            </p:cNvPr>
            <p:cNvSpPr txBox="1"/>
            <p:nvPr/>
          </p:nvSpPr>
          <p:spPr>
            <a:xfrm>
              <a:off x="9548038" y="1577998"/>
              <a:ext cx="2371060" cy="134466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ES">
                <a:ea typeface="Calibri"/>
                <a:cs typeface="Calibri"/>
              </a:endParaRPr>
            </a:p>
            <a:p>
              <a:pPr marL="323850" lvl="1" indent="-215900">
                <a:defRPr/>
              </a:pPr>
              <a:r>
                <a:rPr lang="es-CL" sz="1200">
                  <a:latin typeface="Calibri"/>
                  <a:sym typeface="+mn-lt"/>
                </a:rPr>
                <a:t>[Por completar]</a:t>
              </a:r>
              <a:endParaRPr lang="es-CL" sz="1200">
                <a:latin typeface="Calibri"/>
                <a:ea typeface="Calibri"/>
                <a:cs typeface="Calibri"/>
              </a:endParaRPr>
            </a:p>
            <a:p>
              <a:pPr marL="323850" lvl="1" indent="-215900">
                <a:defRPr/>
              </a:pPr>
              <a:r>
                <a:rPr lang="es-CL" sz="1200">
                  <a:latin typeface="Calibri"/>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4" name="Group 23">
            <a:extLst>
              <a:ext uri="{FF2B5EF4-FFF2-40B4-BE49-F238E27FC236}">
                <a16:creationId xmlns:a16="http://schemas.microsoft.com/office/drawing/2014/main" id="{91DD8637-AE15-7EA4-5160-2F3EFA36D89E}"/>
              </a:ext>
            </a:extLst>
          </p:cNvPr>
          <p:cNvGrpSpPr/>
          <p:nvPr/>
        </p:nvGrpSpPr>
        <p:grpSpPr>
          <a:xfrm>
            <a:off x="9548037" y="3026876"/>
            <a:ext cx="2371061" cy="1297026"/>
            <a:chOff x="9548037" y="3000808"/>
            <a:chExt cx="2371061" cy="1297026"/>
          </a:xfrm>
        </p:grpSpPr>
        <p:sp>
          <p:nvSpPr>
            <p:cNvPr id="58" name="Rectangle: Rounded Corners 57">
              <a:extLst>
                <a:ext uri="{FF2B5EF4-FFF2-40B4-BE49-F238E27FC236}">
                  <a16:creationId xmlns:a16="http://schemas.microsoft.com/office/drawing/2014/main" id="{4E037A38-9473-5CBD-91B7-0388C67A0028}"/>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1DCF800A-3249-C75A-70F0-EE188DAC8E25}"/>
                </a:ext>
              </a:extLst>
            </p:cNvPr>
            <p:cNvSpPr txBox="1"/>
            <p:nvPr/>
          </p:nvSpPr>
          <p:spPr>
            <a:xfrm>
              <a:off x="9548038" y="3286302"/>
              <a:ext cx="2371060" cy="101153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es-CL" sz="1200" err="1">
                  <a:latin typeface="Calibri"/>
                  <a:sym typeface="+mn-lt"/>
                </a:rPr>
                <a:t>[Por completar]</a:t>
              </a:r>
              <a:r>
                <a:rPr lang="es-CL" sz="1200">
                  <a:latin typeface="Calibri"/>
                  <a:sym typeface="+mn-lt"/>
                </a:rPr>
                <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6" name="Group 25">
            <a:extLst>
              <a:ext uri="{FF2B5EF4-FFF2-40B4-BE49-F238E27FC236}">
                <a16:creationId xmlns:a16="http://schemas.microsoft.com/office/drawing/2014/main" id="{DC4FD705-45F7-17CA-55B0-B4AFA16647D2}"/>
              </a:ext>
            </a:extLst>
          </p:cNvPr>
          <p:cNvGrpSpPr/>
          <p:nvPr/>
        </p:nvGrpSpPr>
        <p:grpSpPr>
          <a:xfrm>
            <a:off x="9548037" y="4430379"/>
            <a:ext cx="2371061" cy="1180490"/>
            <a:chOff x="9548037" y="4099511"/>
            <a:chExt cx="2371061" cy="1180490"/>
          </a:xfrm>
        </p:grpSpPr>
        <p:sp>
          <p:nvSpPr>
            <p:cNvPr id="60" name="Rectangle: Rounded Corners 59">
              <a:extLst>
                <a:ext uri="{FF2B5EF4-FFF2-40B4-BE49-F238E27FC236}">
                  <a16:creationId xmlns:a16="http://schemas.microsoft.com/office/drawing/2014/main" id="{A67C71A7-8549-D1E2-6058-88246A86DDC5}"/>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9CBB573B-A17E-1E06-C5F1-CBBAF7B2D3B3}"/>
                </a:ext>
              </a:extLst>
            </p:cNvPr>
            <p:cNvSpPr txBox="1"/>
            <p:nvPr/>
          </p:nvSpPr>
          <p:spPr>
            <a:xfrm>
              <a:off x="9548038" y="4385004"/>
              <a:ext cx="2371060" cy="8949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es-CL" sz="1200">
                  <a:latin typeface="Calibri"/>
                  <a:sym typeface="+mn-lt"/>
                </a:rPr>
                <a:t>[Por completar]</a:t>
              </a: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9" name="Group 28">
            <a:extLst>
              <a:ext uri="{FF2B5EF4-FFF2-40B4-BE49-F238E27FC236}">
                <a16:creationId xmlns:a16="http://schemas.microsoft.com/office/drawing/2014/main" id="{F8AE4B63-B4D4-ECAD-D075-1AB0E449C38E}"/>
              </a:ext>
            </a:extLst>
          </p:cNvPr>
          <p:cNvGrpSpPr/>
          <p:nvPr/>
        </p:nvGrpSpPr>
        <p:grpSpPr>
          <a:xfrm>
            <a:off x="9548037" y="5833883"/>
            <a:ext cx="2371061" cy="647000"/>
            <a:chOff x="9548037" y="5503015"/>
            <a:chExt cx="2371061" cy="647000"/>
          </a:xfrm>
        </p:grpSpPr>
        <p:sp>
          <p:nvSpPr>
            <p:cNvPr id="62" name="Rectangle: Rounded Corners 61">
              <a:extLst>
                <a:ext uri="{FF2B5EF4-FFF2-40B4-BE49-F238E27FC236}">
                  <a16:creationId xmlns:a16="http://schemas.microsoft.com/office/drawing/2014/main" id="{B615EA42-4A1C-F8E6-6A81-587E20048B7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E8BDD89C-09B5-803D-94B9-71DB3BCC0A9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es-CL"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sp>
        <p:nvSpPr>
          <p:cNvPr id="6" name="Elipse 126">
            <a:extLst>
              <a:ext uri="{FF2B5EF4-FFF2-40B4-BE49-F238E27FC236}">
                <a16:creationId xmlns:a16="http://schemas.microsoft.com/office/drawing/2014/main" id="{8719AC0D-8813-D99F-96B9-B03B668BE198}"/>
              </a:ext>
            </a:extLst>
          </p:cNvPr>
          <p:cNvSpPr/>
          <p:nvPr/>
        </p:nvSpPr>
        <p:spPr>
          <a:xfrm>
            <a:off x="984373" y="2537552"/>
            <a:ext cx="1715589" cy="792993"/>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171450" indent="-171450">
              <a:buFont typeface="Arial" panose="020B0604020202020204" pitchFamily="34" charset="0"/>
              <a:buChar char="•"/>
              <a:defRPr/>
            </a:pPr>
            <a:r>
              <a:rPr lang="es-CL" sz="900">
                <a:solidFill>
                  <a:srgbClr val="696158"/>
                </a:solidFill>
                <a:latin typeface="Calibri"/>
                <a:ea typeface="Calibri"/>
                <a:cs typeface="Calibri"/>
              </a:rPr>
              <a:t>[Por completar]</a:t>
            </a:r>
          </a:p>
          <a:p>
            <a:pPr marL="171450" indent="-171450">
              <a:buFont typeface="Arial" panose="020B0604020202020204" pitchFamily="34" charset="0"/>
              <a:buChar char="•"/>
              <a:defRPr/>
            </a:pPr>
            <a:r>
              <a:rPr lang="es-CL" sz="900">
                <a:solidFill>
                  <a:srgbClr val="696158"/>
                </a:solidFill>
                <a:latin typeface="Calibri"/>
                <a:ea typeface="Calibri"/>
                <a:cs typeface="Calibri"/>
              </a:rPr>
              <a:t>[Por completar]</a:t>
            </a:r>
          </a:p>
          <a:p>
            <a:pPr marL="171450" indent="-171450">
              <a:buFont typeface="Arial" panose="020B0604020202020204" pitchFamily="34" charset="0"/>
              <a:buChar char="•"/>
              <a:defRPr/>
            </a:pPr>
            <a:r>
              <a:rPr lang="es-CL" sz="900" b="0" i="0" u="none" strike="noStrike" kern="1200" cap="none" spc="0" normalizeH="0" baseline="0" noProof="0">
                <a:ln>
                  <a:noFill/>
                </a:ln>
                <a:solidFill>
                  <a:srgbClr val="696158"/>
                </a:solidFill>
                <a:effectLst/>
                <a:uLnTx/>
                <a:uFillTx/>
                <a:latin typeface="Calibri"/>
                <a:ea typeface="Calibri"/>
                <a:cs typeface="Calibri"/>
              </a:rPr>
              <a:t>[Por completar]</a:t>
            </a:r>
          </a:p>
        </p:txBody>
      </p:sp>
      <p:sp>
        <p:nvSpPr>
          <p:cNvPr id="174" name="Title 1">
            <a:extLst>
              <a:ext uri="{FF2B5EF4-FFF2-40B4-BE49-F238E27FC236}">
                <a16:creationId xmlns:a16="http://schemas.microsoft.com/office/drawing/2014/main" id="{30429CC2-B64B-DEAB-3040-7EC6B4B92FCB}"/>
              </a:ext>
            </a:extLst>
          </p:cNvPr>
          <p:cNvSpPr>
            <a:spLocks noGrp="1"/>
          </p:cNvSpPr>
          <p:nvPr>
            <p:ph type="title"/>
          </p:nvPr>
        </p:nvSpPr>
        <p:spPr>
          <a:xfrm>
            <a:off x="243281" y="569520"/>
            <a:ext cx="9205269" cy="332399"/>
          </a:xfrm>
        </p:spPr>
        <p:txBody>
          <a:bodyPr vert="horz"/>
          <a:lstStyle/>
          <a:p>
            <a:r>
              <a:rPr lang="es-CL">
                <a:solidFill>
                  <a:schemeClr val="tx1"/>
                </a:solidFill>
              </a:rPr>
              <a:t>[Código] Flujograma subproceso| [Nombre del subproceso]</a:t>
            </a:r>
            <a:r>
              <a:rPr lang="es-CL" sz="2400">
                <a:solidFill>
                  <a:schemeClr val="tx1"/>
                </a:solidFill>
              </a:rPr>
              <a:t/>
            </a:r>
            <a:r>
              <a:rPr lang="es-CL">
                <a:solidFill>
                  <a:schemeClr val="tx1"/>
                </a:solidFill>
              </a:rPr>
              <a:t/>
            </a:r>
            <a:r>
              <a:rPr lang="es-CL" sz="2400">
                <a:solidFill>
                  <a:schemeClr val="tx1"/>
                </a:solidFill>
              </a:rPr>
              <a:t/>
            </a:r>
            <a:r>
              <a:rPr lang="es-CL" sz="2400"/>
              <a:t/>
            </a:r>
            <a:r>
              <a:rPr lang="es-CL"/>
              <a:t/>
            </a:r>
            <a:endParaRPr lang="es-CL">
              <a:ea typeface="Calibri"/>
              <a:cs typeface="Calibri"/>
            </a:endParaRPr>
          </a:p>
        </p:txBody>
      </p:sp>
      <p:sp>
        <p:nvSpPr>
          <p:cNvPr id="175" name="Rectangle: Rounded Corners 174">
            <a:extLst>
              <a:ext uri="{FF2B5EF4-FFF2-40B4-BE49-F238E27FC236}">
                <a16:creationId xmlns:a16="http://schemas.microsoft.com/office/drawing/2014/main" id="{983EEFAB-5D01-7AD7-487E-F0276B09E9D5}"/>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r>
              <a:rPr lang="es-CL" sz="1100" b="1">
                <a:solidFill>
                  <a:srgbClr val="9A9300"/>
                </a:solidFill>
                <a:latin typeface="Calibri"/>
              </a:rPr>
              <a:t/>
            </a: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4" name="Rectangle: Rounded Corners 3">
            <a:extLst>
              <a:ext uri="{FF2B5EF4-FFF2-40B4-BE49-F238E27FC236}">
                <a16:creationId xmlns:a16="http://schemas.microsoft.com/office/drawing/2014/main" id="{9B849ABD-77BC-92AE-37E0-0FA5C7AC175B}"/>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5" name="Rectangle: Rounded Corners 36">
            <a:extLst>
              <a:ext uri="{FF2B5EF4-FFF2-40B4-BE49-F238E27FC236}">
                <a16:creationId xmlns:a16="http://schemas.microsoft.com/office/drawing/2014/main" id="{BAD4B546-AE46-950F-776A-333EBEE23327}"/>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17" name="10 Rectángulo">
            <a:extLst>
              <a:ext uri="{FF2B5EF4-FFF2-40B4-BE49-F238E27FC236}">
                <a16:creationId xmlns:a16="http://schemas.microsoft.com/office/drawing/2014/main" id="{C6B1701D-1E0B-81B6-66EB-0B1126FEC536}"/>
              </a:ext>
            </a:extLst>
          </p:cNvPr>
          <p:cNvSpPr/>
          <p:nvPr/>
        </p:nvSpPr>
        <p:spPr>
          <a:xfrm>
            <a:off x="1645208"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s-ES" sz="800">
                <a:solidFill>
                  <a:srgbClr val="696158"/>
                </a:solidFill>
                <a:latin typeface="Calibri"/>
              </a:rPr>
              <a:t>[Por completar]</a:t>
            </a:r>
            <a:endParaRPr lang="es-ES">
              <a:ea typeface="+mn-ea"/>
              <a:cs typeface="+mn-cs"/>
            </a:endParaRPr>
          </a:p>
        </p:txBody>
      </p:sp>
      <p:sp>
        <p:nvSpPr>
          <p:cNvPr id="18" name="10 Rectángulo">
            <a:extLst>
              <a:ext uri="{FF2B5EF4-FFF2-40B4-BE49-F238E27FC236}">
                <a16:creationId xmlns:a16="http://schemas.microsoft.com/office/drawing/2014/main" id="{508971B0-1DAD-DC6E-CD09-89852B41467F}"/>
              </a:ext>
            </a:extLst>
          </p:cNvPr>
          <p:cNvSpPr/>
          <p:nvPr/>
        </p:nvSpPr>
        <p:spPr>
          <a:xfrm>
            <a:off x="3171806"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s-ES" sz="800" baseline="0">
                <a:solidFill>
                  <a:srgbClr val="696158"/>
                </a:solidFill>
                <a:latin typeface="Calibri"/>
              </a:rPr>
              <a:t>[Por completar]</a:t>
            </a:r>
            <a:r>
              <a:rPr lang="es-ES" sz="800">
                <a:solidFill>
                  <a:srgbClr val="696158"/>
                </a:solidFill>
                <a:latin typeface="Calibri"/>
              </a:rPr>
              <a:t/>
            </a: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19" name="10 Rectángulo">
            <a:extLst>
              <a:ext uri="{FF2B5EF4-FFF2-40B4-BE49-F238E27FC236}">
                <a16:creationId xmlns:a16="http://schemas.microsoft.com/office/drawing/2014/main" id="{463F2431-D79D-7BCC-5BE4-7C8EFB842054}"/>
              </a:ext>
            </a:extLst>
          </p:cNvPr>
          <p:cNvSpPr/>
          <p:nvPr/>
        </p:nvSpPr>
        <p:spPr>
          <a:xfrm>
            <a:off x="3170578" y="4049990"/>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s-ES" sz="800">
                <a:solidFill>
                  <a:srgbClr val="696158"/>
                </a:solidFill>
                <a:latin typeface="Calibri"/>
                <a:ea typeface="Calibri"/>
                <a:cs typeface="Calibri"/>
              </a:rPr>
              <a:t>[Por completar]</a:t>
            </a:r>
            <a:endParaRPr lang="es-ES"/>
          </a:p>
        </p:txBody>
      </p:sp>
      <p:sp>
        <p:nvSpPr>
          <p:cNvPr id="20" name="10 Rectángulo">
            <a:extLst>
              <a:ext uri="{FF2B5EF4-FFF2-40B4-BE49-F238E27FC236}">
                <a16:creationId xmlns:a16="http://schemas.microsoft.com/office/drawing/2014/main" id="{D1089AEA-FD59-35B8-C791-5687FC1F84A9}"/>
              </a:ext>
            </a:extLst>
          </p:cNvPr>
          <p:cNvSpPr/>
          <p:nvPr/>
        </p:nvSpPr>
        <p:spPr>
          <a:xfrm>
            <a:off x="5155059"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s-ES" sz="800" baseline="0">
                <a:solidFill>
                  <a:srgbClr val="696158"/>
                </a:solidFill>
                <a:latin typeface="Calibri"/>
              </a:rPr>
              <a:t>[Por completar]</a:t>
            </a:r>
            <a:r>
              <a:rPr lang="es-ES" sz="800" baseline="0">
                <a:solidFill>
                  <a:srgbClr val="FFFFFF"/>
                </a:solidFill>
                <a:latin typeface="Calibri"/>
              </a:rPr>
              <a:t/>
            </a:r>
            <a:r>
              <a:rPr lang="es-ES" sz="800">
                <a:latin typeface="Calibri"/>
                <a:ea typeface="Calibri"/>
                <a:cs typeface="Calibri"/>
              </a:rPr>
              <a:t/>
            </a:r>
            <a:endParaRPr lang="es-ES" sz="800">
              <a:solidFill>
                <a:srgbClr val="696158"/>
              </a:solidFill>
              <a:ea typeface="Calibri"/>
              <a:cs typeface="Calibri"/>
            </a:endParaRPr>
          </a:p>
        </p:txBody>
      </p:sp>
      <p:sp>
        <p:nvSpPr>
          <p:cNvPr id="27" name="10 Rectángulo">
            <a:extLst>
              <a:ext uri="{FF2B5EF4-FFF2-40B4-BE49-F238E27FC236}">
                <a16:creationId xmlns:a16="http://schemas.microsoft.com/office/drawing/2014/main" id="{04A44158-5312-2C68-C2E1-9F71BB3153BA}"/>
              </a:ext>
            </a:extLst>
          </p:cNvPr>
          <p:cNvSpPr/>
          <p:nvPr/>
        </p:nvSpPr>
        <p:spPr>
          <a:xfrm>
            <a:off x="6381356" y="3520962"/>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s-ES" sz="800">
                <a:solidFill>
                  <a:srgbClr val="696158"/>
                </a:solidFill>
                <a:latin typeface="Calibri"/>
                <a:ea typeface="Calibri"/>
                <a:cs typeface="Calibri"/>
              </a:rPr>
              <a:t>[Objetivo del subproceso]</a:t>
            </a:r>
          </a:p>
        </p:txBody>
      </p:sp>
      <p:sp>
        <p:nvSpPr>
          <p:cNvPr id="30" name="Oval 2">
            <a:extLst>
              <a:ext uri="{FF2B5EF4-FFF2-40B4-BE49-F238E27FC236}">
                <a16:creationId xmlns:a16="http://schemas.microsoft.com/office/drawing/2014/main" id="{734432C1-CD35-A89A-621D-CE4F1FB67048}"/>
              </a:ext>
            </a:extLst>
          </p:cNvPr>
          <p:cNvSpPr/>
          <p:nvPr/>
        </p:nvSpPr>
        <p:spPr>
          <a:xfrm>
            <a:off x="7769923" y="3477199"/>
            <a:ext cx="1407186" cy="50851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96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76" name="Conector recto de flecha 75">
            <a:extLst>
              <a:ext uri="{FF2B5EF4-FFF2-40B4-BE49-F238E27FC236}">
                <a16:creationId xmlns:a16="http://schemas.microsoft.com/office/drawing/2014/main" id="{40CBE268-5F20-5A1E-C3BE-93CFFBD7A10D}"/>
              </a:ext>
            </a:extLst>
          </p:cNvPr>
          <p:cNvCxnSpPr>
            <a:cxnSpLocks/>
            <a:stCxn id="17" idx="3"/>
            <a:endCxn id="18" idx="1"/>
          </p:cNvCxnSpPr>
          <p:nvPr/>
        </p:nvCxnSpPr>
        <p:spPr>
          <a:xfrm>
            <a:off x="2699962" y="3738778"/>
            <a:ext cx="47184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0" name="Conector recto de flecha 99">
            <a:extLst>
              <a:ext uri="{FF2B5EF4-FFF2-40B4-BE49-F238E27FC236}">
                <a16:creationId xmlns:a16="http://schemas.microsoft.com/office/drawing/2014/main" id="{C431F111-7597-8FB7-2A67-51974F5DFD56}"/>
              </a:ext>
            </a:extLst>
          </p:cNvPr>
          <p:cNvCxnSpPr>
            <a:cxnSpLocks/>
            <a:stCxn id="18" idx="3"/>
          </p:cNvCxnSpPr>
          <p:nvPr/>
        </p:nvCxnSpPr>
        <p:spPr>
          <a:xfrm flipV="1">
            <a:off x="4226560" y="3729370"/>
            <a:ext cx="928499" cy="940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6" name="Conector recto de flecha 105">
            <a:extLst>
              <a:ext uri="{FF2B5EF4-FFF2-40B4-BE49-F238E27FC236}">
                <a16:creationId xmlns:a16="http://schemas.microsoft.com/office/drawing/2014/main" id="{A908354D-9CD7-48C8-A533-0FC0017A5695}"/>
              </a:ext>
            </a:extLst>
          </p:cNvPr>
          <p:cNvCxnSpPr>
            <a:cxnSpLocks/>
            <a:endCxn id="27" idx="1"/>
          </p:cNvCxnSpPr>
          <p:nvPr/>
        </p:nvCxnSpPr>
        <p:spPr>
          <a:xfrm>
            <a:off x="6213671" y="3727157"/>
            <a:ext cx="16768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13" name="Conector recto de flecha 112">
            <a:extLst>
              <a:ext uri="{FF2B5EF4-FFF2-40B4-BE49-F238E27FC236}">
                <a16:creationId xmlns:a16="http://schemas.microsoft.com/office/drawing/2014/main" id="{586F3420-D1CF-553F-BCA4-6A667DBFFC9B}"/>
              </a:ext>
            </a:extLst>
          </p:cNvPr>
          <p:cNvCxnSpPr>
            <a:cxnSpLocks/>
            <a:stCxn id="27" idx="3"/>
            <a:endCxn id="30" idx="2"/>
          </p:cNvCxnSpPr>
          <p:nvPr/>
        </p:nvCxnSpPr>
        <p:spPr>
          <a:xfrm>
            <a:off x="7436110" y="3727157"/>
            <a:ext cx="333813" cy="4299"/>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96">
            <a:extLst>
              <a:ext uri="{FF2B5EF4-FFF2-40B4-BE49-F238E27FC236}">
                <a16:creationId xmlns:a16="http://schemas.microsoft.com/office/drawing/2014/main" id="{C6AD447C-3186-281A-6164-F6B1DFF23583}"/>
              </a:ext>
            </a:extLst>
          </p:cNvPr>
          <p:cNvSpPr/>
          <p:nvPr/>
        </p:nvSpPr>
        <p:spPr>
          <a:xfrm>
            <a:off x="1963675"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8" name="Rectangle: Rounded Corners 96">
            <a:extLst>
              <a:ext uri="{FF2B5EF4-FFF2-40B4-BE49-F238E27FC236}">
                <a16:creationId xmlns:a16="http://schemas.microsoft.com/office/drawing/2014/main" id="{96F78346-A193-05D3-5D4C-D56D61AC04E6}"/>
              </a:ext>
            </a:extLst>
          </p:cNvPr>
          <p:cNvSpPr/>
          <p:nvPr/>
        </p:nvSpPr>
        <p:spPr>
          <a:xfrm>
            <a:off x="3553334"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9" name="Rectangle: Rounded Corners 96">
            <a:extLst>
              <a:ext uri="{FF2B5EF4-FFF2-40B4-BE49-F238E27FC236}">
                <a16:creationId xmlns:a16="http://schemas.microsoft.com/office/drawing/2014/main" id="{128AB9B8-A819-F37E-0203-A61F53B6C1B8}"/>
              </a:ext>
            </a:extLst>
          </p:cNvPr>
          <p:cNvSpPr/>
          <p:nvPr/>
        </p:nvSpPr>
        <p:spPr>
          <a:xfrm>
            <a:off x="3520290" y="398256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0" name="Rectangle: Rounded Corners 96">
            <a:extLst>
              <a:ext uri="{FF2B5EF4-FFF2-40B4-BE49-F238E27FC236}">
                <a16:creationId xmlns:a16="http://schemas.microsoft.com/office/drawing/2014/main" id="{27DC8EFC-B1B8-D255-1DC6-F446526DA862}"/>
              </a:ext>
            </a:extLst>
          </p:cNvPr>
          <p:cNvSpPr/>
          <p:nvPr/>
        </p:nvSpPr>
        <p:spPr>
          <a:xfrm>
            <a:off x="5530751" y="3397723"/>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sp>
        <p:nvSpPr>
          <p:cNvPr id="121" name="Rectangle: Rounded Corners 96">
            <a:extLst>
              <a:ext uri="{FF2B5EF4-FFF2-40B4-BE49-F238E27FC236}">
                <a16:creationId xmlns:a16="http://schemas.microsoft.com/office/drawing/2014/main" id="{A6A694B1-9FD5-DDBB-D18A-57D72FEFDB26}"/>
              </a:ext>
            </a:extLst>
          </p:cNvPr>
          <p:cNvSpPr/>
          <p:nvPr/>
        </p:nvSpPr>
        <p:spPr>
          <a:xfrm>
            <a:off x="6665270"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[Código]</a:t>
            </a:r>
          </a:p>
        </p:txBody>
      </p:sp>
      <p:cxnSp>
        <p:nvCxnSpPr>
          <p:cNvPr id="4" name="Conector: angular 3">
            <a:extLst>
              <a:ext uri="{FF2B5EF4-FFF2-40B4-BE49-F238E27FC236}">
                <a16:creationId xmlns:a16="http://schemas.microsoft.com/office/drawing/2014/main" id="{BA1C772B-545F-D53B-5910-FCA075EC024D}"/>
              </a:ext>
            </a:extLst>
          </p:cNvPr>
          <p:cNvCxnSpPr>
            <a:cxnSpLocks/>
            <a:stCxn id="19" idx="3"/>
            <a:endCxn id="20" idx="1"/>
          </p:cNvCxnSpPr>
          <p:nvPr/>
        </p:nvCxnSpPr>
        <p:spPr>
          <a:xfrm flipV="1">
            <a:off x="4225332" y="3738778"/>
            <a:ext cx="929727" cy="517407"/>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9" name="Conector: angular 8">
            <a:extLst>
              <a:ext uri="{FF2B5EF4-FFF2-40B4-BE49-F238E27FC236}">
                <a16:creationId xmlns:a16="http://schemas.microsoft.com/office/drawing/2014/main" id="{C3527B6E-4BDC-E19A-A5BF-B38ED80F46AC}"/>
              </a:ext>
            </a:extLst>
          </p:cNvPr>
          <p:cNvCxnSpPr>
            <a:cxnSpLocks/>
            <a:endCxn id="19" idx="1"/>
          </p:cNvCxnSpPr>
          <p:nvPr/>
        </p:nvCxnSpPr>
        <p:spPr>
          <a:xfrm rot="16200000" flipH="1">
            <a:off x="2855161" y="3940768"/>
            <a:ext cx="517408" cy="113426"/>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04549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9BBDC-FDFA-FDFD-E50A-22D183131A8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4055BD3-26E0-6672-86BE-30E28CE079A9}"/>
              </a:ext>
            </a:extLst>
          </p:cNvPr>
          <p:cNvGraphicFramePr>
            <a:graphicFrameLocks/>
          </p:cNvGraphicFramePr>
          <p:nvPr>
            <p:custDataLst>
              <p:tags r:id="rId1"/>
            </p:custDataLst>
            <p:extLst>
              <p:ext uri="{D42A27DB-BD31-4B8C-83A1-F6EECF244321}">
                <p14:modId xmlns:p14="http://schemas.microsoft.com/office/powerpoint/2010/main" val="1286372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24055BD3-26E0-6672-86BE-30E28CE079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E292A2-8BAA-81DB-88CC-E1A750D07803}"/>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a:t/>
            </a:r>
            <a:r>
              <a:rPr lang="es-CL">
                <a:highlight>
                  <a:srgbClr val="FFFFFF"/>
                </a:highlight>
              </a:rPr>
              <a:t/>
            </a:r>
          </a:p>
        </p:txBody>
      </p:sp>
      <p:graphicFrame>
        <p:nvGraphicFramePr>
          <p:cNvPr id="20" name="Table 19">
            <a:extLst>
              <a:ext uri="{FF2B5EF4-FFF2-40B4-BE49-F238E27FC236}">
                <a16:creationId xmlns:a16="http://schemas.microsoft.com/office/drawing/2014/main" id="{0EB93D74-ED00-05D1-D496-239711249470}"/>
              </a:ext>
            </a:extLst>
          </p:cNvPr>
          <p:cNvGraphicFramePr>
            <a:graphicFrameLocks noGrp="1"/>
          </p:cNvGraphicFramePr>
          <p:nvPr>
            <p:extLst>
              <p:ext uri="{D42A27DB-BD31-4B8C-83A1-F6EECF244321}">
                <p14:modId xmlns:p14="http://schemas.microsoft.com/office/powerpoint/2010/main" val="1843709265"/>
              </p:ext>
            </p:extLst>
          </p:nvPr>
        </p:nvGraphicFramePr>
        <p:xfrm>
          <a:off x="1279133" y="982936"/>
          <a:ext cx="9379873" cy="6059424"/>
        </p:xfrm>
        <a:graphic>
          <a:graphicData uri="http://schemas.openxmlformats.org/drawingml/2006/table">
            <a:tbl>
              <a:tblPr>
                <a:tableStyleId>{2D5ABB26-0587-4C30-8999-92F81FD0307C}</a:tableStyleId>
              </a:tblPr>
              <a:tblGrid>
                <a:gridCol w="2459885">
                  <a:extLst>
                    <a:ext uri="{9D8B030D-6E8A-4147-A177-3AD203B41FA5}">
                      <a16:colId xmlns:a16="http://schemas.microsoft.com/office/drawing/2014/main" val="741832067"/>
                    </a:ext>
                  </a:extLst>
                </a:gridCol>
                <a:gridCol w="4243005">
                  <a:extLst>
                    <a:ext uri="{9D8B030D-6E8A-4147-A177-3AD203B41FA5}">
                      <a16:colId xmlns:a16="http://schemas.microsoft.com/office/drawing/2014/main" val="2629782098"/>
                    </a:ext>
                  </a:extLst>
                </a:gridCol>
                <a:gridCol w="2676983">
                  <a:extLst>
                    <a:ext uri="{9D8B030D-6E8A-4147-A177-3AD203B41FA5}">
                      <a16:colId xmlns:a16="http://schemas.microsoft.com/office/drawing/2014/main" val="1732901862"/>
                    </a:ext>
                  </a:extLst>
                </a:gridCol>
              </a:tblGrid>
              <a:tr h="283223">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193783">
                <a:tc rowSpan="2">
                  <a:txBody>
                    <a:bodyPr/>
                    <a:lstStyle/>
                    <a:p>
                      <a:pPr lvl="0" algn="l">
                        <a:buNone/>
                      </a:pPr>
                      <a:r>
                        <a:rPr lang="es-CL" sz="1100" b="0" i="0" u="none" strike="noStrike" kern="1200">
                          <a:solidFill>
                            <a:srgbClr val="696158"/>
                          </a:solidFill>
                          <a:effectLst/>
                          <a:latin typeface="Calibri"/>
                          <a:ea typeface="+mn-ea"/>
                          <a:cs typeface="+mn-cs"/>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193783">
                <a:tc vMerge="1">
                  <a:txBody>
                    <a:bodyPr/>
                    <a:lstStyle/>
                    <a:p>
                      <a:endParaRPr lang="es-ES"/>
                    </a:p>
                  </a:txBody>
                  <a:tcPr marL="27432" marR="27432" marT="27432" marB="27432" anchor="ctr">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tcPr>
                </a:tc>
                <a:tc>
                  <a:txBody>
                    <a:bodyPr/>
                    <a:lstStyle/>
                    <a:p>
                      <a:pPr lvl="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2493992"/>
                  </a:ext>
                </a:extLst>
              </a:tr>
              <a:tr h="193783">
                <a:tc rowSpan="11">
                  <a:txBody>
                    <a:bodyPr/>
                    <a:lstStyle/>
                    <a:p>
                      <a:pPr marL="0" lvl="0" algn="l" defTabSz="914400" rtl="0" eaLnBrk="1" latinLnBrk="0" hangingPunct="1">
                        <a:buNone/>
                      </a:pPr>
                      <a:r>
                        <a:rPr lang="es-ES" sz="1100" b="0" i="0" u="none" strike="noStrike" kern="1200">
                          <a:solidFill>
                            <a:srgbClr val="696158"/>
                          </a:solidFill>
                          <a:effectLst/>
                          <a:latin typeface="Calibri"/>
                          <a:ea typeface="+mn-ea"/>
                          <a:cs typeface="+mn-cs"/>
                        </a:rPr>
                        <a:t>[Por completar]</a:t>
                      </a: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r>
                        <a:rPr lang="es-CL" sz="1100" b="0" i="0" u="none" strike="noStrike" kern="1200" noProof="0" err="1">
                          <a:solidFill>
                            <a:srgbClr val="696158"/>
                          </a:solidFill>
                          <a:effectLst/>
                          <a:highlight>
                            <a:srgbClr val="FFFFFF"/>
                          </a:highlight>
                          <a:latin typeface="Calibri"/>
                        </a:rPr>
                        <a:t/>
                      </a:r>
                      <a:r>
                        <a:rPr lang="es-CL" sz="1100" b="0" i="0" u="none" strike="noStrike" kern="1200" noProof="0">
                          <a:solidFill>
                            <a:srgbClr val="696158"/>
                          </a:solidFill>
                          <a:effectLst/>
                          <a:highlight>
                            <a:srgbClr val="FFFFFF"/>
                          </a:highlight>
                          <a:latin typeface="Calibri"/>
                        </a:rPr>
                        <a:t/>
                      </a:r>
                      <a:endParaRPr lang="es-ES" u="none">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r>
                        <a:rPr lang="es-CL" sz="1100" b="0" i="0" u="none" strike="noStrike" kern="1200" noProof="0">
                          <a:solidFill>
                            <a:srgbClr val="696158"/>
                          </a:solidFill>
                          <a:effectLst/>
                          <a:highlight>
                            <a:srgbClr val="FFFFFF"/>
                          </a:highlight>
                          <a:latin typeface="Calibri"/>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263325"/>
                  </a:ext>
                </a:extLst>
              </a:tr>
              <a:tr h="193783">
                <a:tc vMerge="1">
                  <a:txBody>
                    <a:bodyPr/>
                    <a:lstStyle/>
                    <a:p>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5870625"/>
                  </a:ext>
                </a:extLst>
              </a:tr>
              <a:tr h="342847">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r>
                        <a:rPr lang="es-CL" sz="1100" b="0" i="0" u="none" strike="noStrike" kern="1200" noProof="0">
                          <a:solidFill>
                            <a:srgbClr val="696158"/>
                          </a:solidFill>
                          <a:effectLst/>
                          <a:highlight>
                            <a:srgbClr val="FFFFFF"/>
                          </a:highlight>
                          <a:latin typeface="Calibri"/>
                        </a:rPr>
                        <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3687220"/>
                  </a:ext>
                </a:extLst>
              </a:tr>
              <a:tr h="193783">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5514735"/>
                  </a:ext>
                </a:extLst>
              </a:tr>
              <a:tr h="193783">
                <a:tc vMerge="1">
                  <a:txBody>
                    <a:bodyPr/>
                    <a:lstStyle/>
                    <a:p>
                      <a:endParaRPr lang="en-U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extLst>
                  <a:ext uri="{0D108BD9-81ED-4DB2-BD59-A6C34878D82A}">
                    <a16:rowId xmlns:a16="http://schemas.microsoft.com/office/drawing/2014/main" val="3311233501"/>
                  </a:ext>
                </a:extLst>
              </a:tr>
              <a:tr h="193783">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148330"/>
                  </a:ext>
                </a:extLst>
              </a:tr>
              <a:tr h="193783">
                <a:tc vMerge="1">
                  <a:txBody>
                    <a:bodyPr/>
                    <a:lstStyle/>
                    <a:p>
                      <a:endParaRPr lang="es-ES"/>
                    </a:p>
                  </a:txBody>
                  <a:tcPr>
                    <a:lnT w="9525" cap="flat" cmpd="sng" algn="ctr">
                      <a:solidFill>
                        <a:schemeClr val="tx1"/>
                      </a:solidFill>
                      <a:prstDash val="sysDot"/>
                      <a:round/>
                      <a:headEnd type="none" w="med" len="med"/>
                      <a:tailEnd type="none" w="med" len="med"/>
                    </a:lnT>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3407930"/>
                  </a:ext>
                </a:extLst>
              </a:tr>
              <a:tr h="193783">
                <a:tc vMerge="1">
                  <a:txBody>
                    <a:bodyPr/>
                    <a:lstStyle/>
                    <a:p>
                      <a:endParaRPr lang="en-US"/>
                    </a:p>
                  </a:txBody>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endParaRPr lang="en-US" u="none">
                        <a:sym typeface="Trebuchet MS" panose="020B0603020202020204" pitchFamily="34" charset="0"/>
                      </a:endParaRPr>
                    </a:p>
                  </a:txBody>
                  <a:tcPr marL="27432" marR="27432" marT="27432" marB="27432" anchor="ctr">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endParaRPr lang="en-US" u="none"/>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extLst>
                  <a:ext uri="{0D108BD9-81ED-4DB2-BD59-A6C34878D82A}">
                    <a16:rowId xmlns:a16="http://schemas.microsoft.com/office/drawing/2014/main" val="3154048900"/>
                  </a:ext>
                </a:extLst>
              </a:tr>
              <a:tr h="193783">
                <a:tc vMerge="1">
                  <a:txBody>
                    <a:bodyPr/>
                    <a:lstStyle/>
                    <a:p>
                      <a:endParaRPr lang="en-US"/>
                    </a:p>
                  </a:txBody>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endParaRPr lang="en-US" u="none">
                        <a:sym typeface="Trebuchet MS" panose="020B0603020202020204" pitchFamily="34" charset="0"/>
                      </a:endParaRPr>
                    </a:p>
                  </a:txBody>
                  <a:tcPr marL="27432" marR="27432" marT="27432" marB="27432" anchor="ctr">
                    <a:lnR w="0">
                      <a:noFill/>
                    </a:lnR>
                    <a:lnT w="9524">
                      <a:solidFill>
                        <a:schemeClr val="tx1"/>
                      </a:solidFill>
                    </a:lnT>
                    <a:lnB w="9524">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p>
                  </a:txBody>
                  <a:tcPr marL="27432" marR="27432" marT="27432" marB="27432" anchor="ctr">
                    <a:lnL w="0">
                      <a:noFill/>
                    </a:lnL>
                    <a:lnR w="0">
                      <a:noFill/>
                    </a:lnR>
                    <a:lnT w="9524">
                      <a:solidFill>
                        <a:schemeClr val="tx1"/>
                      </a:solidFill>
                    </a:lnT>
                    <a:lnB w="9524">
                      <a:solidFill>
                        <a:schemeClr val="tx1"/>
                      </a:solidFill>
                    </a:lnB>
                    <a:lnTlToBr w="0">
                      <a:noFill/>
                    </a:lnTlToBr>
                    <a:lnBlToTr w="0">
                      <a:noFill/>
                    </a:lnBlToTr>
                  </a:tcPr>
                </a:tc>
                <a:extLst>
                  <a:ext uri="{0D108BD9-81ED-4DB2-BD59-A6C34878D82A}">
                    <a16:rowId xmlns:a16="http://schemas.microsoft.com/office/drawing/2014/main" val="1963505528"/>
                  </a:ext>
                </a:extLst>
              </a:tr>
              <a:tr h="193783">
                <a:tc vMerge="1">
                  <a:txBody>
                    <a:bodyPr/>
                    <a:lstStyle/>
                    <a:p>
                      <a:pPr algn="l" fontAlgn="ct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endParaRPr lang="es-ES" u="none">
                        <a:sym typeface="Trebuchet MS" panose="020B0603020202020204" pitchFamily="34" charset="0"/>
                      </a:endParaRPr>
                    </a:p>
                  </a:txBody>
                  <a:tcPr marL="27432" marR="27432" marT="27432" marB="27432" anchor="ctr">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6668387"/>
                  </a:ext>
                </a:extLst>
              </a:tr>
              <a:tr h="193783">
                <a:tc vMerge="1">
                  <a:txBody>
                    <a:bodyPr/>
                    <a:lstStyle/>
                    <a:p>
                      <a:endParaRPr lang="es-ES"/>
                    </a:p>
                  </a:txBody>
                  <a:tcPr marL="27432" marR="27432" marT="27432" marB="27432" anchor="ctr">
                    <a:lnT w="9525" cap="flat" cmpd="sng" algn="ctr">
                      <a:solidFill>
                        <a:schemeClr val="tx1"/>
                      </a:solidFill>
                      <a:prstDash val="sysDot"/>
                      <a:round/>
                      <a:headEnd type="none" w="med" len="med"/>
                      <a:tailEnd type="none" w="med" len="med"/>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
                      </a:r>
                    </a:p>
                  </a:txBody>
                  <a:tcPr marL="27432" marR="27432" marT="27432" marB="27432" anchor="ctr">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34925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6847286"/>
                  </a:ext>
                </a:extLst>
              </a:tr>
              <a:tr h="193783">
                <a:tc rowSpan="3">
                  <a:txBody>
                    <a:bodyPr/>
                    <a:lstStyle/>
                    <a:p>
                      <a:pPr marL="0" marR="0" lvl="0" indent="0" algn="l" rtl="0">
                        <a:lnSpc>
                          <a:spcPct val="100000"/>
                        </a:lnSpc>
                        <a:spcBef>
                          <a:spcPts val="0"/>
                        </a:spcBef>
                        <a:spcAft>
                          <a:spcPts val="0"/>
                        </a:spcAft>
                        <a:buClrTx/>
                        <a:buSzTx/>
                        <a:buFontTx/>
                        <a:buNone/>
                      </a:pPr>
                      <a:r>
                        <a:rPr lang="es-ES" sz="1100" u="none">
                          <a:solidFill>
                            <a:schemeClr val="tx1"/>
                          </a:solidFill>
                        </a:rPr>
                        <a:t>[Por completar]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8777821"/>
                  </a:ext>
                </a:extLst>
              </a:tr>
              <a:tr h="193783">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9164391"/>
                  </a:ext>
                </a:extLst>
              </a:tr>
              <a:tr h="193783">
                <a:tc vMerge="1">
                  <a:txBody>
                    <a:bodyPr/>
                    <a:lstStyle/>
                    <a:p>
                      <a:endParaRPr lang="es-ES" sz="1100">
                        <a:solidFill>
                          <a:schemeClr val="tx1"/>
                        </a:solidFill>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r>
                        <a:rPr lang="es-CL" sz="1100" b="0" i="0" u="none" strike="noStrike" kern="1200" err="1">
                          <a:solidFill>
                            <a:srgbClr val="696158"/>
                          </a:solidFill>
                          <a:effectLst/>
                          <a:highlight>
                            <a:srgbClr val="FFFFFF"/>
                          </a:highlight>
                          <a:latin typeface="Calibri"/>
                          <a:ea typeface="+mn-ea"/>
                          <a:cs typeface="+mn-cs"/>
                        </a:rPr>
                        <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8284057"/>
                  </a:ext>
                </a:extLst>
              </a:tr>
              <a:tr h="193783">
                <a:tc row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u="none">
                          <a:solidFill>
                            <a:schemeClr val="tx1"/>
                          </a:solidFill>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134533"/>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908264"/>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7269825"/>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209325"/>
                  </a:ext>
                </a:extLst>
              </a:tr>
              <a:tr h="193783">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5815090"/>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err="1">
                          <a:solidFill>
                            <a:srgbClr val="696158"/>
                          </a:solidFill>
                          <a:effectLst/>
                          <a:highlight>
                            <a:srgbClr val="FFFFFF"/>
                          </a:highlight>
                          <a:latin typeface="Calibri"/>
                          <a:ea typeface="+mn-ea"/>
                          <a:cs typeface="+mn-cs"/>
                          <a:sym typeface="Trebuchet MS" panose="020B0603020202020204" pitchFamily="34" charset="0"/>
                        </a:rPr>
                        <a:t/>
                      </a: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6529815"/>
                  </a:ext>
                </a:extLst>
              </a:tr>
              <a:tr h="193783">
                <a:tc rowSpan="3">
                  <a:txBody>
                    <a:bodyPr/>
                    <a:lstStyle/>
                    <a:p>
                      <a:pPr algn="l"/>
                      <a:r>
                        <a:rPr lang="es-ES" sz="1100" u="none">
                          <a:solidFill>
                            <a:schemeClr val="tx1"/>
                          </a:solidFill>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highlight>
                            <a:srgbClr val="FFFFFF"/>
                          </a:highlight>
                          <a:latin typeface="+mn-lt"/>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8123066"/>
                  </a:ext>
                </a:extLst>
              </a:tr>
              <a:tr h="193783">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2121451"/>
                  </a:ext>
                </a:extLst>
              </a:tr>
              <a:tr h="193783">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81859"/>
                  </a:ext>
                </a:extLst>
              </a:tr>
            </a:tbl>
          </a:graphicData>
        </a:graphic>
      </p:graphicFrame>
      <p:sp>
        <p:nvSpPr>
          <p:cNvPr id="6" name="Rectangle: Rounded Corners 3">
            <a:extLst>
              <a:ext uri="{FF2B5EF4-FFF2-40B4-BE49-F238E27FC236}">
                <a16:creationId xmlns:a16="http://schemas.microsoft.com/office/drawing/2014/main" id="{01BD7C31-2A11-C3B8-D5E2-502589C65E90}"/>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9" name="Rectangle: Rounded Corners 174">
            <a:extLst>
              <a:ext uri="{FF2B5EF4-FFF2-40B4-BE49-F238E27FC236}">
                <a16:creationId xmlns:a16="http://schemas.microsoft.com/office/drawing/2014/main" id="{6B3A44C7-A054-ACCD-C0E3-04719E46B3A0}"/>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r>
              <a:rPr lang="es-CL" sz="1100" b="1">
                <a:solidFill>
                  <a:srgbClr val="9A9300"/>
                </a:solidFill>
                <a:latin typeface="Calibri"/>
              </a:rPr>
              <a:t/>
            </a: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0" name="Rectangle: Rounded Corners 36">
            <a:extLst>
              <a:ext uri="{FF2B5EF4-FFF2-40B4-BE49-F238E27FC236}">
                <a16:creationId xmlns:a16="http://schemas.microsoft.com/office/drawing/2014/main" id="{54547B30-22F4-FC9F-417D-A60F8D29452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2942D338-BD7A-AC21-E7B6-3C5D1334E85D}"/>
              </a:ext>
            </a:extLst>
          </p:cNvPr>
          <p:cNvSpPr/>
          <p:nvPr/>
        </p:nvSpPr>
        <p:spPr>
          <a:xfrm>
            <a:off x="630000" y="135188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4D1F7542-B1F6-DFA1-5F64-4C6CEA07C831}"/>
              </a:ext>
            </a:extLst>
          </p:cNvPr>
          <p:cNvSpPr/>
          <p:nvPr/>
        </p:nvSpPr>
        <p:spPr>
          <a:xfrm>
            <a:off x="630000" y="253712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Rounded Corners 21">
            <a:extLst>
              <a:ext uri="{FF2B5EF4-FFF2-40B4-BE49-F238E27FC236}">
                <a16:creationId xmlns:a16="http://schemas.microsoft.com/office/drawing/2014/main" id="{FC420E84-2546-56E6-2031-898F96E35382}"/>
              </a:ext>
            </a:extLst>
          </p:cNvPr>
          <p:cNvSpPr/>
          <p:nvPr/>
        </p:nvSpPr>
        <p:spPr>
          <a:xfrm>
            <a:off x="630000" y="39799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solidFill>
                  <a:prstClr val="white"/>
                </a:solidFill>
                <a:latin typeface="Calibri"/>
              </a:rPr>
              <a:t>[Código]</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Rounded Corners 22">
            <a:extLst>
              <a:ext uri="{FF2B5EF4-FFF2-40B4-BE49-F238E27FC236}">
                <a16:creationId xmlns:a16="http://schemas.microsoft.com/office/drawing/2014/main" id="{312368BC-4E3B-AD8F-0455-8EC24CB52AA3}"/>
              </a:ext>
            </a:extLst>
          </p:cNvPr>
          <p:cNvSpPr/>
          <p:nvPr/>
        </p:nvSpPr>
        <p:spPr>
          <a:xfrm>
            <a:off x="630000" y="62258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Rounded Corners 21">
            <a:extLst>
              <a:ext uri="{FF2B5EF4-FFF2-40B4-BE49-F238E27FC236}">
                <a16:creationId xmlns:a16="http://schemas.microsoft.com/office/drawing/2014/main" id="{DB3DBE97-B4CC-049E-35F6-863870F1C519}"/>
              </a:ext>
            </a:extLst>
          </p:cNvPr>
          <p:cNvSpPr/>
          <p:nvPr/>
        </p:nvSpPr>
        <p:spPr>
          <a:xfrm>
            <a:off x="630000" y="51765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0898572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59DD7-EF0C-F9AA-9F87-59521A33AD4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8948C51-1CB3-5626-3F90-3D1F2A3F350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58948C51-1CB3-5626-3F90-3D1F2A3F35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6D672E-EC7F-06CB-9E32-A1ED580F4A24}"/>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a:t/>
            </a:r>
            <a:r>
              <a:rPr lang="es-CL">
                <a:highlight>
                  <a:srgbClr val="FFFFFF"/>
                </a:highlight>
              </a:rPr>
              <a:t/>
            </a:r>
          </a:p>
        </p:txBody>
      </p:sp>
      <p:graphicFrame>
        <p:nvGraphicFramePr>
          <p:cNvPr id="20" name="Table 19">
            <a:extLst>
              <a:ext uri="{FF2B5EF4-FFF2-40B4-BE49-F238E27FC236}">
                <a16:creationId xmlns:a16="http://schemas.microsoft.com/office/drawing/2014/main" id="{5CD8B5A3-4578-E0FA-1FD6-01E708A958C1}"/>
              </a:ext>
            </a:extLst>
          </p:cNvPr>
          <p:cNvGraphicFramePr>
            <a:graphicFrameLocks noGrp="1"/>
          </p:cNvGraphicFramePr>
          <p:nvPr/>
        </p:nvGraphicFramePr>
        <p:xfrm>
          <a:off x="1279133" y="982936"/>
          <a:ext cx="9536360" cy="5848326"/>
        </p:xfrm>
        <a:graphic>
          <a:graphicData uri="http://schemas.openxmlformats.org/drawingml/2006/table">
            <a:tbl>
              <a:tblPr>
                <a:tableStyleId>{2D5ABB26-0587-4C30-8999-92F81FD0307C}</a:tableStyleId>
              </a:tblPr>
              <a:tblGrid>
                <a:gridCol w="2500924">
                  <a:extLst>
                    <a:ext uri="{9D8B030D-6E8A-4147-A177-3AD203B41FA5}">
                      <a16:colId xmlns:a16="http://schemas.microsoft.com/office/drawing/2014/main" val="741832067"/>
                    </a:ext>
                  </a:extLst>
                </a:gridCol>
                <a:gridCol w="4313792">
                  <a:extLst>
                    <a:ext uri="{9D8B030D-6E8A-4147-A177-3AD203B41FA5}">
                      <a16:colId xmlns:a16="http://schemas.microsoft.com/office/drawing/2014/main" val="2629782098"/>
                    </a:ext>
                  </a:extLst>
                </a:gridCol>
                <a:gridCol w="2721644">
                  <a:extLst>
                    <a:ext uri="{9D8B030D-6E8A-4147-A177-3AD203B41FA5}">
                      <a16:colId xmlns:a16="http://schemas.microsoft.com/office/drawing/2014/main" val="1732901862"/>
                    </a:ext>
                  </a:extLst>
                </a:gridCol>
              </a:tblGrid>
              <a:tr h="340590">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221779">
                <a:tc rowSpan="2">
                  <a:txBody>
                    <a:bodyPr/>
                    <a:lstStyle/>
                    <a:p>
                      <a:pPr lvl="0" algn="l">
                        <a:buNone/>
                      </a:pPr>
                      <a:r>
                        <a:rPr lang="es-CL" sz="1100" b="0" i="0" u="none" strike="noStrike" kern="1200">
                          <a:solidFill>
                            <a:srgbClr val="696158"/>
                          </a:solidFill>
                          <a:effectLst/>
                          <a:latin typeface="Calibri"/>
                          <a:ea typeface="+mn-ea"/>
                          <a:cs typeface="+mn-cs"/>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221779">
                <a:tc vMerge="1">
                  <a:txBody>
                    <a:bodyPr/>
                    <a:lstStyle/>
                    <a:p>
                      <a:endParaRPr lang="es-ES"/>
                    </a:p>
                  </a:txBody>
                  <a:tcPr marL="27432" marR="27432" marT="27432" marB="27432" anchor="ctr">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tcPr>
                </a:tc>
                <a:tc>
                  <a:txBody>
                    <a:bodyPr/>
                    <a:lstStyle/>
                    <a:p>
                      <a:pPr lvl="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endParaRPr lang="es-CL" sz="1100" b="0" i="0" u="none" strike="noStrike" kern="1200">
                        <a:solidFill>
                          <a:srgbClr val="696158"/>
                        </a:solidFill>
                        <a:effectLst/>
                        <a:highlight>
                          <a:srgbClr val="FFFFFF"/>
                        </a:highlight>
                        <a:latin typeface="Calibri"/>
                        <a:ea typeface="+mn-ea"/>
                        <a:cs typeface="+mn-cs"/>
                      </a:endParaRP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2493992"/>
                  </a:ext>
                </a:extLst>
              </a:tr>
              <a:tr h="221779">
                <a:tc rowSpan="8">
                  <a:txBody>
                    <a:bodyPr/>
                    <a:lstStyle/>
                    <a:p>
                      <a:pPr marL="0" lvl="0" algn="l" defTabSz="914400" rtl="0" eaLnBrk="1" latinLnBrk="0" hangingPunct="1">
                        <a:buNone/>
                      </a:pPr>
                      <a:r>
                        <a:rPr lang="es-ES" sz="1100" b="0" i="0" u="none" strike="noStrike" kern="1200">
                          <a:solidFill>
                            <a:srgbClr val="696158"/>
                          </a:solidFill>
                          <a:effectLst/>
                          <a:latin typeface="Calibri"/>
                          <a:ea typeface="+mn-ea"/>
                          <a:cs typeface="+mn-cs"/>
                        </a:rPr>
                        <a:t>[Por completar]</a:t>
                      </a: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r>
                        <a:rPr lang="es-CL" sz="1100" b="0" i="0" u="none" strike="noStrike" kern="1200" noProof="0" err="1">
                          <a:solidFill>
                            <a:srgbClr val="696158"/>
                          </a:solidFill>
                          <a:effectLst/>
                          <a:highlight>
                            <a:srgbClr val="FFFFFF"/>
                          </a:highlight>
                          <a:latin typeface="Calibri"/>
                        </a:rPr>
                        <a:t/>
                      </a:r>
                      <a:r>
                        <a:rPr lang="es-CL" sz="1100" b="0" i="0" u="none" strike="noStrike" kern="1200" noProof="0">
                          <a:solidFill>
                            <a:srgbClr val="696158"/>
                          </a:solidFill>
                          <a:effectLst/>
                          <a:highlight>
                            <a:srgbClr val="FFFFFF"/>
                          </a:highlight>
                          <a:latin typeface="Calibri"/>
                        </a:rPr>
                        <a:t/>
                      </a:r>
                      <a:endParaRPr lang="es-E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r>
                        <a:rPr lang="es-CL" sz="1100" b="0" i="0" u="none" strike="noStrike" kern="1200" noProof="0">
                          <a:solidFill>
                            <a:srgbClr val="696158"/>
                          </a:solidFill>
                          <a:effectLst/>
                          <a:highlight>
                            <a:srgbClr val="FFFFFF"/>
                          </a:highlight>
                          <a:latin typeface="Calibri"/>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263325"/>
                  </a:ext>
                </a:extLst>
              </a:tr>
              <a:tr h="221779">
                <a:tc vMerge="1">
                  <a:txBody>
                    <a:bodyPr/>
                    <a:lstStyle/>
                    <a:p>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5870625"/>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r>
                        <a:rPr lang="es-CL" sz="1100" b="0" i="0" u="none" strike="noStrike" kern="1200" noProof="0">
                          <a:solidFill>
                            <a:srgbClr val="696158"/>
                          </a:solidFill>
                          <a:effectLst/>
                          <a:highlight>
                            <a:srgbClr val="FFFFFF"/>
                          </a:highlight>
                          <a:latin typeface="Calibri"/>
                        </a:rPr>
                        <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3687220"/>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5514735"/>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148330"/>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3407930"/>
                  </a:ext>
                </a:extLst>
              </a:tr>
              <a:tr h="221779">
                <a:tc vMerge="1">
                  <a:txBody>
                    <a:bodyPr/>
                    <a:lstStyle/>
                    <a:p>
                      <a:pPr algn="l" fontAlgn="ct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endParaRPr lang="es-E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6668387"/>
                  </a:ext>
                </a:extLst>
              </a:tr>
              <a:tr h="221779">
                <a:tc vMerge="1">
                  <a:txBody>
                    <a:bodyPr/>
                    <a:lstStyle/>
                    <a:p>
                      <a:endParaRPr lang="es-ES"/>
                    </a:p>
                  </a:txBody>
                  <a:tcPr marL="27432" marR="27432" marT="27432" marB="27432" anchor="ctr">
                    <a:lnT w="9524">
                      <a:solidFill>
                        <a:srgbClr val="9A9A9A"/>
                      </a:solidFill>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34925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6847286"/>
                  </a:ext>
                </a:extLst>
              </a:tr>
              <a:tr h="221779">
                <a:tc rowSpan="5">
                  <a:txBody>
                    <a:bodyPr/>
                    <a:lstStyle/>
                    <a:p>
                      <a:pPr marL="0" marR="0" lvl="0" indent="0" algn="l" rtl="0">
                        <a:lnSpc>
                          <a:spcPct val="100000"/>
                        </a:lnSpc>
                        <a:spcBef>
                          <a:spcPts val="0"/>
                        </a:spcBef>
                        <a:spcAft>
                          <a:spcPts val="0"/>
                        </a:spcAft>
                        <a:buClrTx/>
                        <a:buSzTx/>
                        <a:buFontTx/>
                        <a:buNone/>
                      </a:pPr>
                      <a:r>
                        <a:rPr lang="es-ES" sz="1100">
                          <a:solidFill>
                            <a:schemeClr val="tx1"/>
                          </a:solidFill>
                        </a:rPr>
                        <a:t>[Por completar]</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8777821"/>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9164391"/>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[Por completar]</a:t>
                      </a:r>
                      <a:endParaRPr lang="es-E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2590903"/>
                  </a:ext>
                </a:extLst>
              </a:tr>
              <a:tr h="221779">
                <a:tc vMerge="1">
                  <a:txBody>
                    <a:bodyPr/>
                    <a:lstStyle/>
                    <a:p>
                      <a:endParaRPr lang="es-ES"/>
                    </a:p>
                  </a:txBody>
                  <a:tcPr marL="27432" marR="27432" marT="27432" marB="27432" anchor="ctr">
                    <a:lnT w="9524">
                      <a:solidFill>
                        <a:srgbClr val="9A9A9A"/>
                      </a:solidFill>
                    </a:lnT>
                    <a:lnB w="9525"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2072993"/>
                  </a:ext>
                </a:extLst>
              </a:tr>
              <a:tr h="221779">
                <a:tc vMerge="1">
                  <a:txBody>
                    <a:bodyPr/>
                    <a:lstStyle/>
                    <a:p>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rPr>
                        <a:t>[Por completar]</a:t>
                      </a:r>
                      <a:r>
                        <a:rPr lang="es-CL" sz="1100" b="0" i="0" u="none" strike="noStrike" kern="1200" err="1">
                          <a:solidFill>
                            <a:srgbClr val="696158"/>
                          </a:solidFill>
                          <a:effectLst/>
                          <a:highlight>
                            <a:srgbClr val="FFFFFF"/>
                          </a:highlight>
                          <a:latin typeface="Calibri"/>
                          <a:ea typeface="+mn-ea"/>
                          <a:cs typeface="+mn-cs"/>
                        </a:rPr>
                        <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8284057"/>
                  </a:ext>
                </a:extLst>
              </a:tr>
              <a:tr h="221779">
                <a:tc row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a:solidFill>
                            <a:schemeClr val="tx1"/>
                          </a:solidFill>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134533"/>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908264"/>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7269825"/>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209325"/>
                  </a:ext>
                </a:extLst>
              </a:tr>
              <a:tr h="221779">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5815090"/>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6529815"/>
                  </a:ext>
                </a:extLst>
              </a:tr>
              <a:tr h="221779">
                <a:tc rowSpan="3">
                  <a:txBody>
                    <a:bodyPr/>
                    <a:lstStyle/>
                    <a:p>
                      <a:pPr algn="l"/>
                      <a:r>
                        <a:rPr lang="es-ES" sz="1100">
                          <a:solidFill>
                            <a:schemeClr val="tx1"/>
                          </a:solidFill>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highlight>
                            <a:srgbClr val="FFFFFF"/>
                          </a:highlight>
                          <a:latin typeface="+mn-lt"/>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8123066"/>
                  </a:ext>
                </a:extLst>
              </a:tr>
              <a:tr h="22177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r>
                        <a:rPr lang="es-CL" sz="1100" b="0" i="0" u="none" strike="noStrike" kern="1200">
                          <a:solidFill>
                            <a:srgbClr val="696158"/>
                          </a:solidFill>
                          <a:effectLst/>
                          <a:highlight>
                            <a:srgbClr val="FFFFFF"/>
                          </a:highlight>
                          <a:latin typeface="Calibri"/>
                          <a:ea typeface="+mn-ea"/>
                          <a:cs typeface="+mn-cs"/>
                        </a:rPr>
                        <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2121451"/>
                  </a:ext>
                </a:extLst>
              </a:tr>
              <a:tr h="22177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kumimoji="0" lang="es-CL" sz="1100" b="0" i="0" u="none" strike="noStrike" kern="1200" cap="none" spc="0" normalizeH="0" baseline="0" noProof="0">
                          <a:ln>
                            <a:noFill/>
                          </a:ln>
                          <a:solidFill>
                            <a:srgbClr val="696158"/>
                          </a:solidFill>
                          <a:effectLst/>
                          <a:highlight>
                            <a:srgbClr val="FFFFFF"/>
                          </a:highlight>
                          <a:uLnTx/>
                          <a:uFillTx/>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81859"/>
                  </a:ext>
                </a:extLst>
              </a:tr>
            </a:tbl>
          </a:graphicData>
        </a:graphic>
      </p:graphicFrame>
      <p:sp>
        <p:nvSpPr>
          <p:cNvPr id="6" name="Rectangle: Rounded Corners 3">
            <a:extLst>
              <a:ext uri="{FF2B5EF4-FFF2-40B4-BE49-F238E27FC236}">
                <a16:creationId xmlns:a16="http://schemas.microsoft.com/office/drawing/2014/main" id="{09809F6B-A201-E1D1-D60F-D0CBF2C0E7B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9" name="Rectangle: Rounded Corners 174">
            <a:extLst>
              <a:ext uri="{FF2B5EF4-FFF2-40B4-BE49-F238E27FC236}">
                <a16:creationId xmlns:a16="http://schemas.microsoft.com/office/drawing/2014/main" id="{3216E288-3BD8-A597-3867-BD44A2292C01}"/>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[Por completar]</a:t>
            </a:r>
            <a:r>
              <a:rPr lang="es-CL" sz="1100" b="1">
                <a:solidFill>
                  <a:srgbClr val="9A9300"/>
                </a:solidFill>
                <a:latin typeface="Calibri"/>
              </a:rPr>
              <a:t/>
            </a: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0" name="Rectangle: Rounded Corners 36">
            <a:extLst>
              <a:ext uri="{FF2B5EF4-FFF2-40B4-BE49-F238E27FC236}">
                <a16:creationId xmlns:a16="http://schemas.microsoft.com/office/drawing/2014/main" id="{C4D87934-3B94-1AB0-6FE7-EDB2B9572DA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41088912-1E6F-3B46-183F-9C27C1BE5400}"/>
              </a:ext>
            </a:extLst>
          </p:cNvPr>
          <p:cNvSpPr/>
          <p:nvPr/>
        </p:nvSpPr>
        <p:spPr>
          <a:xfrm>
            <a:off x="630000" y="135188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E4870E49-42A7-C163-1EB7-649E8992F4F9}"/>
              </a:ext>
            </a:extLst>
          </p:cNvPr>
          <p:cNvSpPr/>
          <p:nvPr/>
        </p:nvSpPr>
        <p:spPr>
          <a:xfrm>
            <a:off x="630000" y="253712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Rounded Corners 21">
            <a:extLst>
              <a:ext uri="{FF2B5EF4-FFF2-40B4-BE49-F238E27FC236}">
                <a16:creationId xmlns:a16="http://schemas.microsoft.com/office/drawing/2014/main" id="{B5053A72-51CA-28F9-0FCD-71010CF6289D}"/>
              </a:ext>
            </a:extLst>
          </p:cNvPr>
          <p:cNvSpPr/>
          <p:nvPr/>
        </p:nvSpPr>
        <p:spPr>
          <a:xfrm>
            <a:off x="630000" y="39799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solidFill>
                  <a:prstClr val="white"/>
                </a:solidFill>
                <a:latin typeface="Calibri"/>
              </a:rPr>
              <a:t>[Código]</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Rounded Corners 22">
            <a:extLst>
              <a:ext uri="{FF2B5EF4-FFF2-40B4-BE49-F238E27FC236}">
                <a16:creationId xmlns:a16="http://schemas.microsoft.com/office/drawing/2014/main" id="{3ED5C67C-582D-1588-50D1-D0C93701DFE8}"/>
              </a:ext>
            </a:extLst>
          </p:cNvPr>
          <p:cNvSpPr/>
          <p:nvPr/>
        </p:nvSpPr>
        <p:spPr>
          <a:xfrm>
            <a:off x="630000" y="62258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Rounded Corners 21">
            <a:extLst>
              <a:ext uri="{FF2B5EF4-FFF2-40B4-BE49-F238E27FC236}">
                <a16:creationId xmlns:a16="http://schemas.microsoft.com/office/drawing/2014/main" id="{4F45BE36-1DC2-C80B-AE83-F5153DC7AC2D}"/>
              </a:ext>
            </a:extLst>
          </p:cNvPr>
          <p:cNvSpPr/>
          <p:nvPr/>
        </p:nvSpPr>
        <p:spPr>
          <a:xfrm>
            <a:off x="630000" y="51765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899972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3663-4788-DADE-E55F-01C6DC4B72A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C9A201E-2114-583C-BFC5-F2016854EE3C}"/>
              </a:ext>
            </a:extLst>
          </p:cNvPr>
          <p:cNvGraphicFramePr>
            <a:graphicFrameLocks/>
          </p:cNvGraphicFramePr>
          <p:nvPr>
            <p:custDataLst>
              <p:tags r:id="rId1"/>
            </p:custDataLst>
            <p:extLst>
              <p:ext uri="{D42A27DB-BD31-4B8C-83A1-F6EECF244321}">
                <p14:modId xmlns:p14="http://schemas.microsoft.com/office/powerpoint/2010/main" val="33168981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EC9A201E-2114-583C-BFC5-F2016854EE3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F74796-FC27-D153-971E-CC0B33B34560}"/>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r>
              <a:rPr lang="es-ES"/>
              <a:t/>
            </a:r>
            <a:endParaRPr lang="en-US"/>
          </a:p>
        </p:txBody>
      </p:sp>
      <p:sp>
        <p:nvSpPr>
          <p:cNvPr id="14" name="Rectangle: Rounded Corners 13">
            <a:extLst>
              <a:ext uri="{FF2B5EF4-FFF2-40B4-BE49-F238E27FC236}">
                <a16:creationId xmlns:a16="http://schemas.microsoft.com/office/drawing/2014/main" id="{D9DB7652-2275-2F0A-528B-B3A28041118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D7E3704C-B4F9-7186-BFE4-AAE81919AF23}"/>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rPr>
              <a:t>Fase A</a:t>
            </a:r>
            <a:endParaRPr lang="es-ES" sz="1400">
              <a:solidFill>
                <a:srgbClr val="EA7600"/>
              </a:solidFill>
              <a:latin typeface="Calibri"/>
            </a:endParaRPr>
          </a:p>
        </p:txBody>
      </p:sp>
      <p:sp>
        <p:nvSpPr>
          <p:cNvPr id="65" name="Rectangle 64">
            <a:extLst>
              <a:ext uri="{FF2B5EF4-FFF2-40B4-BE49-F238E27FC236}">
                <a16:creationId xmlns:a16="http://schemas.microsoft.com/office/drawing/2014/main" id="{40D08132-4121-ED5D-7EDC-737DF660A077}"/>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B</a:t>
            </a:r>
          </a:p>
        </p:txBody>
      </p:sp>
      <p:sp>
        <p:nvSpPr>
          <p:cNvPr id="66" name="Rectangle 65">
            <a:extLst>
              <a:ext uri="{FF2B5EF4-FFF2-40B4-BE49-F238E27FC236}">
                <a16:creationId xmlns:a16="http://schemas.microsoft.com/office/drawing/2014/main" id="{A7B411F9-D482-259D-4665-3826325A192D}"/>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C</a:t>
            </a:r>
          </a:p>
        </p:txBody>
      </p:sp>
      <p:sp>
        <p:nvSpPr>
          <p:cNvPr id="67" name="Rectangle 66">
            <a:extLst>
              <a:ext uri="{FF2B5EF4-FFF2-40B4-BE49-F238E27FC236}">
                <a16:creationId xmlns:a16="http://schemas.microsoft.com/office/drawing/2014/main" id="{D0E02230-62D9-FC5C-5C9D-A352C98F0BAF}"/>
              </a:ext>
            </a:extLst>
          </p:cNvPr>
          <p:cNvSpPr/>
          <p:nvPr/>
        </p:nvSpPr>
        <p:spPr>
          <a:xfrm>
            <a:off x="7078431"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D</a:t>
            </a:r>
          </a:p>
        </p:txBody>
      </p:sp>
      <p:sp>
        <p:nvSpPr>
          <p:cNvPr id="68" name="Rectangle 67">
            <a:extLst>
              <a:ext uri="{FF2B5EF4-FFF2-40B4-BE49-F238E27FC236}">
                <a16:creationId xmlns:a16="http://schemas.microsoft.com/office/drawing/2014/main" id="{1F8F8E11-1C0D-FBEC-FD8F-B5DFCA6C86E3}"/>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E</a:t>
            </a:r>
          </a:p>
        </p:txBody>
      </p:sp>
      <p:sp>
        <p:nvSpPr>
          <p:cNvPr id="125" name="Oval 20">
            <a:extLst>
              <a:ext uri="{FF2B5EF4-FFF2-40B4-BE49-F238E27FC236}">
                <a16:creationId xmlns:a16="http://schemas.microsoft.com/office/drawing/2014/main" id="{5CBA42DA-7233-BB27-DCA8-C13E81D6F442}"/>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488B05F1-EDC6-ED3F-337A-8E2574440B8F}"/>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C409E4DD-886F-4EE1-6751-1C428FFBE841}"/>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864782D5-8F38-B0D2-0865-09132B10C4AD}"/>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5EE41584-6BEB-C112-D746-9CA115CDD51E}"/>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85773C0A-A52E-759A-8C8D-16B633A5CCC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85773C0A-A52E-759A-8C8D-16B633A5CCC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23390AC0-09AE-1CD0-E712-5C9773B6C40F}"/>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23390AC0-09AE-1CD0-E712-5C9773B6C40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D6DA5D9B-41A5-2BC4-DC57-5576E72CC245}"/>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D6DA5D9B-41A5-2BC4-DC57-5576E72CC245}"/>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D92AD1DF-9D10-B3C5-8396-214F1D07AE5B}"/>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D92AD1DF-9D10-B3C5-8396-214F1D07AE5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98" name="Rectangle 73">
            <a:extLst>
              <a:ext uri="{FF2B5EF4-FFF2-40B4-BE49-F238E27FC236}">
                <a16:creationId xmlns:a16="http://schemas.microsoft.com/office/drawing/2014/main" id="{A5BE78AA-9F90-451B-2420-AAB6AB778AF6}"/>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99" name="Rectangle 75">
            <a:extLst>
              <a:ext uri="{FF2B5EF4-FFF2-40B4-BE49-F238E27FC236}">
                <a16:creationId xmlns:a16="http://schemas.microsoft.com/office/drawing/2014/main" id="{4A1C1179-810C-77EF-54A2-F5BA927AA3DC}"/>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r>
              <a:rPr lang="es-ES" sz="1100">
                <a:solidFill>
                  <a:prstClr val="white"/>
                </a:solidFill>
              </a:rPr>
              <a:t>[Nombre del subproceso]</a:t>
            </a:r>
          </a:p>
        </p:txBody>
      </p:sp>
      <p:sp>
        <p:nvSpPr>
          <p:cNvPr id="200" name="Rectangle: Rounded Corners 146">
            <a:extLst>
              <a:ext uri="{FF2B5EF4-FFF2-40B4-BE49-F238E27FC236}">
                <a16:creationId xmlns:a16="http://schemas.microsoft.com/office/drawing/2014/main" id="{61A712F1-82ED-EBEC-6A3B-495319FB57A6}"/>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01" name="Rectangle: Rounded Corners 148">
            <a:extLst>
              <a:ext uri="{FF2B5EF4-FFF2-40B4-BE49-F238E27FC236}">
                <a16:creationId xmlns:a16="http://schemas.microsoft.com/office/drawing/2014/main" id="{40B76A87-D94E-0591-2EA4-8D7F2553DC87}"/>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03" name="Rectangle 73">
            <a:extLst>
              <a:ext uri="{FF2B5EF4-FFF2-40B4-BE49-F238E27FC236}">
                <a16:creationId xmlns:a16="http://schemas.microsoft.com/office/drawing/2014/main" id="{EDC40E36-D973-6F5E-85D3-9070FF2D9B0B}"/>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04" name="Rectangle: Rounded Corners 148">
            <a:extLst>
              <a:ext uri="{FF2B5EF4-FFF2-40B4-BE49-F238E27FC236}">
                <a16:creationId xmlns:a16="http://schemas.microsoft.com/office/drawing/2014/main" id="{A4311F50-7D80-D016-8789-5F3E8EA91A00}"/>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05" name="Rectangle 36">
            <a:extLst>
              <a:ext uri="{FF2B5EF4-FFF2-40B4-BE49-F238E27FC236}">
                <a16:creationId xmlns:a16="http://schemas.microsoft.com/office/drawing/2014/main" id="{43EDA191-B177-6E62-B0F3-0707A8CC23E8}"/>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06" name="Rectangle: Rounded Corners 37">
            <a:extLst>
              <a:ext uri="{FF2B5EF4-FFF2-40B4-BE49-F238E27FC236}">
                <a16:creationId xmlns:a16="http://schemas.microsoft.com/office/drawing/2014/main" id="{06C0FAC5-8698-BCE1-3B14-7CED7687BAE5}"/>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07" name="Rectangle 38">
            <a:extLst>
              <a:ext uri="{FF2B5EF4-FFF2-40B4-BE49-F238E27FC236}">
                <a16:creationId xmlns:a16="http://schemas.microsoft.com/office/drawing/2014/main" id="{B14453EB-C973-E579-F3B5-AB2744C663B7}"/>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08" name="Rectangle: Rounded Corners 39">
            <a:extLst>
              <a:ext uri="{FF2B5EF4-FFF2-40B4-BE49-F238E27FC236}">
                <a16:creationId xmlns:a16="http://schemas.microsoft.com/office/drawing/2014/main" id="{227C246F-1A4B-7872-C5A5-CF3EB2C4BBF3}"/>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09" name="Rectangle 40">
            <a:extLst>
              <a:ext uri="{FF2B5EF4-FFF2-40B4-BE49-F238E27FC236}">
                <a16:creationId xmlns:a16="http://schemas.microsoft.com/office/drawing/2014/main" id="{DE16B014-4F52-3DD4-7FB0-608199DBB155}"/>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0" name="Rectangle: Rounded Corners 41">
            <a:extLst>
              <a:ext uri="{FF2B5EF4-FFF2-40B4-BE49-F238E27FC236}">
                <a16:creationId xmlns:a16="http://schemas.microsoft.com/office/drawing/2014/main" id="{F8C865F1-BB37-44D6-DE53-F129A6036B1A}"/>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1" name="Rectangle 42">
            <a:extLst>
              <a:ext uri="{FF2B5EF4-FFF2-40B4-BE49-F238E27FC236}">
                <a16:creationId xmlns:a16="http://schemas.microsoft.com/office/drawing/2014/main" id="{2F198C7C-AEB6-6E79-380B-4F3ADA848C07}"/>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2" name="Rectangle: Rounded Corners 43">
            <a:extLst>
              <a:ext uri="{FF2B5EF4-FFF2-40B4-BE49-F238E27FC236}">
                <a16:creationId xmlns:a16="http://schemas.microsoft.com/office/drawing/2014/main" id="{F0B3D6BE-FA20-5858-D835-67A8C77414C4}"/>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3" name="Rectangle 44">
            <a:extLst>
              <a:ext uri="{FF2B5EF4-FFF2-40B4-BE49-F238E27FC236}">
                <a16:creationId xmlns:a16="http://schemas.microsoft.com/office/drawing/2014/main" id="{AEB1486F-1B1A-5A5C-E7DC-B755891F53B1}"/>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4" name="Rectangle: Rounded Corners 45">
            <a:extLst>
              <a:ext uri="{FF2B5EF4-FFF2-40B4-BE49-F238E27FC236}">
                <a16:creationId xmlns:a16="http://schemas.microsoft.com/office/drawing/2014/main" id="{5026D7BE-5483-7553-02C4-3CC1E72C405B}"/>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5" name="Rectangle 46">
            <a:extLst>
              <a:ext uri="{FF2B5EF4-FFF2-40B4-BE49-F238E27FC236}">
                <a16:creationId xmlns:a16="http://schemas.microsoft.com/office/drawing/2014/main" id="{491184E1-A6E2-7AF1-D41E-28A86846E56C}"/>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6" name="Rectangle: Rounded Corners 47">
            <a:extLst>
              <a:ext uri="{FF2B5EF4-FFF2-40B4-BE49-F238E27FC236}">
                <a16:creationId xmlns:a16="http://schemas.microsoft.com/office/drawing/2014/main" id="{34DD2D02-0EB7-0826-0D35-9E8EBDC7DC4C}"/>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7" name="Rectangle 48">
            <a:extLst>
              <a:ext uri="{FF2B5EF4-FFF2-40B4-BE49-F238E27FC236}">
                <a16:creationId xmlns:a16="http://schemas.microsoft.com/office/drawing/2014/main" id="{DC207BA2-BB07-1F58-8C0D-8B7D65AC562B}"/>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18" name="Rectangle: Rounded Corners 49">
            <a:extLst>
              <a:ext uri="{FF2B5EF4-FFF2-40B4-BE49-F238E27FC236}">
                <a16:creationId xmlns:a16="http://schemas.microsoft.com/office/drawing/2014/main" id="{8591ED94-AA08-42D8-5502-38D20DF3BABE}"/>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19" name="Rectangle 59">
            <a:extLst>
              <a:ext uri="{FF2B5EF4-FFF2-40B4-BE49-F238E27FC236}">
                <a16:creationId xmlns:a16="http://schemas.microsoft.com/office/drawing/2014/main" id="{D9EC6754-E7B7-742D-BA80-F93B4FA4A36C}"/>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20" name="Rectangle: Rounded Corners 60">
            <a:extLst>
              <a:ext uri="{FF2B5EF4-FFF2-40B4-BE49-F238E27FC236}">
                <a16:creationId xmlns:a16="http://schemas.microsoft.com/office/drawing/2014/main" id="{97C9DC05-36A5-4650-AB64-EF9036EAF7BF}"/>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23" name="Rectangle 38">
            <a:extLst>
              <a:ext uri="{FF2B5EF4-FFF2-40B4-BE49-F238E27FC236}">
                <a16:creationId xmlns:a16="http://schemas.microsoft.com/office/drawing/2014/main" id="{363010C1-B5CF-F393-3ABD-B2FAEA24C3FA}"/>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224" name="Rectangle: Rounded Corners 39">
            <a:extLst>
              <a:ext uri="{FF2B5EF4-FFF2-40B4-BE49-F238E27FC236}">
                <a16:creationId xmlns:a16="http://schemas.microsoft.com/office/drawing/2014/main" id="{78BD7283-2939-B2D3-9368-AEE646180968}"/>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231" name="Rectangle 18">
            <a:extLst>
              <a:ext uri="{FF2B5EF4-FFF2-40B4-BE49-F238E27FC236}">
                <a16:creationId xmlns:a16="http://schemas.microsoft.com/office/drawing/2014/main" id="{CA674FDC-CC91-AE25-00A3-D91923201425}"/>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32" name="Rectangle: Rounded Corners 19">
            <a:extLst>
              <a:ext uri="{FF2B5EF4-FFF2-40B4-BE49-F238E27FC236}">
                <a16:creationId xmlns:a16="http://schemas.microsoft.com/office/drawing/2014/main" id="{AAF574EA-2616-CFAC-8B8A-5EDCC654AF5A}"/>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33" name="Rectangle 27">
            <a:extLst>
              <a:ext uri="{FF2B5EF4-FFF2-40B4-BE49-F238E27FC236}">
                <a16:creationId xmlns:a16="http://schemas.microsoft.com/office/drawing/2014/main" id="{430F28A8-D137-3ECE-E4DC-9DD99BCDE277}"/>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34" name="Rectangle: Rounded Corners 29">
            <a:extLst>
              <a:ext uri="{FF2B5EF4-FFF2-40B4-BE49-F238E27FC236}">
                <a16:creationId xmlns:a16="http://schemas.microsoft.com/office/drawing/2014/main" id="{E073A2F2-7E4A-2738-5687-5D5BD27FE36B}"/>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35" name="Rectangle 30">
            <a:extLst>
              <a:ext uri="{FF2B5EF4-FFF2-40B4-BE49-F238E27FC236}">
                <a16:creationId xmlns:a16="http://schemas.microsoft.com/office/drawing/2014/main" id="{C70B9D38-588F-F5FF-E622-C86D8F0A06DD}"/>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36" name="Rectangle: Rounded Corners 31">
            <a:extLst>
              <a:ext uri="{FF2B5EF4-FFF2-40B4-BE49-F238E27FC236}">
                <a16:creationId xmlns:a16="http://schemas.microsoft.com/office/drawing/2014/main" id="{A72D74D9-475A-6327-0281-E5EDB4BF5E64}"/>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237" name="Rectangle 32">
            <a:extLst>
              <a:ext uri="{FF2B5EF4-FFF2-40B4-BE49-F238E27FC236}">
                <a16:creationId xmlns:a16="http://schemas.microsoft.com/office/drawing/2014/main" id="{78C31EF2-8DA0-0BEB-B258-678FEED99A48}"/>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238" name="Rectangle: Rounded Corners 33">
            <a:extLst>
              <a:ext uri="{FF2B5EF4-FFF2-40B4-BE49-F238E27FC236}">
                <a16:creationId xmlns:a16="http://schemas.microsoft.com/office/drawing/2014/main" id="{553DF3D8-502E-A0C6-649A-820C017E4895}"/>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6" name="Rectangle 38">
            <a:extLst>
              <a:ext uri="{FF2B5EF4-FFF2-40B4-BE49-F238E27FC236}">
                <a16:creationId xmlns:a16="http://schemas.microsoft.com/office/drawing/2014/main" id="{6F3F05BB-7FA1-6564-C33A-2685FACF48CE}"/>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7" name="Rectangle: Rounded Corners 39">
            <a:extLst>
              <a:ext uri="{FF2B5EF4-FFF2-40B4-BE49-F238E27FC236}">
                <a16:creationId xmlns:a16="http://schemas.microsoft.com/office/drawing/2014/main" id="{4D97E6BF-9E81-B409-C0CE-E15AD0941FAD}"/>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9" name="Rectangle 71">
            <a:extLst>
              <a:ext uri="{FF2B5EF4-FFF2-40B4-BE49-F238E27FC236}">
                <a16:creationId xmlns:a16="http://schemas.microsoft.com/office/drawing/2014/main" id="{D25DFF5D-984C-8210-5361-4A752211B4AB}"/>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r>
              <a:rPr lang="es-ES" sz="1100">
                <a:solidFill>
                  <a:prstClr val="white"/>
                </a:solidFill>
                <a:latin typeface="Calibri"/>
              </a:rPr>
              <a:t/>
            </a:r>
          </a:p>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prstClr val="white"/>
                </a:solidFill>
                <a:latin typeface="Calibri"/>
              </a:rPr>
              <a:t>[Nombre del subproceso]</a:t>
            </a: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151">
            <a:extLst>
              <a:ext uri="{FF2B5EF4-FFF2-40B4-BE49-F238E27FC236}">
                <a16:creationId xmlns:a16="http://schemas.microsoft.com/office/drawing/2014/main" id="{64573ECE-9CF4-842A-4809-D125919623E4}"/>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1" name="Rectangle 38">
            <a:extLst>
              <a:ext uri="{FF2B5EF4-FFF2-40B4-BE49-F238E27FC236}">
                <a16:creationId xmlns:a16="http://schemas.microsoft.com/office/drawing/2014/main" id="{B0F65FA2-0AD6-4260-6AB9-148B36A92377}"/>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12" name="Rectangle: Rounded Corners 39">
            <a:extLst>
              <a:ext uri="{FF2B5EF4-FFF2-40B4-BE49-F238E27FC236}">
                <a16:creationId xmlns:a16="http://schemas.microsoft.com/office/drawing/2014/main" id="{4791FEB1-046A-2481-615C-86C87DE8C448}"/>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Tree>
    <p:extLst>
      <p:ext uri="{BB962C8B-B14F-4D97-AF65-F5344CB8AC3E}">
        <p14:creationId xmlns:p14="http://schemas.microsoft.com/office/powerpoint/2010/main" val="25211987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a:solidFill>
                  <a:schemeClr val="tx1"/>
                </a:solidFill>
              </a:rPr>
              <a:t>D. Ficha resumen| Fase D</a:t>
            </a:r>
            <a:r>
              <a:rPr lang="es-CL" sz="2400">
                <a:solidFill>
                  <a:schemeClr val="tx1"/>
                </a:solidFill>
              </a:rPr>
              <a:t/>
            </a:r>
            <a:r>
              <a:rPr lang="es-CL" sz="2400"/>
              <a:t/>
            </a:r>
            <a:endParaRPr lang="es-CL"/>
          </a:p>
        </p:txBody>
      </p:sp>
      <p:sp>
        <p:nvSpPr>
          <p:cNvPr id="13" name="Rectangle: Rounded Corners 12">
            <a:extLst>
              <a:ext uri="{FF2B5EF4-FFF2-40B4-BE49-F238E27FC236}">
                <a16:creationId xmlns:a16="http://schemas.microsoft.com/office/drawing/2014/main" id="{DE9B9480-A9A2-9942-A477-870473C934B0}"/>
              </a:ext>
            </a:extLst>
          </p:cNvPr>
          <p:cNvSpPr/>
          <p:nvPr/>
        </p:nvSpPr>
        <p:spPr>
          <a:xfrm>
            <a:off x="628650"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1463"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15" name="Rectangle: Rounded Corners 14">
            <a:extLst>
              <a:ext uri="{FF2B5EF4-FFF2-40B4-BE49-F238E27FC236}">
                <a16:creationId xmlns:a16="http://schemas.microsoft.com/office/drawing/2014/main" id="{AEA412CF-F8FC-78CF-20B5-757976C25198}"/>
              </a:ext>
            </a:extLst>
          </p:cNvPr>
          <p:cNvSpPr/>
          <p:nvPr/>
        </p:nvSpPr>
        <p:spPr>
          <a:xfrm>
            <a:off x="628650" y="1359148"/>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16" name="Rectangle: Rounded Corners 15">
            <a:extLst>
              <a:ext uri="{FF2B5EF4-FFF2-40B4-BE49-F238E27FC236}">
                <a16:creationId xmlns:a16="http://schemas.microsoft.com/office/drawing/2014/main" id="{A197E44B-A326-4EDA-2ADD-4DD9AD017A53}"/>
              </a:ext>
            </a:extLst>
          </p:cNvPr>
          <p:cNvSpPr/>
          <p:nvPr/>
        </p:nvSpPr>
        <p:spPr>
          <a:xfrm>
            <a:off x="628650" y="1739998"/>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28650" y="4233419"/>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1464" y="4233419"/>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err="1">
                <a:solidFill>
                  <a:srgbClr val="FFFFFF"/>
                </a:solidFill>
              </a:rPr>
              <a:t>KPIs</a:t>
            </a:r>
            <a:endParaRPr lang="es-CL" sz="1600">
              <a:solidFill>
                <a:srgbClr val="FFFFFF"/>
              </a:solidFill>
            </a:endParaRPr>
          </a:p>
        </p:txBody>
      </p:sp>
      <p:sp>
        <p:nvSpPr>
          <p:cNvPr id="20" name="Rectangle 19">
            <a:extLst>
              <a:ext uri="{FF2B5EF4-FFF2-40B4-BE49-F238E27FC236}">
                <a16:creationId xmlns:a16="http://schemas.microsoft.com/office/drawing/2014/main" id="{F7445E2D-DB62-F1B6-E54D-2B44E5DDBCD3}"/>
              </a:ext>
            </a:extLst>
          </p:cNvPr>
          <p:cNvSpPr/>
          <p:nvPr/>
        </p:nvSpPr>
        <p:spPr>
          <a:xfrm>
            <a:off x="2622823" y="1359148"/>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696158"/>
                </a:solidFill>
              </a:rPr>
              <a:t>[Por completar]</a:t>
            </a:r>
          </a:p>
        </p:txBody>
      </p:sp>
      <p:sp>
        <p:nvSpPr>
          <p:cNvPr id="21" name="Rectangle 20">
            <a:extLst>
              <a:ext uri="{FF2B5EF4-FFF2-40B4-BE49-F238E27FC236}">
                <a16:creationId xmlns:a16="http://schemas.microsoft.com/office/drawing/2014/main" id="{B3A1595F-694A-5E39-0AA8-417EB43DFBF4}"/>
              </a:ext>
            </a:extLst>
          </p:cNvPr>
          <p:cNvSpPr/>
          <p:nvPr/>
        </p:nvSpPr>
        <p:spPr>
          <a:xfrm>
            <a:off x="2622823" y="1739997"/>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696158"/>
                </a:solidFill>
              </a:rPr>
              <a:t>[Por completar]</a:t>
            </a:r>
          </a:p>
        </p:txBody>
      </p:sp>
      <p:sp>
        <p:nvSpPr>
          <p:cNvPr id="22" name="Rectangle 21">
            <a:extLst>
              <a:ext uri="{FF2B5EF4-FFF2-40B4-BE49-F238E27FC236}">
                <a16:creationId xmlns:a16="http://schemas.microsoft.com/office/drawing/2014/main" id="{2177C376-7E30-0CA1-FADA-FA61E831651C}"/>
              </a:ext>
            </a:extLst>
          </p:cNvPr>
          <p:cNvSpPr/>
          <p:nvPr/>
        </p:nvSpPr>
        <p:spPr>
          <a:xfrm>
            <a:off x="628650" y="2742858"/>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8000" lvl="1" indent="-252000">
              <a:buClr>
                <a:srgbClr val="EA7600"/>
              </a:buClr>
              <a:buFont typeface="Trebuchet MS" panose="020B0603020202020204" pitchFamily="34" charset="0"/>
              <a:buChar char="•"/>
            </a:pPr>
            <a:r>
              <a:rPr lang="es-CL" sz="1200">
                <a:solidFill>
                  <a:srgbClr val="696158"/>
                </a:solidFill>
              </a:rPr>
              <a:t>[Por completar]</a:t>
            </a:r>
          </a:p>
          <a:p>
            <a:pPr marL="378000" lvl="1" indent="-252000">
              <a:buClr>
                <a:srgbClr val="EA7600"/>
              </a:buClr>
              <a:buFont typeface="Trebuchet MS" panose="020B0603020202020204" pitchFamily="34" charset="0"/>
              <a:buChar char="•"/>
            </a:pPr>
            <a:r>
              <a:rPr lang="es-CL" sz="1200">
                <a:solidFill>
                  <a:srgbClr val="696158"/>
                </a:solidFill>
              </a:rPr>
              <a:t>[Por completar]</a:t>
            </a:r>
          </a:p>
          <a:p>
            <a:pPr marL="378000" lvl="1" indent="-252000">
              <a:buClr>
                <a:srgbClr val="EA7600"/>
              </a:buClr>
              <a:buFont typeface="Trebuchet MS" panose="020B0603020202020204" pitchFamily="34" charset="0"/>
              <a:buChar char="•"/>
            </a:pPr>
            <a:r>
              <a:rPr lang="es-CL" sz="1200">
                <a:solidFill>
                  <a:srgbClr val="696158"/>
                </a:solidFill>
              </a:rPr>
              <a:t>[Por completar]</a:t>
            </a:r>
          </a:p>
          <a:p>
            <a:pPr marL="378000" lvl="1" indent="-252000">
              <a:buClr>
                <a:srgbClr val="EA7600"/>
              </a:buClr>
              <a:buFont typeface="Trebuchet MS" panose="020B0603020202020204" pitchFamily="34" charset="0"/>
              <a:buChar char="•"/>
            </a:pPr>
            <a:endParaRPr lang="es-CL" sz="1400">
              <a:solidFill>
                <a:srgbClr val="696158"/>
              </a:solidFill>
            </a:endParaRPr>
          </a:p>
          <a:p>
            <a:pPr marL="378000" lvl="1" indent="-252000">
              <a:buClr>
                <a:srgbClr val="EA7600"/>
              </a:buClr>
              <a:buFont typeface="Trebuchet MS" panose="020B0603020202020204" pitchFamily="34" charset="0"/>
              <a:buChar char="•"/>
            </a:pPr>
            <a:endParaRPr lang="es-CL" sz="1400">
              <a:solidFill>
                <a:srgbClr val="696158"/>
              </a:solidFill>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1463" y="2742858"/>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200">
                <a:solidFill>
                  <a:srgbClr val="696158"/>
                </a:solidFill>
              </a:rPr>
              <a:t>[Por completar]</a:t>
            </a:r>
            <a:endParaRPr lang="es-ES"/>
          </a:p>
          <a:p>
            <a:pPr marL="377825" lvl="1" indent="-251460">
              <a:buClr>
                <a:srgbClr val="EA7600"/>
              </a:buClr>
              <a:buFont typeface="Trebuchet MS" panose="020B0603020202020204" pitchFamily="34" charset="0"/>
              <a:buChar char="•"/>
            </a:pPr>
            <a:r>
              <a:rPr lang="es-CL" sz="1200">
                <a:solidFill>
                  <a:srgbClr val="696158"/>
                </a:solidFill>
              </a:rPr>
              <a:t>[Por completar]</a:t>
            </a: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r>
              <a:rPr lang="es-CL" sz="1200">
                <a:solidFill>
                  <a:srgbClr val="696158"/>
                </a:solidFill>
              </a:rPr>
              <a:t>[Por completar]</a:t>
            </a: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buClr>
                <a:srgbClr val="EA7600"/>
              </a:buClr>
              <a:buFont typeface="Trebuchet MS" panose="020B0603020202020204" pitchFamily="34" charset="0"/>
              <a:buChar char="•"/>
            </a:pPr>
            <a:r>
              <a:rPr lang="es-CL" sz="1200">
                <a:solidFill>
                  <a:srgbClr val="696158"/>
                </a:solidFill>
              </a:rPr>
              <a:t>[Por completar]</a:t>
            </a: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r>
              <a:rPr lang="es-CL" sz="1200">
                <a:solidFill>
                  <a:srgbClr val="696158"/>
                </a:solidFill>
              </a:rPr>
              <a:t>[Por completar]</a:t>
            </a: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28650" y="4678332"/>
            <a:ext cx="5241136" cy="1482756"/>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buClr>
                <a:srgbClr val="EA7600"/>
              </a:buClr>
              <a:buFont typeface="Trebuchet MS" panose="020B0603020202020204" pitchFamily="34" charset="0"/>
              <a:buChar char="•"/>
            </a:pPr>
            <a:r>
              <a:rPr lang="es-CL" sz="1200" err="1">
                <a:solidFill>
                  <a:srgbClr val="696158"/>
                </a:solidFill>
                <a:ea typeface="Calibri"/>
                <a:cs typeface="Calibri"/>
              </a:rPr>
              <a:t>[Por completar]</a:t>
            </a:r>
            <a:r>
              <a:rPr lang="es-CL" sz="1200">
                <a:solidFill>
                  <a:srgbClr val="696158"/>
                </a:solidFill>
                <a:ea typeface="Calibri"/>
                <a:cs typeface="Calibri"/>
              </a:rPr>
              <a:t/>
            </a:r>
            <a:r>
              <a:rPr lang="es-CL" sz="1200" err="1">
                <a:solidFill>
                  <a:srgbClr val="696158"/>
                </a:solidFill>
                <a:ea typeface="Calibri"/>
                <a:cs typeface="Calibri"/>
              </a:rPr>
              <a:t/>
            </a:r>
            <a:r>
              <a:rPr lang="es-CL" sz="1200">
                <a:solidFill>
                  <a:srgbClr val="696158"/>
                </a:solidFill>
                <a:ea typeface="Calibri"/>
                <a:cs typeface="Calibri"/>
              </a:rPr>
              <a:t/>
            </a:r>
            <a:r>
              <a:rPr lang="es-CL" sz="1200" err="1">
                <a:solidFill>
                  <a:srgbClr val="696158"/>
                </a:solidFill>
                <a:ea typeface="Calibri"/>
                <a:cs typeface="Calibri"/>
              </a:rPr>
              <a:t/>
            </a:r>
            <a:r>
              <a:rPr lang="es-CL" sz="1200">
                <a:solidFill>
                  <a:srgbClr val="696158"/>
                </a:solidFill>
                <a:ea typeface="Calibri"/>
                <a:cs typeface="Calibri"/>
              </a:rPr>
              <a:t/>
            </a:r>
          </a:p>
          <a:p>
            <a:pPr marL="377825" lvl="1" indent="-251460">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buClr>
                <a:srgbClr val="EA7600"/>
              </a:buClr>
              <a:buFont typeface="Trebuchet MS" panose="020B0603020202020204" pitchFamily="34" charset="0"/>
              <a:buChar char="•"/>
            </a:pPr>
            <a:r>
              <a:rPr lang="es-CL" sz="1200" err="1">
                <a:solidFill>
                  <a:srgbClr val="696158"/>
                </a:solidFill>
                <a:ea typeface="Calibri"/>
                <a:cs typeface="Calibri"/>
              </a:rPr>
              <a:t>[Por completar]</a:t>
            </a:r>
            <a:r>
              <a:rPr lang="es-CL" sz="1200">
                <a:solidFill>
                  <a:srgbClr val="696158"/>
                </a:solidFill>
                <a:ea typeface="Calibri"/>
                <a:cs typeface="Calibri"/>
              </a:rPr>
              <a:t/>
            </a:r>
            <a:r>
              <a:rPr lang="es-CL" sz="1200" err="1">
                <a:solidFill>
                  <a:srgbClr val="696158"/>
                </a:solidFill>
                <a:ea typeface="Calibri"/>
                <a:cs typeface="Calibri"/>
              </a:rPr>
              <a:t/>
            </a:r>
            <a:r>
              <a:rPr lang="es-CL" sz="1200">
                <a:solidFill>
                  <a:srgbClr val="696158"/>
                </a:solidFill>
                <a:ea typeface="Calibri"/>
                <a:cs typeface="Calibri"/>
              </a:rPr>
              <a:t/>
            </a:r>
          </a:p>
          <a:p>
            <a:pPr marL="377825" lvl="1" indent="-251460">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buClr>
                <a:srgbClr val="EA7600"/>
              </a:buClr>
              <a:buFont typeface="Trebuchet MS" panose="020B0603020202020204" pitchFamily="34" charset="0"/>
              <a:buChar char="•"/>
            </a:pPr>
            <a:r>
              <a:rPr lang="es-CL" sz="1200">
                <a:solidFill>
                  <a:srgbClr val="696158"/>
                </a:solidFill>
                <a:ea typeface="Calibri"/>
                <a:cs typeface="Calibri"/>
              </a:rPr>
              <a:t>[Por completar]</a:t>
            </a:r>
            <a:r>
              <a:rPr lang="es-CL" sz="1200" err="1">
                <a:solidFill>
                  <a:srgbClr val="696158"/>
                </a:solidFill>
                <a:ea typeface="Calibri"/>
                <a:cs typeface="Calibri"/>
              </a:rPr>
              <a:t/>
            </a:r>
            <a:r>
              <a:rPr lang="es-CL" sz="1200">
                <a:solidFill>
                  <a:srgbClr val="696158"/>
                </a:solidFill>
                <a:ea typeface="Calibri"/>
                <a:cs typeface="Calibri"/>
              </a:rPr>
              <a:t/>
            </a: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p:txBody>
      </p:sp>
      <p:sp>
        <p:nvSpPr>
          <p:cNvPr id="25" name="Rectangle 24">
            <a:extLst>
              <a:ext uri="{FF2B5EF4-FFF2-40B4-BE49-F238E27FC236}">
                <a16:creationId xmlns:a16="http://schemas.microsoft.com/office/drawing/2014/main" id="{B2F41C3D-95D7-418F-54E2-31AE7CF2F187}"/>
              </a:ext>
            </a:extLst>
          </p:cNvPr>
          <p:cNvSpPr/>
          <p:nvPr/>
        </p:nvSpPr>
        <p:spPr>
          <a:xfrm>
            <a:off x="6321463" y="4678332"/>
            <a:ext cx="5241136" cy="1482756"/>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lvl="1" indent="-216000">
              <a:buClr>
                <a:srgbClr val="EA7600"/>
              </a:buClr>
              <a:buFont typeface="Trebuchet MS" panose="020B0603020202020204" pitchFamily="34" charset="0"/>
              <a:buChar char="•"/>
            </a:pPr>
            <a:r>
              <a:rPr lang="es-CL" sz="1050">
                <a:solidFill>
                  <a:srgbClr val="696158"/>
                </a:solidFill>
              </a:rPr>
              <a:t>[Por completar]</a:t>
            </a:r>
          </a:p>
          <a:p>
            <a:pPr marL="324000" lvl="1" indent="-216000">
              <a:buClr>
                <a:srgbClr val="EA7600"/>
              </a:buClr>
              <a:buFont typeface="Trebuchet MS" panose="020B0603020202020204" pitchFamily="34" charset="0"/>
              <a:buChar char="•"/>
            </a:pPr>
            <a:r>
              <a:rPr lang="es-CL" sz="1050">
                <a:solidFill>
                  <a:srgbClr val="696158"/>
                </a:solidFill>
              </a:rPr>
              <a:t>[Por completar]</a:t>
            </a:r>
          </a:p>
          <a:p>
            <a:pPr marL="324000" lvl="1" indent="-216000">
              <a:buClr>
                <a:srgbClr val="EA7600"/>
              </a:buClr>
              <a:buFont typeface="Trebuchet MS" panose="020B0603020202020204" pitchFamily="34" charset="0"/>
              <a:buChar char="•"/>
            </a:pPr>
            <a:r>
              <a:rPr lang="es-CL" sz="1050">
                <a:solidFill>
                  <a:srgbClr val="696158"/>
                </a:solidFill>
              </a:rPr>
              <a:t>[Por completar]</a:t>
            </a:r>
          </a:p>
          <a:p>
            <a:pPr marL="324000" lvl="1" indent="-216000">
              <a:buClr>
                <a:srgbClr val="EA7600"/>
              </a:buClr>
              <a:buFont typeface="Trebuchet MS" panose="020B0603020202020204" pitchFamily="34" charset="0"/>
              <a:buChar char="•"/>
            </a:pPr>
            <a:r>
              <a:rPr lang="es-CL" sz="1050">
                <a:solidFill>
                  <a:srgbClr val="696158"/>
                </a:solidFill>
              </a:rPr>
              <a:t>[Por completar]</a:t>
            </a:r>
          </a:p>
          <a:p>
            <a:pPr marL="324000" lvl="1" indent="-216000">
              <a:buClr>
                <a:srgbClr val="EA7600"/>
              </a:buClr>
              <a:buFont typeface="Trebuchet MS" panose="020B0603020202020204" pitchFamily="34" charset="0"/>
              <a:buChar char="•"/>
            </a:pPr>
            <a:r>
              <a:rPr lang="es-CL" sz="1050">
                <a:solidFill>
                  <a:srgbClr val="696158"/>
                </a:solidFill>
              </a:rPr>
              <a:t>[Por completar]</a:t>
            </a:r>
          </a:p>
          <a:p>
            <a:pPr marL="324000" lvl="1" indent="-216000">
              <a:buClr>
                <a:srgbClr val="EA7600"/>
              </a:buClr>
              <a:buFont typeface="Trebuchet MS" panose="020B0603020202020204" pitchFamily="34" charset="0"/>
              <a:buChar char="•"/>
            </a:pPr>
            <a:r>
              <a:rPr lang="es-CL" sz="1050">
                <a:solidFill>
                  <a:srgbClr val="696158"/>
                </a:solidFill>
              </a:rPr>
              <a:t>[Por completar]</a:t>
            </a:r>
          </a:p>
          <a:p>
            <a:pPr marL="324000" lvl="1" indent="-216000">
              <a:buClr>
                <a:srgbClr val="EA7600"/>
              </a:buClr>
              <a:buFont typeface="Trebuchet MS" panose="020B0603020202020204" pitchFamily="34" charset="0"/>
              <a:buChar char="•"/>
            </a:pPr>
            <a:r>
              <a:rPr lang="es-CL" sz="1050">
                <a:solidFill>
                  <a:srgbClr val="696158"/>
                </a:solidFill>
              </a:rPr>
              <a:t>[Por completar]</a:t>
            </a:r>
          </a:p>
          <a:p>
            <a:pPr marL="324000" lvl="1" indent="-216000">
              <a:buClr>
                <a:srgbClr val="EA7600"/>
              </a:buClr>
              <a:buFont typeface="Trebuchet MS" panose="020B0603020202020204" pitchFamily="34" charset="0"/>
              <a:buChar char="•"/>
            </a:pPr>
            <a:r>
              <a:rPr lang="es-CL" sz="1050">
                <a:solidFill>
                  <a:srgbClr val="696158"/>
                </a:solidFill>
              </a:rPr>
              <a:t>[Por completar]</a:t>
            </a:r>
          </a:p>
        </p:txBody>
      </p:sp>
      <p:sp>
        <p:nvSpPr>
          <p:cNvPr id="6" name="Rectangle: Rounded Corners 3">
            <a:extLst>
              <a:ext uri="{FF2B5EF4-FFF2-40B4-BE49-F238E27FC236}">
                <a16:creationId xmlns:a16="http://schemas.microsoft.com/office/drawing/2014/main" id="{14590BDF-1521-00F8-EEB0-E4798004C65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7" name="Rectangle: Rounded Corners 36">
            <a:extLst>
              <a:ext uri="{FF2B5EF4-FFF2-40B4-BE49-F238E27FC236}">
                <a16:creationId xmlns:a16="http://schemas.microsoft.com/office/drawing/2014/main" id="{AED8405A-F91D-6C74-69EC-BA5AA7FE427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Tree>
    <p:extLst>
      <p:ext uri="{BB962C8B-B14F-4D97-AF65-F5344CB8AC3E}">
        <p14:creationId xmlns:p14="http://schemas.microsoft.com/office/powerpoint/2010/main" val="14605343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2" imgW="404" imgH="405" progId="TCLayout.ActiveDocument.1">
                  <p:embed/>
                </p:oleObj>
              </mc:Choice>
              <mc:Fallback>
                <p:oleObj name="Diapositiva de think-cell" r:id="rId12"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BC2D7895-9647-C0E2-E5D3-384AB251F92E}"/>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9BC7BF22-97C4-03F1-7E91-BF2F9B327D31}"/>
              </a:ext>
            </a:extLst>
          </p:cNvPr>
          <p:cNvSpPr>
            <a:spLocks noChangeArrowheads="1"/>
          </p:cNvSpPr>
          <p:nvPr>
            <p:custDataLst>
              <p:tags r:id="rId3"/>
            </p:custDataLst>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a:xfrm>
            <a:off x="639523" y="598522"/>
            <a:ext cx="10933350" cy="332399"/>
          </a:xfrm>
        </p:spPr>
        <p:txBody>
          <a:bodyPr vert="horz"/>
          <a:lstStyle/>
          <a:p>
            <a:r>
              <a:rPr lang="es-CL">
                <a:solidFill>
                  <a:schemeClr val="tx1"/>
                </a:solidFill>
              </a:rPr>
              <a:t>D. SIPOC| Fase D</a:t>
            </a:r>
            <a:r>
              <a:rPr lang="es-CL" sz="2400">
                <a:solidFill>
                  <a:schemeClr val="tx1"/>
                </a:solidFill>
              </a:rPr>
              <a:t/>
            </a:r>
            <a:r>
              <a:rPr lang="es-CL" sz="2400" err="1">
                <a:solidFill>
                  <a:schemeClr val="tx1"/>
                </a:solidFill>
              </a:rPr>
              <a:t/>
            </a:r>
            <a:r>
              <a:rPr lang="es-CL" sz="2400">
                <a:solidFill>
                  <a:schemeClr val="tx1"/>
                </a:solidFill>
              </a:rPr>
              <a:t/>
            </a:r>
            <a:r>
              <a:rPr lang="es-CL" sz="2400"/>
              <a:t/>
            </a:r>
            <a:endParaRPr lang="es-CL"/>
          </a:p>
        </p:txBody>
      </p:sp>
      <p:graphicFrame>
        <p:nvGraphicFramePr>
          <p:cNvPr id="27" name="Table 26">
            <a:extLst>
              <a:ext uri="{FF2B5EF4-FFF2-40B4-BE49-F238E27FC236}">
                <a16:creationId xmlns:a16="http://schemas.microsoft.com/office/drawing/2014/main" id="{2966A563-7C55-1FDA-C7F7-BA428775028E}"/>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69" name="Rectangle 68">
            <a:extLst>
              <a:ext uri="{FF2B5EF4-FFF2-40B4-BE49-F238E27FC236}">
                <a16:creationId xmlns:a16="http://schemas.microsoft.com/office/drawing/2014/main" id="{6897DC6E-75D7-98B7-EBF6-241ED5EE9833}"/>
              </a:ext>
            </a:extLst>
          </p:cNvPr>
          <p:cNvSpPr/>
          <p:nvPr/>
        </p:nvSpPr>
        <p:spPr>
          <a:xfrm>
            <a:off x="629999" y="5838401"/>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graphicFrame>
        <p:nvGraphicFramePr>
          <p:cNvPr id="10" name="Table 9">
            <a:extLst>
              <a:ext uri="{FF2B5EF4-FFF2-40B4-BE49-F238E27FC236}">
                <a16:creationId xmlns:a16="http://schemas.microsoft.com/office/drawing/2014/main" id="{17476CEE-6285-11A3-8AA1-D56EC31CE611}"/>
              </a:ext>
            </a:extLst>
          </p:cNvPr>
          <p:cNvGraphicFramePr>
            <a:graphicFrameLocks noGrp="1"/>
          </p:cNvGraphicFramePr>
          <p:nvPr>
            <p:extLst>
              <p:ext uri="{D42A27DB-BD31-4B8C-83A1-F6EECF244321}">
                <p14:modId xmlns:p14="http://schemas.microsoft.com/office/powerpoint/2010/main" val="446728336"/>
              </p:ext>
            </p:extLst>
          </p:nvPr>
        </p:nvGraphicFramePr>
        <p:xfrm>
          <a:off x="630001" y="1500078"/>
          <a:ext cx="3633628" cy="2214707"/>
        </p:xfrm>
        <a:graphic>
          <a:graphicData uri="http://schemas.openxmlformats.org/drawingml/2006/table">
            <a:tbl>
              <a:tblPr>
                <a:tableStyleId>{2D5ABB26-0587-4C30-8999-92F81FD0307C}</a:tableStyleId>
              </a:tblPr>
              <a:tblGrid>
                <a:gridCol w="1211210">
                  <a:extLst>
                    <a:ext uri="{9D8B030D-6E8A-4147-A177-3AD203B41FA5}">
                      <a16:colId xmlns:a16="http://schemas.microsoft.com/office/drawing/2014/main" val="216396786"/>
                    </a:ext>
                  </a:extLst>
                </a:gridCol>
                <a:gridCol w="209519">
                  <a:extLst>
                    <a:ext uri="{9D8B030D-6E8A-4147-A177-3AD203B41FA5}">
                      <a16:colId xmlns:a16="http://schemas.microsoft.com/office/drawing/2014/main" val="382253565"/>
                    </a:ext>
                  </a:extLst>
                </a:gridCol>
                <a:gridCol w="2212899">
                  <a:extLst>
                    <a:ext uri="{9D8B030D-6E8A-4147-A177-3AD203B41FA5}">
                      <a16:colId xmlns:a16="http://schemas.microsoft.com/office/drawing/2014/main" val="741832067"/>
                    </a:ext>
                  </a:extLst>
                </a:gridCol>
              </a:tblGrid>
              <a:tr h="614540">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a:rPr>
                        <a:t>Entradas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53338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10434929"/>
                  </a:ext>
                </a:extLst>
              </a:tr>
              <a:tr h="53338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64561776"/>
                  </a:ext>
                </a:extLst>
              </a:tr>
              <a:tr h="53338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70402967"/>
                  </a:ext>
                </a:extLst>
              </a:tr>
            </a:tbl>
          </a:graphicData>
        </a:graphic>
      </p:graphicFrame>
      <p:sp>
        <p:nvSpPr>
          <p:cNvPr id="14" name="ee4pHeader2">
            <a:extLst>
              <a:ext uri="{FF2B5EF4-FFF2-40B4-BE49-F238E27FC236}">
                <a16:creationId xmlns:a16="http://schemas.microsoft.com/office/drawing/2014/main" id="{188B09A2-AA19-562A-9309-969DEAA9994C}"/>
              </a:ext>
            </a:extLst>
          </p:cNvPr>
          <p:cNvSpPr>
            <a:spLocks noChangeArrowheads="1"/>
          </p:cNvSpPr>
          <p:nvPr>
            <p:custDataLst>
              <p:tags r:id="rId4"/>
            </p:custDataLst>
          </p:nvPr>
        </p:nvSpPr>
        <p:spPr bwMode="gray">
          <a:xfrm>
            <a:off x="9228656" y="630028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5" name="ee4pContent5">
            <a:extLst>
              <a:ext uri="{FF2B5EF4-FFF2-40B4-BE49-F238E27FC236}">
                <a16:creationId xmlns:a16="http://schemas.microsoft.com/office/drawing/2014/main" id="{A316BD7C-046E-3832-EF47-1F6C80AE9E58}"/>
              </a:ext>
            </a:extLst>
          </p:cNvPr>
          <p:cNvSpPr txBox="1"/>
          <p:nvPr/>
        </p:nvSpPr>
        <p:spPr>
          <a:xfrm>
            <a:off x="9516560" y="626495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ee4pHeader2">
            <a:extLst>
              <a:ext uri="{FF2B5EF4-FFF2-40B4-BE49-F238E27FC236}">
                <a16:creationId xmlns:a16="http://schemas.microsoft.com/office/drawing/2014/main" id="{1F529DC0-5FD0-0033-F1DF-C429D3117D94}"/>
              </a:ext>
            </a:extLst>
          </p:cNvPr>
          <p:cNvSpPr>
            <a:spLocks noChangeArrowheads="1"/>
          </p:cNvSpPr>
          <p:nvPr>
            <p:custDataLst>
              <p:tags r:id="rId5"/>
            </p:custDataLst>
          </p:nvPr>
        </p:nvSpPr>
        <p:spPr bwMode="gray">
          <a:xfrm>
            <a:off x="10352320" y="630028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7" name="ee4pContent5">
            <a:extLst>
              <a:ext uri="{FF2B5EF4-FFF2-40B4-BE49-F238E27FC236}">
                <a16:creationId xmlns:a16="http://schemas.microsoft.com/office/drawing/2014/main" id="{6DBCD869-C037-47A5-E941-D9CFDFD7D89C}"/>
              </a:ext>
            </a:extLst>
          </p:cNvPr>
          <p:cNvSpPr txBox="1"/>
          <p:nvPr/>
        </p:nvSpPr>
        <p:spPr>
          <a:xfrm>
            <a:off x="10640224" y="626495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8" name="Table 17">
            <a:extLst>
              <a:ext uri="{FF2B5EF4-FFF2-40B4-BE49-F238E27FC236}">
                <a16:creationId xmlns:a16="http://schemas.microsoft.com/office/drawing/2014/main" id="{7ACF65CB-1360-78A7-1AE2-6E85770A2414}"/>
              </a:ext>
            </a:extLst>
          </p:cNvPr>
          <p:cNvGraphicFramePr>
            <a:graphicFrameLocks noGrp="1"/>
          </p:cNvGraphicFramePr>
          <p:nvPr>
            <p:extLst>
              <p:ext uri="{D42A27DB-BD31-4B8C-83A1-F6EECF244321}">
                <p14:modId xmlns:p14="http://schemas.microsoft.com/office/powerpoint/2010/main" val="305257806"/>
              </p:ext>
            </p:extLst>
          </p:nvPr>
        </p:nvGraphicFramePr>
        <p:xfrm>
          <a:off x="7818483" y="1635548"/>
          <a:ext cx="3754390" cy="3420629"/>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5">
                  <a:extLst>
                    <a:ext uri="{9D8B030D-6E8A-4147-A177-3AD203B41FA5}">
                      <a16:colId xmlns:a16="http://schemas.microsoft.com/office/drawing/2014/main" val="382253565"/>
                    </a:ext>
                  </a:extLst>
                </a:gridCol>
                <a:gridCol w="1251776">
                  <a:extLst>
                    <a:ext uri="{9D8B030D-6E8A-4147-A177-3AD203B41FA5}">
                      <a16:colId xmlns:a16="http://schemas.microsoft.com/office/drawing/2014/main" val="741832067"/>
                    </a:ext>
                  </a:extLst>
                </a:gridCol>
              </a:tblGrid>
              <a:tr h="604947">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480960">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rowSpan="6">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534225172"/>
                  </a:ext>
                </a:extLst>
              </a:tr>
              <a:tr h="480960">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805036155"/>
                  </a:ext>
                </a:extLst>
              </a:tr>
              <a:tr h="410882">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55325463"/>
                  </a:ext>
                </a:extLst>
              </a:tr>
              <a:tr h="48096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676790683"/>
                  </a:ext>
                </a:extLst>
              </a:tr>
              <a:tr h="480960">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latin typeface="+mn-lt"/>
                          <a:ea typeface="+mn-ea"/>
                          <a:cs typeface="+mn-cs"/>
                        </a:rPr>
                        <a:t>[Por completar]</a:t>
                      </a:r>
                    </a:p>
                  </a:txBody>
                  <a:tcPr marL="6350" marR="6350" marT="6350" marB="0" anchor="ctr">
                    <a:lnL w="0">
                      <a:noFill/>
                    </a:lnL>
                    <a:lnR w="0">
                      <a:noFill/>
                    </a:lnR>
                    <a:lnT w="6350" cap="flat" cmpd="sng" algn="ctr">
                      <a:solidFill>
                        <a:srgbClr val="9A9A9A"/>
                      </a:solidFill>
                      <a:prstDash val="sysDot"/>
                      <a:round/>
                      <a:headEnd type="none" w="med" len="med"/>
                      <a:tailEnd type="none" w="med" len="med"/>
                    </a:lnT>
                    <a:lnB w="6350" cap="flat" cmpd="sng" algn="ctr">
                      <a:solidFill>
                        <a:srgbClr val="9A9A9A"/>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46210930"/>
                  </a:ext>
                </a:extLst>
              </a:tr>
              <a:tr h="480960">
                <a:tc>
                  <a:txBody>
                    <a:bodyPr/>
                    <a:lstStyle/>
                    <a:p>
                      <a:pPr marL="0" lvl="0" indent="0" algn="l">
                        <a:lnSpc>
                          <a:spcPct val="100000"/>
                        </a:lnSpc>
                        <a:spcBef>
                          <a:spcPts val="0"/>
                        </a:spcBef>
                        <a:spcAft>
                          <a:spcPts val="0"/>
                        </a:spcAft>
                        <a:buNone/>
                      </a:pPr>
                      <a:r>
                        <a:rPr lang="es-CL" sz="1100" b="0" i="0" u="none" strike="noStrike" kern="1200">
                          <a:solidFill>
                            <a:srgbClr val="696158"/>
                          </a:solidFill>
                          <a:effectLst/>
                          <a:latin typeface="+mn-lt"/>
                          <a:ea typeface="+mn-ea"/>
                          <a:cs typeface="+mn-cs"/>
                        </a:rPr>
                        <a:t>[Por completar]</a:t>
                      </a:r>
                    </a:p>
                  </a:txBody>
                  <a:tcPr marL="6350" marR="6350" marT="6350" marB="0" anchor="ctr">
                    <a:lnL w="0">
                      <a:noFill/>
                    </a:lnL>
                    <a:lnR w="0">
                      <a:noFill/>
                    </a:lnR>
                    <a:lnT w="6350">
                      <a:solidFill>
                        <a:srgbClr val="9A9A9A"/>
                      </a:solidFill>
                    </a:lnT>
                    <a:lnB w="6350" cap="flat" cmpd="sng" algn="ctr">
                      <a:solidFill>
                        <a:srgbClr val="9A9A9A"/>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endParaRPr/>
                    </a:p>
                  </a:txBody>
                  <a:tcPr marR="72000" marT="9144" marB="9144" anchor="ctr">
                    <a:lnL w="0">
                      <a:noFill/>
                    </a:lnL>
                    <a:lnR w="0">
                      <a:noFill/>
                    </a:lnR>
                    <a:lnT w="6350">
                      <a:solidFill>
                        <a:srgbClr val="9A9A9A"/>
                      </a:solidFill>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608675862"/>
                  </a:ext>
                </a:extLst>
              </a:tr>
            </a:tbl>
          </a:graphicData>
        </a:graphic>
      </p:graphicFrame>
      <p:sp>
        <p:nvSpPr>
          <p:cNvPr id="4" name="Rectangle: Rounded Corners 3">
            <a:extLst>
              <a:ext uri="{FF2B5EF4-FFF2-40B4-BE49-F238E27FC236}">
                <a16:creationId xmlns:a16="http://schemas.microsoft.com/office/drawing/2014/main" id="{0DF31668-98B6-C54C-670E-B077C021133A}"/>
              </a:ext>
            </a:extLst>
          </p:cNvPr>
          <p:cNvSpPr/>
          <p:nvPr/>
        </p:nvSpPr>
        <p:spPr>
          <a:xfrm>
            <a:off x="628650" y="1121063"/>
            <a:ext cx="720000" cy="3323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EE95AFB1-BD16-98A0-5B53-C7C3B7E1543B}"/>
              </a:ext>
            </a:extLst>
          </p:cNvPr>
          <p:cNvSpPr/>
          <p:nvPr/>
        </p:nvSpPr>
        <p:spPr>
          <a:xfrm>
            <a:off x="1350201" y="1121063"/>
            <a:ext cx="10224000" cy="3323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rPr>
              <a:t>[Por completar]</a:t>
            </a:r>
          </a:p>
        </p:txBody>
      </p:sp>
      <p:graphicFrame>
        <p:nvGraphicFramePr>
          <p:cNvPr id="30" name="Table 29">
            <a:extLst>
              <a:ext uri="{FF2B5EF4-FFF2-40B4-BE49-F238E27FC236}">
                <a16:creationId xmlns:a16="http://schemas.microsoft.com/office/drawing/2014/main" id="{DDEE1E7A-8344-36BC-620D-8A94BD8F702D}"/>
              </a:ext>
            </a:extLst>
          </p:cNvPr>
          <p:cNvGraphicFramePr>
            <a:graphicFrameLocks noGrp="1"/>
          </p:cNvGraphicFramePr>
          <p:nvPr/>
        </p:nvGraphicFramePr>
        <p:xfrm>
          <a:off x="771524" y="6118163"/>
          <a:ext cx="6034290" cy="262429"/>
        </p:xfrm>
        <a:graphic>
          <a:graphicData uri="http://schemas.openxmlformats.org/drawingml/2006/table">
            <a:tbl>
              <a:tblPr>
                <a:tableStyleId>{2D5ABB26-0587-4C30-8999-92F81FD0307C}</a:tableStyleId>
              </a:tblPr>
              <a:tblGrid>
                <a:gridCol w="1332481">
                  <a:extLst>
                    <a:ext uri="{9D8B030D-6E8A-4147-A177-3AD203B41FA5}">
                      <a16:colId xmlns:a16="http://schemas.microsoft.com/office/drawing/2014/main" val="216396786"/>
                    </a:ext>
                  </a:extLst>
                </a:gridCol>
                <a:gridCol w="173870">
                  <a:extLst>
                    <a:ext uri="{9D8B030D-6E8A-4147-A177-3AD203B41FA5}">
                      <a16:colId xmlns:a16="http://schemas.microsoft.com/office/drawing/2014/main" val="382253565"/>
                    </a:ext>
                  </a:extLst>
                </a:gridCol>
                <a:gridCol w="1331575">
                  <a:extLst>
                    <a:ext uri="{9D8B030D-6E8A-4147-A177-3AD203B41FA5}">
                      <a16:colId xmlns:a16="http://schemas.microsoft.com/office/drawing/2014/main" val="741832067"/>
                    </a:ext>
                  </a:extLst>
                </a:gridCol>
                <a:gridCol w="173870">
                  <a:extLst>
                    <a:ext uri="{9D8B030D-6E8A-4147-A177-3AD203B41FA5}">
                      <a16:colId xmlns:a16="http://schemas.microsoft.com/office/drawing/2014/main" val="3505156584"/>
                    </a:ext>
                  </a:extLst>
                </a:gridCol>
                <a:gridCol w="173870">
                  <a:extLst>
                    <a:ext uri="{9D8B030D-6E8A-4147-A177-3AD203B41FA5}">
                      <a16:colId xmlns:a16="http://schemas.microsoft.com/office/drawing/2014/main" val="2506928226"/>
                    </a:ext>
                  </a:extLst>
                </a:gridCol>
                <a:gridCol w="1331575">
                  <a:extLst>
                    <a:ext uri="{9D8B030D-6E8A-4147-A177-3AD203B41FA5}">
                      <a16:colId xmlns:a16="http://schemas.microsoft.com/office/drawing/2014/main" val="3533118618"/>
                    </a:ext>
                  </a:extLst>
                </a:gridCol>
                <a:gridCol w="185474">
                  <a:extLst>
                    <a:ext uri="{9D8B030D-6E8A-4147-A177-3AD203B41FA5}">
                      <a16:colId xmlns:a16="http://schemas.microsoft.com/office/drawing/2014/main" val="2286944033"/>
                    </a:ext>
                  </a:extLst>
                </a:gridCol>
                <a:gridCol w="1331575">
                  <a:extLst>
                    <a:ext uri="{9D8B030D-6E8A-4147-A177-3AD203B41FA5}">
                      <a16:colId xmlns:a16="http://schemas.microsoft.com/office/drawing/2014/main" val="1377646542"/>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None/>
                      </a:pPr>
                      <a:r>
                        <a:rPr lang="es-CL" sz="1100" b="0" i="0" u="none" strike="noStrike">
                          <a:solidFill>
                            <a:srgbClr val="696158"/>
                          </a:solidFill>
                          <a:effectLst/>
                          <a:latin typeface="+mn-lt"/>
                        </a:rPr>
                        <a:t>Fase B</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171450" lvl="0" indent="-171450" algn="ctr"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4">
                      <a:solidFill>
                        <a:srgbClr val="953735"/>
                      </a:solidFill>
                    </a:lnR>
                    <a:lnT w="0">
                      <a:noFill/>
                    </a:lnT>
                    <a:lnB w="0">
                      <a:noFill/>
                    </a:lnB>
                    <a:lnTlToBr w="0">
                      <a:noFill/>
                    </a:lnTlToBr>
                    <a:lnBlToTr w="0">
                      <a:noFill/>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4" cap="flat" cmpd="sng" algn="ctr">
                      <a:solidFill>
                        <a:srgbClr val="953735"/>
                      </a:solidFill>
                      <a:prstDash val="solid"/>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9" name="Rectangle: Rounded Corners 3">
            <a:extLst>
              <a:ext uri="{FF2B5EF4-FFF2-40B4-BE49-F238E27FC236}">
                <a16:creationId xmlns:a16="http://schemas.microsoft.com/office/drawing/2014/main" id="{F94CE1F0-5AA1-9A77-820F-143E3E111FC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3" name="Rectangle: Rounded Corners 36">
            <a:extLst>
              <a:ext uri="{FF2B5EF4-FFF2-40B4-BE49-F238E27FC236}">
                <a16:creationId xmlns:a16="http://schemas.microsoft.com/office/drawing/2014/main" id="{BD7433AB-F63A-8BC4-68CC-CF86C8E9A788}"/>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D</a:t>
            </a:r>
          </a:p>
        </p:txBody>
      </p:sp>
      <p:sp>
        <p:nvSpPr>
          <p:cNvPr id="22" name="ee4pHeader1">
            <a:extLst>
              <a:ext uri="{FF2B5EF4-FFF2-40B4-BE49-F238E27FC236}">
                <a16:creationId xmlns:a16="http://schemas.microsoft.com/office/drawing/2014/main" id="{AEB36F2F-978A-50EF-DC85-6ED853DA3034}"/>
              </a:ext>
            </a:extLst>
          </p:cNvPr>
          <p:cNvSpPr>
            <a:spLocks noChangeArrowheads="1"/>
          </p:cNvSpPr>
          <p:nvPr>
            <p:custDataLst>
              <p:tags r:id="rId6"/>
            </p:custDataLst>
          </p:nvPr>
        </p:nvSpPr>
        <p:spPr bwMode="gray">
          <a:xfrm>
            <a:off x="5083737" y="2078614"/>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[Por completar]</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Fase D</a:t>
            </a:r>
          </a:p>
        </p:txBody>
      </p:sp>
      <p:sp>
        <p:nvSpPr>
          <p:cNvPr id="23" name="ee4pHeader1">
            <a:extLst>
              <a:ext uri="{FF2B5EF4-FFF2-40B4-BE49-F238E27FC236}">
                <a16:creationId xmlns:a16="http://schemas.microsoft.com/office/drawing/2014/main" id="{8000F618-F31C-64D0-A13A-9F7FCC2E4E24}"/>
              </a:ext>
            </a:extLst>
          </p:cNvPr>
          <p:cNvSpPr>
            <a:spLocks noChangeArrowheads="1"/>
          </p:cNvSpPr>
          <p:nvPr>
            <p:custDataLst>
              <p:tags r:id="rId7"/>
            </p:custDataLst>
          </p:nvPr>
        </p:nvSpPr>
        <p:spPr bwMode="gray">
          <a:xfrm>
            <a:off x="5083737" y="2636779"/>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[Por completar]</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[Por completar]</a:t>
            </a:r>
          </a:p>
        </p:txBody>
      </p:sp>
      <p:sp>
        <p:nvSpPr>
          <p:cNvPr id="24" name="ee4pHeader1">
            <a:extLst>
              <a:ext uri="{FF2B5EF4-FFF2-40B4-BE49-F238E27FC236}">
                <a16:creationId xmlns:a16="http://schemas.microsoft.com/office/drawing/2014/main" id="{84A4C64C-258F-B345-D5E9-A596D8F53A6F}"/>
              </a:ext>
            </a:extLst>
          </p:cNvPr>
          <p:cNvSpPr>
            <a:spLocks noChangeArrowheads="1"/>
          </p:cNvSpPr>
          <p:nvPr>
            <p:custDataLst>
              <p:tags r:id="rId8"/>
            </p:custDataLst>
          </p:nvPr>
        </p:nvSpPr>
        <p:spPr bwMode="gray">
          <a:xfrm>
            <a:off x="5083737" y="3194944"/>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[Por completar]</a:t>
            </a:r>
          </a:p>
        </p:txBody>
      </p:sp>
      <p:sp>
        <p:nvSpPr>
          <p:cNvPr id="25" name="ee4pHeader1">
            <a:extLst>
              <a:ext uri="{FF2B5EF4-FFF2-40B4-BE49-F238E27FC236}">
                <a16:creationId xmlns:a16="http://schemas.microsoft.com/office/drawing/2014/main" id="{DF7BBBF6-2EBF-9A27-A61D-4E8F1C6A70EC}"/>
              </a:ext>
            </a:extLst>
          </p:cNvPr>
          <p:cNvSpPr>
            <a:spLocks noChangeArrowheads="1"/>
          </p:cNvSpPr>
          <p:nvPr>
            <p:custDataLst>
              <p:tags r:id="rId9"/>
            </p:custDataLst>
          </p:nvPr>
        </p:nvSpPr>
        <p:spPr bwMode="gray">
          <a:xfrm>
            <a:off x="5083737" y="4311274"/>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[Por completar]</a:t>
            </a:r>
          </a:p>
          <a:p>
            <a:pPr marL="0" marR="0" lvl="0" indent="0" algn="ctr" defTabSz="914400" rtl="0" eaLnBrk="0" fontAlgn="auto" latinLnBrk="0" hangingPunct="0">
              <a:lnSpc>
                <a:spcPct val="100000"/>
              </a:lnSpc>
              <a:spcBef>
                <a:spcPts val="0"/>
              </a:spcBef>
              <a:spcAft>
                <a:spcPts val="0"/>
              </a:spcAft>
              <a:buClrTx/>
              <a:buSzTx/>
              <a:buFontTx/>
              <a:buNone/>
              <a:tabLst/>
              <a:defRPr/>
            </a:pPr>
            <a:r>
              <a:rPr lang="es-CL" sz="1200">
                <a:solidFill>
                  <a:srgbClr val="9A9300"/>
                </a:solidFill>
                <a:latin typeface="Calibri"/>
                <a:sym typeface="+mn-lt"/>
              </a:rPr>
              <a:t>[Por completar]</a:t>
            </a:r>
            <a:endParaRPr kumimoji="0" lang="es-CL" sz="1200" b="0" i="0" u="none" strike="noStrike" kern="1200" cap="none" spc="0" normalizeH="0" baseline="0" noProof="0">
              <a:ln>
                <a:noFill/>
              </a:ln>
              <a:solidFill>
                <a:srgbClr val="9A9300"/>
              </a:solidFill>
              <a:effectLst/>
              <a:uLnTx/>
              <a:uFillTx/>
              <a:latin typeface="Calibri"/>
              <a:ea typeface="+mn-ea"/>
              <a:cs typeface="+mn-cs"/>
              <a:sym typeface="+mn-lt"/>
            </a:endParaRPr>
          </a:p>
        </p:txBody>
      </p:sp>
      <p:sp>
        <p:nvSpPr>
          <p:cNvPr id="33" name="ee4pHeader1">
            <a:extLst>
              <a:ext uri="{FF2B5EF4-FFF2-40B4-BE49-F238E27FC236}">
                <a16:creationId xmlns:a16="http://schemas.microsoft.com/office/drawing/2014/main" id="{11A1B316-E102-3792-3E79-EA716C79AB7A}"/>
              </a:ext>
            </a:extLst>
          </p:cNvPr>
          <p:cNvSpPr>
            <a:spLocks noChangeArrowheads="1"/>
          </p:cNvSpPr>
          <p:nvPr>
            <p:custDataLst>
              <p:tags r:id="rId10"/>
            </p:custDataLst>
          </p:nvPr>
        </p:nvSpPr>
        <p:spPr bwMode="gray">
          <a:xfrm>
            <a:off x="5083737" y="3753109"/>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[Por completar]</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9A9300"/>
                </a:solidFill>
                <a:effectLst/>
                <a:uLnTx/>
                <a:uFillTx/>
                <a:latin typeface="Calibri"/>
                <a:ea typeface="+mn-ea"/>
                <a:cs typeface="+mn-cs"/>
                <a:sym typeface="+mn-lt"/>
              </a:rPr>
              <a:t>[Por completar]</a:t>
            </a:r>
          </a:p>
        </p:txBody>
      </p:sp>
      <p:sp>
        <p:nvSpPr>
          <p:cNvPr id="26" name="Oval 20">
            <a:extLst>
              <a:ext uri="{FF2B5EF4-FFF2-40B4-BE49-F238E27FC236}">
                <a16:creationId xmlns:a16="http://schemas.microsoft.com/office/drawing/2014/main" id="{CCFD841E-B054-6427-BBFE-8283D896D96E}"/>
              </a:ext>
            </a:extLst>
          </p:cNvPr>
          <p:cNvSpPr>
            <a:spLocks noChangeAspect="1" noChangeArrowheads="1"/>
          </p:cNvSpPr>
          <p:nvPr/>
        </p:nvSpPr>
        <p:spPr bwMode="auto">
          <a:xfrm>
            <a:off x="4911204" y="417162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35" name="Oval 20">
            <a:extLst>
              <a:ext uri="{FF2B5EF4-FFF2-40B4-BE49-F238E27FC236}">
                <a16:creationId xmlns:a16="http://schemas.microsoft.com/office/drawing/2014/main" id="{36322C17-FF2B-5CB1-16AD-1F8617DED202}"/>
              </a:ext>
            </a:extLst>
          </p:cNvPr>
          <p:cNvSpPr>
            <a:spLocks noChangeAspect="1" noChangeArrowheads="1"/>
          </p:cNvSpPr>
          <p:nvPr/>
        </p:nvSpPr>
        <p:spPr bwMode="auto">
          <a:xfrm>
            <a:off x="4911204" y="193896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36" name="Oval 20">
            <a:extLst>
              <a:ext uri="{FF2B5EF4-FFF2-40B4-BE49-F238E27FC236}">
                <a16:creationId xmlns:a16="http://schemas.microsoft.com/office/drawing/2014/main" id="{A32861EA-C4DF-D770-D126-D9513FD8D839}"/>
              </a:ext>
            </a:extLst>
          </p:cNvPr>
          <p:cNvSpPr>
            <a:spLocks noChangeAspect="1" noChangeArrowheads="1"/>
          </p:cNvSpPr>
          <p:nvPr/>
        </p:nvSpPr>
        <p:spPr bwMode="auto">
          <a:xfrm>
            <a:off x="4911204" y="3613464"/>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37" name="Oval 20">
            <a:extLst>
              <a:ext uri="{FF2B5EF4-FFF2-40B4-BE49-F238E27FC236}">
                <a16:creationId xmlns:a16="http://schemas.microsoft.com/office/drawing/2014/main" id="{6BA3C607-04B5-52C6-F918-16ACBB3F511D}"/>
              </a:ext>
            </a:extLst>
          </p:cNvPr>
          <p:cNvSpPr>
            <a:spLocks noChangeAspect="1" noChangeArrowheads="1"/>
          </p:cNvSpPr>
          <p:nvPr/>
        </p:nvSpPr>
        <p:spPr bwMode="auto">
          <a:xfrm>
            <a:off x="4911204" y="305529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38" name="Oval 20">
            <a:extLst>
              <a:ext uri="{FF2B5EF4-FFF2-40B4-BE49-F238E27FC236}">
                <a16:creationId xmlns:a16="http://schemas.microsoft.com/office/drawing/2014/main" id="{B32C9129-4764-C186-5A41-921FFF59DC43}"/>
              </a:ext>
            </a:extLst>
          </p:cNvPr>
          <p:cNvSpPr>
            <a:spLocks noChangeAspect="1" noChangeArrowheads="1"/>
          </p:cNvSpPr>
          <p:nvPr/>
        </p:nvSpPr>
        <p:spPr bwMode="auto">
          <a:xfrm>
            <a:off x="4911204" y="2497134"/>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r>
              <a:rPr lang="es-CL" sz="1200">
                <a:solidFill>
                  <a:srgbClr val="FFFFFF">
                    <a:lumMod val="100000"/>
                  </a:srgbClr>
                </a:solidFill>
                <a:latin typeface="Calibri"/>
                <a:sym typeface="+mn-lt"/>
              </a:rPr>
              <a:t/>
            </a:r>
            <a:endPar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endParaRPr>
          </a:p>
        </p:txBody>
      </p:sp>
      <p:cxnSp>
        <p:nvCxnSpPr>
          <p:cNvPr id="54" name="Straight Connector 53">
            <a:extLst>
              <a:ext uri="{FF2B5EF4-FFF2-40B4-BE49-F238E27FC236}">
                <a16:creationId xmlns:a16="http://schemas.microsoft.com/office/drawing/2014/main" id="{DD28F40C-4723-8442-2230-0436ACC0F853}"/>
              </a:ext>
            </a:extLst>
          </p:cNvPr>
          <p:cNvCxnSpPr>
            <a:cxnSpLocks/>
          </p:cNvCxnSpPr>
          <p:nvPr/>
        </p:nvCxnSpPr>
        <p:spPr>
          <a:xfrm>
            <a:off x="7781295" y="2245260"/>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371135-0F61-6697-C6E6-8044FE5F02F1}"/>
              </a:ext>
            </a:extLst>
          </p:cNvPr>
          <p:cNvCxnSpPr>
            <a:cxnSpLocks/>
          </p:cNvCxnSpPr>
          <p:nvPr/>
        </p:nvCxnSpPr>
        <p:spPr>
          <a:xfrm>
            <a:off x="7781295" y="2743735"/>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E0B12B9-F789-ECAE-B3E9-B6AFE3C7DC13}"/>
              </a:ext>
            </a:extLst>
          </p:cNvPr>
          <p:cNvCxnSpPr>
            <a:cxnSpLocks/>
          </p:cNvCxnSpPr>
          <p:nvPr/>
        </p:nvCxnSpPr>
        <p:spPr>
          <a:xfrm>
            <a:off x="7780030" y="4606453"/>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62">
            <a:extLst>
              <a:ext uri="{FF2B5EF4-FFF2-40B4-BE49-F238E27FC236}">
                <a16:creationId xmlns:a16="http://schemas.microsoft.com/office/drawing/2014/main" id="{784877DE-6275-C413-0DD0-D0EE7389B626}"/>
              </a:ext>
            </a:extLst>
          </p:cNvPr>
          <p:cNvCxnSpPr>
            <a:cxnSpLocks/>
          </p:cNvCxnSpPr>
          <p:nvPr/>
        </p:nvCxnSpPr>
        <p:spPr>
          <a:xfrm>
            <a:off x="7772420" y="4105291"/>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62">
            <a:extLst>
              <a:ext uri="{FF2B5EF4-FFF2-40B4-BE49-F238E27FC236}">
                <a16:creationId xmlns:a16="http://schemas.microsoft.com/office/drawing/2014/main" id="{0CA0E217-3069-1759-24F8-6C40BD3BDC1F}"/>
              </a:ext>
            </a:extLst>
          </p:cNvPr>
          <p:cNvCxnSpPr>
            <a:cxnSpLocks/>
          </p:cNvCxnSpPr>
          <p:nvPr/>
        </p:nvCxnSpPr>
        <p:spPr>
          <a:xfrm>
            <a:off x="7772420" y="3615536"/>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62">
            <a:extLst>
              <a:ext uri="{FF2B5EF4-FFF2-40B4-BE49-F238E27FC236}">
                <a16:creationId xmlns:a16="http://schemas.microsoft.com/office/drawing/2014/main" id="{76185C76-5850-219B-9F2D-A2C7BD9C2FCE}"/>
              </a:ext>
            </a:extLst>
          </p:cNvPr>
          <p:cNvCxnSpPr>
            <a:cxnSpLocks/>
          </p:cNvCxnSpPr>
          <p:nvPr/>
        </p:nvCxnSpPr>
        <p:spPr>
          <a:xfrm>
            <a:off x="7769870" y="3278346"/>
            <a:ext cx="0" cy="289359"/>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Straight Arrow Connector 11">
            <a:extLst>
              <a:ext uri="{FF2B5EF4-FFF2-40B4-BE49-F238E27FC236}">
                <a16:creationId xmlns:a16="http://schemas.microsoft.com/office/drawing/2014/main" id="{08658B43-921C-6046-EC8D-6C9EAB76FE31}"/>
              </a:ext>
            </a:extLst>
          </p:cNvPr>
          <p:cNvCxnSpPr>
            <a:cxnSpLocks/>
          </p:cNvCxnSpPr>
          <p:nvPr/>
        </p:nvCxnSpPr>
        <p:spPr>
          <a:xfrm>
            <a:off x="4257045" y="2295324"/>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11">
            <a:extLst>
              <a:ext uri="{FF2B5EF4-FFF2-40B4-BE49-F238E27FC236}">
                <a16:creationId xmlns:a16="http://schemas.microsoft.com/office/drawing/2014/main" id="{8F39A8BB-193A-3DFE-BE96-1EB3EA1CF5BE}"/>
              </a:ext>
            </a:extLst>
          </p:cNvPr>
          <p:cNvCxnSpPr>
            <a:cxnSpLocks/>
          </p:cNvCxnSpPr>
          <p:nvPr/>
        </p:nvCxnSpPr>
        <p:spPr>
          <a:xfrm>
            <a:off x="7231646" y="4002458"/>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1">
            <a:extLst>
              <a:ext uri="{FF2B5EF4-FFF2-40B4-BE49-F238E27FC236}">
                <a16:creationId xmlns:a16="http://schemas.microsoft.com/office/drawing/2014/main" id="{054DE8E4-CF12-B05F-6FB6-15C2B062775A}"/>
              </a:ext>
            </a:extLst>
          </p:cNvPr>
          <p:cNvCxnSpPr>
            <a:cxnSpLocks/>
          </p:cNvCxnSpPr>
          <p:nvPr/>
        </p:nvCxnSpPr>
        <p:spPr>
          <a:xfrm>
            <a:off x="7227004" y="4572234"/>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717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939E-973A-8EE3-2571-FD57E0B8295A}"/>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B1E8DDF-07C9-2502-3263-FF8323E511F8}"/>
              </a:ext>
            </a:extLst>
          </p:cNvPr>
          <p:cNvGraphicFramePr>
            <a:graphicFrameLocks/>
          </p:cNvGraphicFramePr>
          <p:nvPr>
            <p:custDataLst>
              <p:tags r:id="rId1"/>
            </p:custDataLst>
            <p:extLst>
              <p:ext uri="{D42A27DB-BD31-4B8C-83A1-F6EECF244321}">
                <p14:modId xmlns:p14="http://schemas.microsoft.com/office/powerpoint/2010/main" val="34187742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4B1E8DDF-07C9-2502-3263-FF8323E511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73E74B96-5B5A-33A3-57FD-4F6A54D7378C}"/>
              </a:ext>
            </a:extLst>
          </p:cNvPr>
          <p:cNvSpPr txBox="1">
            <a:spLocks/>
          </p:cNvSpPr>
          <p:nvPr/>
        </p:nvSpPr>
        <p:spPr>
          <a:xfrm>
            <a:off x="959394" y="1864227"/>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3F01F111-E72A-1653-EBAE-03A57E8463B6}"/>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t/>
            </a:r>
            <a:endParaRPr lang="es-CL"/>
          </a:p>
        </p:txBody>
      </p:sp>
      <p:sp>
        <p:nvSpPr>
          <p:cNvPr id="5" name="Text Placeholder 3">
            <a:extLst>
              <a:ext uri="{FF2B5EF4-FFF2-40B4-BE49-F238E27FC236}">
                <a16:creationId xmlns:a16="http://schemas.microsoft.com/office/drawing/2014/main" id="{00C27996-A54E-C60F-D7EB-6998F9B986A7}"/>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400">
                <a:solidFill>
                  <a:schemeClr val="bg1"/>
                </a:solidFill>
              </a:rPr>
              <a:t>[Por completar]</a:t>
            </a:r>
          </a:p>
        </p:txBody>
      </p:sp>
      <p:sp>
        <p:nvSpPr>
          <p:cNvPr id="35" name="Rectangle: Rounded Corners 34">
            <a:extLst>
              <a:ext uri="{FF2B5EF4-FFF2-40B4-BE49-F238E27FC236}">
                <a16:creationId xmlns:a16="http://schemas.microsoft.com/office/drawing/2014/main" id="{3CFC7811-763A-CDC0-9C76-1E973C08BE48}"/>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60643C0C-9DF3-BDFB-DA49-BB4F6F315376}"/>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050">
                <a:solidFill>
                  <a:srgbClr val="696158"/>
                </a:solidFill>
                <a:ea typeface="+mn-lt"/>
                <a:cs typeface="+mn-lt"/>
              </a:rPr>
              <a:t>[Objetivo del subproceso]</a:t>
            </a:r>
            <a:endParaRPr lang="es-ES">
              <a:ea typeface="+mn-lt"/>
              <a:cs typeface="+mn-lt"/>
            </a:endParaRPr>
          </a:p>
        </p:txBody>
      </p:sp>
      <p:sp>
        <p:nvSpPr>
          <p:cNvPr id="53" name="Rectangle 52">
            <a:extLst>
              <a:ext uri="{FF2B5EF4-FFF2-40B4-BE49-F238E27FC236}">
                <a16:creationId xmlns:a16="http://schemas.microsoft.com/office/drawing/2014/main" id="{72A7C5FB-1D8E-8C5A-B59D-9D60DED3CA29}"/>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grpSp>
        <p:nvGrpSpPr>
          <p:cNvPr id="25" name="Group 24">
            <a:extLst>
              <a:ext uri="{FF2B5EF4-FFF2-40B4-BE49-F238E27FC236}">
                <a16:creationId xmlns:a16="http://schemas.microsoft.com/office/drawing/2014/main" id="{F43D23C6-193A-67F0-E870-67CEF03E3C4B}"/>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51783045-9C10-EF9C-CA91-95CCC2437EA1}"/>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D8682222-C73A-2F37-257F-8F8AE742636F}"/>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spcAft>
                  <a:spcPts val="300"/>
                </a:spcAft>
                <a:buFont typeface="Arial,Sans-Serif" panose="020B0603020202020204" pitchFamily="34" charset="0"/>
              </a:pPr>
              <a:r>
                <a:rPr lang="es-PE" sz="1100">
                  <a:solidFill>
                    <a:schemeClr val="tx1"/>
                  </a:solidFill>
                  <a:latin typeface="+mn-lt"/>
                  <a:ea typeface="Calibri"/>
                  <a:cs typeface="Calibri"/>
                </a:rPr>
                <a:t>Fase B</a:t>
              </a: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r>
                <a:rPr lang="es-PE" sz="1100">
                  <a:solidFill>
                    <a:schemeClr val="tx1"/>
                  </a:solidFill>
                  <a:latin typeface="+mn-lt"/>
                  <a:ea typeface="Calibri"/>
                  <a:cs typeface="Calibri"/>
                </a:rPr>
                <a:t>Fase C</a:t>
              </a: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r>
                <a:rPr lang="es-PE" sz="1100">
                  <a:solidFill>
                    <a:schemeClr val="tx1"/>
                  </a:solidFill>
                  <a:latin typeface="+mn-lt"/>
                  <a:ea typeface="Calibri"/>
                  <a:cs typeface="Calibri"/>
                </a:rPr>
                <a:t>[Por completar]</a:t>
              </a:r>
            </a:p>
            <a:p>
              <a:pPr marL="283845" lvl="1" indent="-172720">
                <a:lnSpc>
                  <a:spcPct val="90000"/>
                </a:lnSpc>
                <a:spcAft>
                  <a:spcPts val="300"/>
                </a:spcAft>
                <a:buFont typeface="Arial,Sans-Serif" panose="020B0603020202020204" pitchFamily="34" charset="0"/>
              </a:pPr>
              <a:r>
                <a:rPr lang="es-PE" sz="1100">
                  <a:solidFill>
                    <a:schemeClr val="tx1"/>
                  </a:solidFill>
                  <a:latin typeface="Calibri"/>
                  <a:ea typeface="Calibri"/>
                  <a:cs typeface="Calibri"/>
                </a:rPr>
                <a:t>[Por completar]</a:t>
              </a:r>
              <a:endParaRPr lang="es-PE"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r>
                <a:rPr lang="es-PE" sz="1100">
                  <a:solidFill>
                    <a:schemeClr val="tx1"/>
                  </a:solidFill>
                  <a:latin typeface="Calibri"/>
                  <a:ea typeface="Calibri"/>
                  <a:cs typeface="Calibri"/>
                </a:rPr>
                <a:t>[Por completar]</a:t>
              </a: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C4A81D55-C9B2-D276-31CE-DE2B5DF3B96C}"/>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C4094A69-A445-19B1-6ED2-B6D19332583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CA98A5F8-DD08-1906-CA29-A75640B14643}"/>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spcAft>
                  <a:spcPts val="300"/>
                </a:spcAft>
                <a:buFont typeface="Arial,Sans-Serif" panose="020B0603020202020204" pitchFamily="34" charset="0"/>
              </a:pPr>
              <a:r>
                <a:rPr lang="es-ES" sz="1100">
                  <a:solidFill>
                    <a:schemeClr val="tx1"/>
                  </a:solidFill>
                  <a:latin typeface="+mn-lt"/>
                  <a:ea typeface="Calibri"/>
                  <a:cs typeface="Calibri"/>
                </a:rPr>
                <a:t>[Por completar]</a:t>
              </a: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r>
                <a:rPr lang="es-ES" sz="1100">
                  <a:solidFill>
                    <a:schemeClr val="tx1"/>
                  </a:solidFill>
                  <a:latin typeface="+mn-lt"/>
                  <a:ea typeface="Calibri"/>
                  <a:cs typeface="Calibri"/>
                </a:rPr>
                <a:t>[Por completar]</a:t>
              </a: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r>
                <a:rPr lang="es-ES" sz="1100">
                  <a:solidFill>
                    <a:schemeClr val="tx1"/>
                  </a:solidFill>
                  <a:latin typeface="+mn-lt"/>
                  <a:ea typeface="Calibri"/>
                  <a:cs typeface="Calibri"/>
                </a:rPr>
                <a:t>[Por completar]</a:t>
              </a:r>
              <a:endParaRPr lang="en-US"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D8F97DBF-4EA4-770C-0EB2-5ED869C6B8A0}"/>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20B0D6BD-40A9-F772-1D23-FCE4AEECA689}"/>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75127F6E-D4D0-D55C-AAFE-8C2E95DC1202}"/>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spcAft>
                  <a:spcPts val="300"/>
                </a:spcAft>
                <a:buFont typeface="Arial,Sans-Serif" panose="020B0603020202020204" pitchFamily="34" charset="0"/>
              </a:pPr>
              <a:r>
                <a:rPr lang="es-ES" sz="1100" err="1">
                  <a:solidFill>
                    <a:schemeClr val="tx1"/>
                  </a:solidFill>
                  <a:latin typeface="+mn-lt"/>
                  <a:ea typeface="Calibri"/>
                  <a:cs typeface="Calibri"/>
                </a:rPr>
                <a:t>[Por completar]</a:t>
              </a:r>
              <a:r>
                <a:rPr lang="es-ES" sz="1100">
                  <a:solidFill>
                    <a:schemeClr val="tx1"/>
                  </a:solidFill>
                  <a:latin typeface="+mn-lt"/>
                  <a:ea typeface="Calibri"/>
                  <a:cs typeface="Calibri"/>
                </a:rPr>
                <a:t/>
              </a:r>
            </a:p>
            <a:p>
              <a:pPr marL="283845" lvl="1" indent="-172720">
                <a:lnSpc>
                  <a:spcPct val="90000"/>
                </a:lnSpc>
                <a:spcAft>
                  <a:spcPts val="300"/>
                </a:spcAft>
                <a:buFont typeface="Arial,Sans-Serif" panose="020B0603020202020204" pitchFamily="34" charset="0"/>
              </a:pPr>
              <a:r>
                <a:rPr lang="es-ES" sz="1100">
                  <a:solidFill>
                    <a:schemeClr val="tx1"/>
                  </a:solidFill>
                  <a:latin typeface="+mn-lt"/>
                  <a:ea typeface="Calibri"/>
                  <a:cs typeface="Calibri"/>
                </a:rPr>
                <a:t>[Por completar]</a:t>
              </a:r>
              <a:r>
                <a:rPr lang="es-ES" sz="1100" err="1">
                  <a:solidFill>
                    <a:schemeClr val="tx1"/>
                  </a:solidFill>
                  <a:latin typeface="+mn-lt"/>
                  <a:ea typeface="Calibri"/>
                  <a:cs typeface="Calibri"/>
                </a:rPr>
                <a:t/>
              </a:r>
              <a:r>
                <a:rPr lang="es-ES" sz="1100">
                  <a:solidFill>
                    <a:schemeClr val="tx1"/>
                  </a:solidFill>
                  <a:latin typeface="+mn-lt"/>
                  <a:ea typeface="Calibri"/>
                  <a:cs typeface="Calibri"/>
                </a:rPr>
                <a:t/>
              </a:r>
            </a:p>
            <a:p>
              <a:pPr marL="283845" lvl="1" indent="-172720">
                <a:lnSpc>
                  <a:spcPct val="90000"/>
                </a:lnSpc>
                <a:spcAft>
                  <a:spcPts val="300"/>
                </a:spcAft>
                <a:buFont typeface="Arial,Sans-Serif" panose="020B0603020202020204" pitchFamily="34" charset="0"/>
              </a:pPr>
              <a:r>
                <a:rPr lang="es-ES" sz="1100">
                  <a:solidFill>
                    <a:schemeClr val="tx1"/>
                  </a:solidFill>
                  <a:latin typeface="Calibri"/>
                  <a:ea typeface="Calibri"/>
                  <a:cs typeface="Calibri"/>
                </a:rPr>
                <a:t>[Por completar]</a:t>
              </a:r>
              <a:r>
                <a:rPr lang="es-ES" sz="1100" err="1">
                  <a:solidFill>
                    <a:schemeClr val="tx1"/>
                  </a:solidFill>
                  <a:latin typeface="Calibri"/>
                  <a:ea typeface="Calibri"/>
                  <a:cs typeface="Calibri"/>
                </a:rPr>
                <a:t/>
              </a:r>
              <a:r>
                <a:rPr lang="es-ES" sz="1100">
                  <a:solidFill>
                    <a:schemeClr val="tx1"/>
                  </a:solidFill>
                  <a:latin typeface="Calibri"/>
                  <a:ea typeface="Calibri"/>
                  <a:cs typeface="Calibri"/>
                </a:rPr>
                <a:t/>
              </a:r>
            </a:p>
            <a:p>
              <a:pPr marL="283845" lvl="1" indent="-172720">
                <a:lnSpc>
                  <a:spcPct val="90000"/>
                </a:lnSpc>
                <a:spcAft>
                  <a:spcPts val="300"/>
                </a:spcAft>
                <a:buFont typeface="Arial,Sans-Serif" panose="020B0603020202020204" pitchFamily="34" charset="0"/>
              </a:pPr>
              <a:r>
                <a:rPr lang="es-ES" sz="1100">
                  <a:solidFill>
                    <a:schemeClr val="tx1"/>
                  </a:solidFill>
                  <a:latin typeface="Calibri"/>
                  <a:ea typeface="Calibri"/>
                  <a:cs typeface="Calibri"/>
                </a:rPr>
                <a:t>[Por completar]</a:t>
              </a:r>
            </a:p>
            <a:p>
              <a:pPr marL="283845" lvl="1" indent="-172720">
                <a:lnSpc>
                  <a:spcPct val="90000"/>
                </a:lnSpc>
                <a:spcAft>
                  <a:spcPts val="300"/>
                </a:spcAft>
                <a:buFont typeface="Arial,Sans-Serif" panose="020B0603020202020204" pitchFamily="34" charset="0"/>
              </a:pPr>
              <a:r>
                <a:rPr lang="es-ES" sz="1100">
                  <a:solidFill>
                    <a:schemeClr val="tx1"/>
                  </a:solidFill>
                  <a:latin typeface="Calibri"/>
                  <a:ea typeface="Calibri"/>
                  <a:cs typeface="Calibri"/>
                </a:rPr>
                <a:t>[Por completar]</a:t>
              </a: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20015AEE-F4D5-5A64-1E54-840FD1FC4880}"/>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2EE5E912-F909-122A-DC3A-5E223AFD21DC}"/>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EE31E1E2-3B88-3942-75CA-C1A4AF49D7D0}"/>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latin typeface="+mn-lt"/>
                  <a:ea typeface="Calibri"/>
                  <a:cs typeface="Calibri"/>
                </a:rPr>
                <a:t>[Por completar]</a:t>
              </a:r>
            </a:p>
          </p:txBody>
        </p:sp>
      </p:grpSp>
      <p:sp>
        <p:nvSpPr>
          <p:cNvPr id="28" name="Rectangle: Rounded Corners 27">
            <a:extLst>
              <a:ext uri="{FF2B5EF4-FFF2-40B4-BE49-F238E27FC236}">
                <a16:creationId xmlns:a16="http://schemas.microsoft.com/office/drawing/2014/main" id="{CDE44EAD-0E4F-21B2-97EE-92FB5A2019E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p>
        </p:txBody>
      </p:sp>
      <p:sp>
        <p:nvSpPr>
          <p:cNvPr id="7" name="Rectangle: Rounded Corners 3">
            <a:extLst>
              <a:ext uri="{FF2B5EF4-FFF2-40B4-BE49-F238E27FC236}">
                <a16:creationId xmlns:a16="http://schemas.microsoft.com/office/drawing/2014/main" id="{B943D610-45E1-A26D-5271-9E92FFC8905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18" name="Rectangle: Rounded Corners 36">
            <a:extLst>
              <a:ext uri="{FF2B5EF4-FFF2-40B4-BE49-F238E27FC236}">
                <a16:creationId xmlns:a16="http://schemas.microsoft.com/office/drawing/2014/main" id="{E8875450-E10E-4EFF-F67B-B7A05E76CE5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4" name="Oval 32">
            <a:extLst>
              <a:ext uri="{FF2B5EF4-FFF2-40B4-BE49-F238E27FC236}">
                <a16:creationId xmlns:a16="http://schemas.microsoft.com/office/drawing/2014/main" id="{BDC131E7-BC4D-5069-4570-D59CF42479E8}"/>
              </a:ext>
            </a:extLst>
          </p:cNvPr>
          <p:cNvSpPr/>
          <p:nvPr/>
        </p:nvSpPr>
        <p:spPr>
          <a:xfrm>
            <a:off x="1167167" y="3541381"/>
            <a:ext cx="1160899"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r>
              <a:rPr lang="es-CL" sz="1000">
                <a:solidFill>
                  <a:schemeClr val="tx1"/>
                </a:solidFill>
              </a:rPr>
              <a:t>[Por completar]</a:t>
            </a:r>
          </a:p>
        </p:txBody>
      </p:sp>
      <p:sp>
        <p:nvSpPr>
          <p:cNvPr id="9" name="Rectangle: Rounded Corners 8">
            <a:extLst>
              <a:ext uri="{FF2B5EF4-FFF2-40B4-BE49-F238E27FC236}">
                <a16:creationId xmlns:a16="http://schemas.microsoft.com/office/drawing/2014/main" id="{B0CDEDFF-82C6-5BFE-94B7-7F784F79B57A}"/>
              </a:ext>
            </a:extLst>
          </p:cNvPr>
          <p:cNvSpPr/>
          <p:nvPr/>
        </p:nvSpPr>
        <p:spPr>
          <a:xfrm>
            <a:off x="2639676" y="2785698"/>
            <a:ext cx="1160899"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r>
              <a:rPr lang="es-ES" sz="800">
                <a:solidFill>
                  <a:schemeClr val="tx1"/>
                </a:solidFill>
              </a:rPr>
              <a:t>[Por completar]</a:t>
            </a:r>
            <a:endParaRPr lang="es-CL" sz="800">
              <a:solidFill>
                <a:schemeClr val="tx1"/>
              </a:solidFill>
            </a:endParaRPr>
          </a:p>
        </p:txBody>
      </p:sp>
      <p:sp>
        <p:nvSpPr>
          <p:cNvPr id="10" name="Rectangle: Rounded Corners 43">
            <a:extLst>
              <a:ext uri="{FF2B5EF4-FFF2-40B4-BE49-F238E27FC236}">
                <a16:creationId xmlns:a16="http://schemas.microsoft.com/office/drawing/2014/main" id="{A15D7A1F-2B68-9176-00E8-3DC0C2884B7D}"/>
              </a:ext>
            </a:extLst>
          </p:cNvPr>
          <p:cNvSpPr/>
          <p:nvPr/>
        </p:nvSpPr>
        <p:spPr>
          <a:xfrm>
            <a:off x="3025143" y="26426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[Código]</a:t>
            </a:r>
          </a:p>
        </p:txBody>
      </p:sp>
      <p:sp>
        <p:nvSpPr>
          <p:cNvPr id="11" name="Rectangle: Rounded Corners 8">
            <a:extLst>
              <a:ext uri="{FF2B5EF4-FFF2-40B4-BE49-F238E27FC236}">
                <a16:creationId xmlns:a16="http://schemas.microsoft.com/office/drawing/2014/main" id="{9E0C4525-4EC4-5D81-C26E-CDB68E4DB2DF}"/>
              </a:ext>
            </a:extLst>
          </p:cNvPr>
          <p:cNvSpPr/>
          <p:nvPr/>
        </p:nvSpPr>
        <p:spPr>
          <a:xfrm>
            <a:off x="2639676" y="4409240"/>
            <a:ext cx="1160899"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r>
              <a:rPr lang="es-ES" sz="800">
                <a:solidFill>
                  <a:schemeClr val="tx1"/>
                </a:solidFill>
              </a:rPr>
              <a:t>[Por completar]</a:t>
            </a:r>
            <a:endParaRPr lang="es-CL" sz="800">
              <a:solidFill>
                <a:schemeClr val="tx1"/>
              </a:solidFill>
            </a:endParaRPr>
          </a:p>
        </p:txBody>
      </p:sp>
      <p:sp>
        <p:nvSpPr>
          <p:cNvPr id="12" name="Rectangle: Rounded Corners 43">
            <a:extLst>
              <a:ext uri="{FF2B5EF4-FFF2-40B4-BE49-F238E27FC236}">
                <a16:creationId xmlns:a16="http://schemas.microsoft.com/office/drawing/2014/main" id="{35B16839-072F-C308-80DA-CE990E0CE3F2}"/>
              </a:ext>
            </a:extLst>
          </p:cNvPr>
          <p:cNvSpPr/>
          <p:nvPr/>
        </p:nvSpPr>
        <p:spPr>
          <a:xfrm>
            <a:off x="3025143" y="426621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[Código]</a:t>
            </a:r>
          </a:p>
        </p:txBody>
      </p:sp>
      <p:sp>
        <p:nvSpPr>
          <p:cNvPr id="14" name="Rombo 13">
            <a:extLst>
              <a:ext uri="{FF2B5EF4-FFF2-40B4-BE49-F238E27FC236}">
                <a16:creationId xmlns:a16="http://schemas.microsoft.com/office/drawing/2014/main" id="{722E35D0-9C6C-6168-A374-0A7EA9CBB1E3}"/>
              </a:ext>
            </a:extLst>
          </p:cNvPr>
          <p:cNvSpPr/>
          <p:nvPr/>
        </p:nvSpPr>
        <p:spPr>
          <a:xfrm>
            <a:off x="4296128" y="3322458"/>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r>
              <a:rPr lang="es-CL" sz="700">
                <a:solidFill>
                  <a:srgbClr val="696158"/>
                </a:solidFill>
                <a:latin typeface="Calibri"/>
              </a:rPr>
              <a:t/>
            </a:r>
            <a:r>
              <a:rPr kumimoji="0" lang="es-CL" sz="700" b="0" i="0" u="none" strike="noStrike" kern="1200" cap="none" spc="0" normalizeH="0" baseline="0" noProof="0">
                <a:ln>
                  <a:noFill/>
                </a:ln>
                <a:solidFill>
                  <a:srgbClr val="696158"/>
                </a:solidFill>
                <a:effectLst/>
                <a:uLnTx/>
                <a:uFillTx/>
                <a:latin typeface="Calibri"/>
                <a:ea typeface="+mn-ea"/>
                <a:cs typeface="+mn-cs"/>
              </a:rPr>
              <a:t/>
            </a:r>
          </a:p>
        </p:txBody>
      </p:sp>
      <p:sp>
        <p:nvSpPr>
          <p:cNvPr id="15" name="CuadroTexto 176">
            <a:extLst>
              <a:ext uri="{FF2B5EF4-FFF2-40B4-BE49-F238E27FC236}">
                <a16:creationId xmlns:a16="http://schemas.microsoft.com/office/drawing/2014/main" id="{17382D60-0590-8479-457E-3ABD0C8D58E5}"/>
              </a:ext>
            </a:extLst>
          </p:cNvPr>
          <p:cNvSpPr txBox="1"/>
          <p:nvPr/>
        </p:nvSpPr>
        <p:spPr>
          <a:xfrm>
            <a:off x="5195766" y="3512387"/>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16" name="CuadroTexto 176">
            <a:extLst>
              <a:ext uri="{FF2B5EF4-FFF2-40B4-BE49-F238E27FC236}">
                <a16:creationId xmlns:a16="http://schemas.microsoft.com/office/drawing/2014/main" id="{26DD2389-0F79-DD75-826D-9B3CF3C81887}"/>
              </a:ext>
            </a:extLst>
          </p:cNvPr>
          <p:cNvSpPr txBox="1"/>
          <p:nvPr/>
        </p:nvSpPr>
        <p:spPr>
          <a:xfrm>
            <a:off x="4866942" y="4198971"/>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17" name="Rectangle: Rounded Corners 8">
            <a:extLst>
              <a:ext uri="{FF2B5EF4-FFF2-40B4-BE49-F238E27FC236}">
                <a16:creationId xmlns:a16="http://schemas.microsoft.com/office/drawing/2014/main" id="{216AB58A-244A-A08B-5F5A-3C17AADAE375}"/>
              </a:ext>
            </a:extLst>
          </p:cNvPr>
          <p:cNvSpPr/>
          <p:nvPr/>
        </p:nvSpPr>
        <p:spPr>
          <a:xfrm>
            <a:off x="5800075" y="3433955"/>
            <a:ext cx="1160899"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buNone/>
            </a:pPr>
            <a:r>
              <a:rPr lang="es-ES" sz="800">
                <a:solidFill>
                  <a:schemeClr val="tx1"/>
                </a:solidFill>
              </a:rPr>
              <a:t>[Por completar]</a:t>
            </a:r>
            <a:endParaRPr lang="es-ES" sz="800"/>
          </a:p>
        </p:txBody>
      </p:sp>
      <p:sp>
        <p:nvSpPr>
          <p:cNvPr id="19" name="Rectangle: Rounded Corners 43">
            <a:extLst>
              <a:ext uri="{FF2B5EF4-FFF2-40B4-BE49-F238E27FC236}">
                <a16:creationId xmlns:a16="http://schemas.microsoft.com/office/drawing/2014/main" id="{9750F313-5437-1DD7-9764-0FDB325487A3}"/>
              </a:ext>
            </a:extLst>
          </p:cNvPr>
          <p:cNvSpPr/>
          <p:nvPr/>
        </p:nvSpPr>
        <p:spPr>
          <a:xfrm>
            <a:off x="6185542" y="3290934"/>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[Código]</a:t>
            </a:r>
          </a:p>
        </p:txBody>
      </p:sp>
      <p:sp>
        <p:nvSpPr>
          <p:cNvPr id="20" name="Rombo 19">
            <a:extLst>
              <a:ext uri="{FF2B5EF4-FFF2-40B4-BE49-F238E27FC236}">
                <a16:creationId xmlns:a16="http://schemas.microsoft.com/office/drawing/2014/main" id="{627E2B55-D8FF-55FA-2D55-D481F6AB49C4}"/>
              </a:ext>
            </a:extLst>
          </p:cNvPr>
          <p:cNvSpPr/>
          <p:nvPr/>
        </p:nvSpPr>
        <p:spPr>
          <a:xfrm>
            <a:off x="7340437" y="3321474"/>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r>
              <a:rPr lang="es-CL" sz="700">
                <a:solidFill>
                  <a:srgbClr val="696158"/>
                </a:solidFill>
                <a:latin typeface="Calibri"/>
              </a:rPr>
              <a:t/>
            </a:r>
          </a:p>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r>
              <a:rPr kumimoji="0" lang="es-CL" sz="700" b="0" i="0" u="none" strike="noStrike" kern="1200" cap="none" spc="0" normalizeH="0" baseline="0" noProof="0">
                <a:ln>
                  <a:noFill/>
                </a:ln>
                <a:solidFill>
                  <a:srgbClr val="696158"/>
                </a:solidFill>
                <a:effectLst/>
                <a:uLnTx/>
                <a:uFillTx/>
                <a:latin typeface="Calibri"/>
                <a:ea typeface="+mn-ea"/>
                <a:cs typeface="+mn-cs"/>
              </a:rPr>
              <a:t/>
            </a:r>
          </a:p>
        </p:txBody>
      </p:sp>
      <p:sp>
        <p:nvSpPr>
          <p:cNvPr id="21" name="CuadroTexto 176">
            <a:extLst>
              <a:ext uri="{FF2B5EF4-FFF2-40B4-BE49-F238E27FC236}">
                <a16:creationId xmlns:a16="http://schemas.microsoft.com/office/drawing/2014/main" id="{F2709A8A-6B59-0B62-2680-8745E6FBFB76}"/>
              </a:ext>
            </a:extLst>
          </p:cNvPr>
          <p:cNvSpPr txBox="1"/>
          <p:nvPr/>
        </p:nvSpPr>
        <p:spPr>
          <a:xfrm>
            <a:off x="7854980" y="3027420"/>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22" name="CuadroTexto 176">
            <a:extLst>
              <a:ext uri="{FF2B5EF4-FFF2-40B4-BE49-F238E27FC236}">
                <a16:creationId xmlns:a16="http://schemas.microsoft.com/office/drawing/2014/main" id="{0CB2097A-16A7-12F9-2FC8-9AD168149B63}"/>
              </a:ext>
            </a:extLst>
          </p:cNvPr>
          <p:cNvSpPr txBox="1"/>
          <p:nvPr/>
        </p:nvSpPr>
        <p:spPr>
          <a:xfrm>
            <a:off x="7884837" y="4233787"/>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cxnSp>
        <p:nvCxnSpPr>
          <p:cNvPr id="23" name="Conector: angular 79">
            <a:extLst>
              <a:ext uri="{FF2B5EF4-FFF2-40B4-BE49-F238E27FC236}">
                <a16:creationId xmlns:a16="http://schemas.microsoft.com/office/drawing/2014/main" id="{EAADF9AE-8332-D5F5-52A4-05A890BFC6D5}"/>
              </a:ext>
            </a:extLst>
          </p:cNvPr>
          <p:cNvCxnSpPr>
            <a:cxnSpLocks/>
            <a:stCxn id="4" idx="6"/>
            <a:endCxn id="9" idx="1"/>
          </p:cNvCxnSpPr>
          <p:nvPr/>
        </p:nvCxnSpPr>
        <p:spPr>
          <a:xfrm flipV="1">
            <a:off x="2328066" y="3105738"/>
            <a:ext cx="311610" cy="75568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1" name="Conector: angular 79">
            <a:extLst>
              <a:ext uri="{FF2B5EF4-FFF2-40B4-BE49-F238E27FC236}">
                <a16:creationId xmlns:a16="http://schemas.microsoft.com/office/drawing/2014/main" id="{280959B4-1256-FC12-7FF5-009C9C5B4580}"/>
              </a:ext>
            </a:extLst>
          </p:cNvPr>
          <p:cNvCxnSpPr>
            <a:cxnSpLocks/>
            <a:stCxn id="4" idx="6"/>
            <a:endCxn id="11" idx="1"/>
          </p:cNvCxnSpPr>
          <p:nvPr/>
        </p:nvCxnSpPr>
        <p:spPr>
          <a:xfrm>
            <a:off x="2328066" y="3861421"/>
            <a:ext cx="311610" cy="867859"/>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angular 79">
            <a:extLst>
              <a:ext uri="{FF2B5EF4-FFF2-40B4-BE49-F238E27FC236}">
                <a16:creationId xmlns:a16="http://schemas.microsoft.com/office/drawing/2014/main" id="{CCD0D95A-10A1-89D8-1D8B-E70B55ECAA31}"/>
              </a:ext>
            </a:extLst>
          </p:cNvPr>
          <p:cNvCxnSpPr>
            <a:cxnSpLocks/>
            <a:stCxn id="11" idx="3"/>
            <a:endCxn id="14" idx="1"/>
          </p:cNvCxnSpPr>
          <p:nvPr/>
        </p:nvCxnSpPr>
        <p:spPr>
          <a:xfrm flipV="1">
            <a:off x="3800575" y="3758068"/>
            <a:ext cx="495553" cy="97121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9" name="Conector: angular 79">
            <a:extLst>
              <a:ext uri="{FF2B5EF4-FFF2-40B4-BE49-F238E27FC236}">
                <a16:creationId xmlns:a16="http://schemas.microsoft.com/office/drawing/2014/main" id="{9DE89B27-EB43-CF60-71AF-990C36C0D168}"/>
              </a:ext>
            </a:extLst>
          </p:cNvPr>
          <p:cNvCxnSpPr>
            <a:cxnSpLocks/>
            <a:stCxn id="9" idx="3"/>
            <a:endCxn id="14" idx="1"/>
          </p:cNvCxnSpPr>
          <p:nvPr/>
        </p:nvCxnSpPr>
        <p:spPr>
          <a:xfrm>
            <a:off x="3800575" y="3105738"/>
            <a:ext cx="495553" cy="65233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8" name="Conector: angular 79">
            <a:extLst>
              <a:ext uri="{FF2B5EF4-FFF2-40B4-BE49-F238E27FC236}">
                <a16:creationId xmlns:a16="http://schemas.microsoft.com/office/drawing/2014/main" id="{44316891-C2BA-F282-0E8A-2A645C0DAD87}"/>
              </a:ext>
            </a:extLst>
          </p:cNvPr>
          <p:cNvCxnSpPr>
            <a:cxnSpLocks/>
            <a:stCxn id="14" idx="2"/>
            <a:endCxn id="4" idx="4"/>
          </p:cNvCxnSpPr>
          <p:nvPr/>
        </p:nvCxnSpPr>
        <p:spPr>
          <a:xfrm rot="5400000" flipH="1">
            <a:off x="3258811" y="2670267"/>
            <a:ext cx="12216" cy="3034604"/>
          </a:xfrm>
          <a:prstGeom prst="bentConnector3">
            <a:avLst>
              <a:gd name="adj1" fmla="val -9839506"/>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2" name="Conector: angular 79">
            <a:extLst>
              <a:ext uri="{FF2B5EF4-FFF2-40B4-BE49-F238E27FC236}">
                <a16:creationId xmlns:a16="http://schemas.microsoft.com/office/drawing/2014/main" id="{BF4E56BC-C2F3-7D63-D23E-20A4ADE9707E}"/>
              </a:ext>
            </a:extLst>
          </p:cNvPr>
          <p:cNvCxnSpPr>
            <a:cxnSpLocks/>
            <a:stCxn id="20" idx="2"/>
            <a:endCxn id="4" idx="4"/>
          </p:cNvCxnSpPr>
          <p:nvPr/>
        </p:nvCxnSpPr>
        <p:spPr>
          <a:xfrm rot="5400000" flipH="1">
            <a:off x="4781458" y="1147621"/>
            <a:ext cx="11232" cy="6078913"/>
          </a:xfrm>
          <a:prstGeom prst="bentConnector3">
            <a:avLst>
              <a:gd name="adj1" fmla="val -1544081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7" name="Oval 13">
            <a:extLst>
              <a:ext uri="{FF2B5EF4-FFF2-40B4-BE49-F238E27FC236}">
                <a16:creationId xmlns:a16="http://schemas.microsoft.com/office/drawing/2014/main" id="{594E2A4A-5BD4-BFEB-7302-87923135E68C}"/>
              </a:ext>
            </a:extLst>
          </p:cNvPr>
          <p:cNvSpPr/>
          <p:nvPr/>
        </p:nvSpPr>
        <p:spPr>
          <a:xfrm>
            <a:off x="7279003" y="2175086"/>
            <a:ext cx="1084509" cy="64008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r>
              <a:rPr lang="en-GB" sz="800" err="1">
                <a:solidFill>
                  <a:schemeClr val="tx1"/>
                </a:solidFill>
              </a:rPr>
              <a:t>[Por completar]</a:t>
            </a:r>
            <a:r>
              <a:rPr lang="en-GB" sz="800">
                <a:solidFill>
                  <a:schemeClr val="tx1"/>
                </a:solidFill>
              </a:rPr>
              <a:t/>
            </a:r>
            <a:r>
              <a:rPr lang="en-GB" sz="800" err="1">
                <a:solidFill>
                  <a:schemeClr val="tx1"/>
                </a:solidFill>
              </a:rPr>
              <a:t/>
            </a:r>
            <a:r>
              <a:rPr lang="en-GB" sz="800">
                <a:solidFill>
                  <a:schemeClr val="tx1"/>
                </a:solidFill>
              </a:rPr>
              <a:t/>
            </a:r>
            <a:r>
              <a:rPr lang="en-GB" sz="800" err="1">
                <a:solidFill>
                  <a:schemeClr val="tx1"/>
                </a:solidFill>
              </a:rPr>
              <a:t/>
            </a:r>
            <a:r>
              <a:rPr lang="en-GB" sz="800">
                <a:solidFill>
                  <a:schemeClr val="tx1"/>
                </a:solidFill>
              </a:rPr>
              <a:t/>
            </a:r>
            <a:endParaRPr lang="es-CL" sz="800">
              <a:solidFill>
                <a:schemeClr val="tx1"/>
              </a:solidFill>
            </a:endParaRPr>
          </a:p>
        </p:txBody>
      </p:sp>
      <p:cxnSp>
        <p:nvCxnSpPr>
          <p:cNvPr id="69" name="Conector recto de flecha 68">
            <a:extLst>
              <a:ext uri="{FF2B5EF4-FFF2-40B4-BE49-F238E27FC236}">
                <a16:creationId xmlns:a16="http://schemas.microsoft.com/office/drawing/2014/main" id="{75C0D29A-4C59-7400-D6D7-386EDADE1BD0}"/>
              </a:ext>
            </a:extLst>
          </p:cNvPr>
          <p:cNvCxnSpPr>
            <a:stCxn id="14" idx="3"/>
            <a:endCxn id="17" idx="1"/>
          </p:cNvCxnSpPr>
          <p:nvPr/>
        </p:nvCxnSpPr>
        <p:spPr>
          <a:xfrm flipV="1">
            <a:off x="5268314" y="3753995"/>
            <a:ext cx="531761" cy="4073"/>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9DA5374B-937A-840F-97F6-28C4971ED24B}"/>
              </a:ext>
            </a:extLst>
          </p:cNvPr>
          <p:cNvCxnSpPr>
            <a:cxnSpLocks/>
            <a:stCxn id="17" idx="3"/>
            <a:endCxn id="20" idx="1"/>
          </p:cNvCxnSpPr>
          <p:nvPr/>
        </p:nvCxnSpPr>
        <p:spPr>
          <a:xfrm>
            <a:off x="6960974" y="3753995"/>
            <a:ext cx="379463" cy="3089"/>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3" name="Conector recto de flecha 72">
            <a:extLst>
              <a:ext uri="{FF2B5EF4-FFF2-40B4-BE49-F238E27FC236}">
                <a16:creationId xmlns:a16="http://schemas.microsoft.com/office/drawing/2014/main" id="{2FBB9217-1AC0-FF0B-5554-4766D3695141}"/>
              </a:ext>
            </a:extLst>
          </p:cNvPr>
          <p:cNvCxnSpPr>
            <a:cxnSpLocks/>
            <a:stCxn id="20" idx="0"/>
            <a:endCxn id="67" idx="4"/>
          </p:cNvCxnSpPr>
          <p:nvPr/>
        </p:nvCxnSpPr>
        <p:spPr>
          <a:xfrm flipH="1" flipV="1">
            <a:off x="7821258" y="2815166"/>
            <a:ext cx="5272" cy="50630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297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5245A-A144-CFA7-DDFF-6E6026A74587}"/>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AC64519-6695-0A0D-8783-123A8B901943}"/>
              </a:ext>
            </a:extLst>
          </p:cNvPr>
          <p:cNvGraphicFramePr>
            <a:graphicFrameLocks/>
          </p:cNvGraphicFramePr>
          <p:nvPr>
            <p:custDataLst>
              <p:tags r:id="rId1"/>
            </p:custDataLst>
            <p:extLst>
              <p:ext uri="{D42A27DB-BD31-4B8C-83A1-F6EECF244321}">
                <p14:modId xmlns:p14="http://schemas.microsoft.com/office/powerpoint/2010/main" val="27740378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04" imgH="405" progId="TCLayout.ActiveDocument.1">
                  <p:embed/>
                </p:oleObj>
              </mc:Choice>
              <mc:Fallback>
                <p:oleObj name="Diapositiva de think-cell" r:id="rId5" imgW="404" imgH="405" progId="TCLayout.ActiveDocument.1">
                  <p:embed/>
                  <p:pic>
                    <p:nvPicPr>
                      <p:cNvPr id="8" name="think-cell data - do not delete" hidden="1">
                        <a:extLst>
                          <a:ext uri="{FF2B5EF4-FFF2-40B4-BE49-F238E27FC236}">
                            <a16:creationId xmlns:a16="http://schemas.microsoft.com/office/drawing/2014/main" id="{7AC64519-6695-0A0D-8783-123A8B90194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833740A-2EF9-0902-3DFE-F82696CD1427}"/>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sz="2400">
                <a:solidFill>
                  <a:schemeClr val="tx1"/>
                </a:solidFill>
              </a:rPr>
              <a:t/>
            </a:r>
            <a:r>
              <a:rPr lang="es-ES" sz="2400"/>
              <a:t/>
            </a:r>
            <a:endParaRPr lang="es-CL"/>
          </a:p>
        </p:txBody>
      </p:sp>
      <p:graphicFrame>
        <p:nvGraphicFramePr>
          <p:cNvPr id="20" name="Table 19">
            <a:extLst>
              <a:ext uri="{FF2B5EF4-FFF2-40B4-BE49-F238E27FC236}">
                <a16:creationId xmlns:a16="http://schemas.microsoft.com/office/drawing/2014/main" id="{27CEAF0B-E362-BA8E-0353-B5DD1163FCEB}"/>
              </a:ext>
            </a:extLst>
          </p:cNvPr>
          <p:cNvGraphicFramePr>
            <a:graphicFrameLocks noGrp="1"/>
          </p:cNvGraphicFramePr>
          <p:nvPr>
            <p:extLst>
              <p:ext uri="{D42A27DB-BD31-4B8C-83A1-F6EECF244321}">
                <p14:modId xmlns:p14="http://schemas.microsoft.com/office/powerpoint/2010/main" val="3136426500"/>
              </p:ext>
            </p:extLst>
          </p:nvPr>
        </p:nvGraphicFramePr>
        <p:xfrm>
          <a:off x="1024467" y="1280048"/>
          <a:ext cx="10337438" cy="5260107"/>
        </p:xfrm>
        <a:graphic>
          <a:graphicData uri="http://schemas.openxmlformats.org/drawingml/2006/table">
            <a:tbl>
              <a:tblPr>
                <a:tableStyleId>{2D5ABB26-0587-4C30-8999-92F81FD0307C}</a:tableStyleId>
              </a:tblPr>
              <a:tblGrid>
                <a:gridCol w="2278264">
                  <a:extLst>
                    <a:ext uri="{9D8B030D-6E8A-4147-A177-3AD203B41FA5}">
                      <a16:colId xmlns:a16="http://schemas.microsoft.com/office/drawing/2014/main" val="741832067"/>
                    </a:ext>
                  </a:extLst>
                </a:gridCol>
                <a:gridCol w="5051657">
                  <a:extLst>
                    <a:ext uri="{9D8B030D-6E8A-4147-A177-3AD203B41FA5}">
                      <a16:colId xmlns:a16="http://schemas.microsoft.com/office/drawing/2014/main" val="2629782098"/>
                    </a:ext>
                  </a:extLst>
                </a:gridCol>
                <a:gridCol w="3007517">
                  <a:extLst>
                    <a:ext uri="{9D8B030D-6E8A-4147-A177-3AD203B41FA5}">
                      <a16:colId xmlns:a16="http://schemas.microsoft.com/office/drawing/2014/main" val="1732901862"/>
                    </a:ext>
                  </a:extLst>
                </a:gridCol>
              </a:tblGrid>
              <a:tr h="500245">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ctr">
                    <a:lnL w="12700">
                      <a:noFill/>
                    </a:lnL>
                    <a:lnR w="12700">
                      <a:noFill/>
                    </a:lnR>
                    <a:lnT w="1270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ctr">
                    <a:lnL w="12700">
                      <a:noFill/>
                    </a:lnL>
                    <a:lnR w="12700">
                      <a:noFill/>
                    </a:lnR>
                    <a:lnT w="1270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ctr">
                    <a:lnL w="12700">
                      <a:noFill/>
                    </a:lnL>
                    <a:lnR w="12700">
                      <a:noFill/>
                    </a:lnR>
                    <a:lnT w="1270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562777">
                <a:tc rowSpan="5">
                  <a:txBody>
                    <a:bodyPr/>
                    <a:lstStyle/>
                    <a:p>
                      <a:pPr marL="0" indent="0" algn="l" rtl="0" eaLnBrk="1" fontAlgn="auto" latinLnBrk="0" hangingPunct="1">
                        <a:lnSpc>
                          <a:spcPct val="100000"/>
                        </a:lnSpc>
                        <a:spcBef>
                          <a:spcPts val="0"/>
                        </a:spcBef>
                        <a:spcAft>
                          <a:spcPts val="0"/>
                        </a:spcAft>
                        <a:buNone/>
                      </a:pPr>
                      <a:r>
                        <a:rPr lang="es-ES" sz="1100" b="0" i="0" u="none" strike="noStrike">
                          <a:solidFill>
                            <a:schemeClr val="tx1"/>
                          </a:solidFill>
                          <a:effectLst/>
                          <a:latin typeface="Calibri"/>
                        </a:rPr>
                        <a:t>[Por completar]</a:t>
                      </a:r>
                    </a:p>
                  </a:txBody>
                  <a:tcPr marL="27432" marR="27432" marT="27432" marB="27432">
                    <a:lnL w="12700">
                      <a:noFill/>
                    </a:lnL>
                    <a:lnR w="1270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9060" marR="0" lvl="1" indent="0" algn="l" defTabSz="914400" rtl="0" eaLnBrk="1" fontAlgn="b" latinLnBrk="0" hangingPunct="1">
                        <a:lnSpc>
                          <a:spcPct val="100000"/>
                        </a:lnSpc>
                        <a:spcBef>
                          <a:spcPts val="0"/>
                        </a:spcBef>
                        <a:spcAft>
                          <a:spcPts val="0"/>
                        </a:spcAft>
                        <a:buClr>
                          <a:srgbClr val="EA7600"/>
                        </a:buClr>
                        <a:buSzTx/>
                        <a:buFont typeface="Arial"/>
                        <a:buNone/>
                        <a:tabLst/>
                        <a:defRPr/>
                      </a:pPr>
                      <a:r>
                        <a:rPr lang="es-CL" sz="1100" b="0" i="0" u="none" strike="noStrike" kern="1200" noProof="0">
                          <a:solidFill>
                            <a:srgbClr val="696158"/>
                          </a:solidFill>
                          <a:effectLst/>
                          <a:latin typeface="+mn-lt"/>
                          <a:ea typeface="+mn-ea"/>
                          <a:cs typeface="+mn-cs"/>
                        </a:rPr>
                        <a:t>[Por completar]</a:t>
                      </a:r>
                      <a:endParaRPr lang="es-CL" sz="1100" b="0" i="0" u="none" strike="noStrike" kern="1200">
                        <a:solidFill>
                          <a:srgbClr val="696158"/>
                        </a:solidFill>
                        <a:effectLst/>
                        <a:latin typeface="+mn-lt"/>
                        <a:ea typeface="+mn-ea"/>
                        <a:cs typeface="+mn-cs"/>
                      </a:endParaRPr>
                    </a:p>
                  </a:txBody>
                  <a:tcPr marL="5076" marR="5076" marT="5076" marB="0" anchor="ctr">
                    <a:lnL w="12700">
                      <a:noFill/>
                    </a:lnL>
                    <a:lnR w="1270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0" i="0" u="none" strike="noStrike" kern="1200" noProof="0">
                          <a:solidFill>
                            <a:srgbClr val="696158"/>
                          </a:solidFill>
                          <a:effectLst/>
                          <a:latin typeface="Calibri"/>
                          <a:ea typeface="+mn-ea"/>
                          <a:cs typeface="+mn-cs"/>
                        </a:rPr>
                        <a:t>[Por completar]</a:t>
                      </a:r>
                    </a:p>
                  </a:txBody>
                  <a:tcPr marL="27432" marR="27432" marT="27432" marB="27432" anchor="ctr">
                    <a:lnL w="12700">
                      <a:noFill/>
                    </a:lnL>
                    <a:lnR w="1270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46898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99060" marR="0" lvl="1" indent="0" algn="l" rtl="0" eaLnBrk="1" fontAlgn="auto" latinLnBrk="0" hangingPunct="1">
                        <a:lnSpc>
                          <a:spcPct val="100000"/>
                        </a:lnSpc>
                        <a:spcBef>
                          <a:spcPts val="0"/>
                        </a:spcBef>
                        <a:spcAft>
                          <a:spcPts val="0"/>
                        </a:spcAft>
                        <a:buClr>
                          <a:srgbClr val="EA7600"/>
                        </a:buClr>
                        <a:buSzTx/>
                        <a:buFont typeface="Arial"/>
                        <a:buNone/>
                      </a:pPr>
                      <a:r>
                        <a:rPr lang="es-CL" sz="1100" b="0" i="0" u="none" strike="noStrike" kern="1200" noProof="0">
                          <a:solidFill>
                            <a:srgbClr val="696158"/>
                          </a:solidFill>
                          <a:effectLst/>
                        </a:rPr>
                        <a:t>[Por completar]</a:t>
                      </a:r>
                      <a:endParaRPr lang="es-CL" sz="1100" b="0" i="0" u="none" strike="noStrike" kern="1200" noProof="0">
                        <a:solidFill>
                          <a:srgbClr val="696158"/>
                        </a:solidFill>
                        <a:effectLst/>
                        <a:latin typeface="+mn-lt"/>
                        <a:ea typeface="+mn-ea"/>
                        <a:cs typeface="+mn-cs"/>
                      </a:endParaRPr>
                    </a:p>
                  </a:txBody>
                  <a:tcPr marL="5076" marR="5076" marT="5076" marB="0"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r>
                        <a:rPr lang="es-CL" sz="1100" b="0" i="0" u="none" strike="noStrike" kern="1200" noProof="0">
                          <a:solidFill>
                            <a:srgbClr val="696158"/>
                          </a:solidFill>
                          <a:effectLst/>
                          <a:latin typeface="Calibri"/>
                        </a:rPr>
                        <a:t>[Por completar]</a:t>
                      </a: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r h="468980">
                <a:tc vMerge="1">
                  <a:txBody>
                    <a:bodyPr/>
                    <a:lstStyle/>
                    <a:p>
                      <a:endParaRPr lang="en-US"/>
                    </a:p>
                  </a:txBody>
                  <a:tcPr/>
                </a:tc>
                <a:tc>
                  <a:txBody>
                    <a:bodyPr/>
                    <a:lstStyle/>
                    <a:p>
                      <a:pPr marL="99060" lvl="1" indent="0" algn="l">
                        <a:lnSpc>
                          <a:spcPct val="100000"/>
                        </a:lnSpc>
                        <a:spcBef>
                          <a:spcPts val="0"/>
                        </a:spcBef>
                        <a:spcAft>
                          <a:spcPts val="0"/>
                        </a:spcAft>
                        <a:buNone/>
                      </a:pPr>
                      <a:r>
                        <a:rPr lang="es-CL" sz="1100" b="0" i="0" u="none" strike="noStrike" kern="1200" noProof="0">
                          <a:solidFill>
                            <a:srgbClr val="696158"/>
                          </a:solidFill>
                          <a:effectLst/>
                        </a:rPr>
                        <a:t>[Por completar]</a:t>
                      </a:r>
                    </a:p>
                  </a:txBody>
                  <a:tcPr marL="5075" marR="5075" marT="5075" marB="0"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noFill/>
                  </a:tcPr>
                </a:tc>
                <a:tc>
                  <a:txBody>
                    <a:bodyPr/>
                    <a:lstStyle/>
                    <a:p>
                      <a:pPr marL="270510" lvl="1" indent="-171450" algn="l">
                        <a:lnSpc>
                          <a:spcPct val="100000"/>
                        </a:lnSpc>
                        <a:spcBef>
                          <a:spcPts val="0"/>
                        </a:spcBef>
                        <a:spcAft>
                          <a:spcPts val="0"/>
                        </a:spcAft>
                        <a:buFont typeface="Arial,Sans-Serif"/>
                        <a:buChar char="•"/>
                      </a:pPr>
                      <a:r>
                        <a:rPr lang="es-CL" sz="1100" b="0" i="0" u="none" strike="noStrike" kern="1200" noProof="0">
                          <a:solidFill>
                            <a:srgbClr val="696158"/>
                          </a:solidFill>
                          <a:effectLst/>
                          <a:latin typeface="Calibri"/>
                        </a:rPr>
                        <a:t>[Por completar]</a:t>
                      </a:r>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extLst>
                  <a:ext uri="{0D108BD9-81ED-4DB2-BD59-A6C34878D82A}">
                    <a16:rowId xmlns:a16="http://schemas.microsoft.com/office/drawing/2014/main" val="340996662"/>
                  </a:ext>
                </a:extLst>
              </a:tr>
              <a:tr h="468980">
                <a:tc vMerge="1">
                  <a:txBody>
                    <a:bodyPr/>
                    <a:lstStyle/>
                    <a:p>
                      <a:endParaRPr lang="en-US"/>
                    </a:p>
                  </a:txBody>
                  <a:tcPr/>
                </a:tc>
                <a:tc>
                  <a:txBody>
                    <a:bodyPr/>
                    <a:lstStyle/>
                    <a:p>
                      <a:pPr marL="99060" lvl="1" indent="0" algn="l">
                        <a:lnSpc>
                          <a:spcPct val="100000"/>
                        </a:lnSpc>
                        <a:spcBef>
                          <a:spcPts val="0"/>
                        </a:spcBef>
                        <a:spcAft>
                          <a:spcPts val="0"/>
                        </a:spcAft>
                        <a:buNone/>
                      </a:pPr>
                      <a:r>
                        <a:rPr lang="es-CL" sz="1100" b="0" i="0" u="none" strike="noStrike" kern="1200" noProof="0">
                          <a:solidFill>
                            <a:srgbClr val="696158"/>
                          </a:solidFill>
                          <a:effectLst/>
                          <a:latin typeface="Calibri"/>
                        </a:rPr>
                        <a:t>[Por completar]</a:t>
                      </a:r>
                      <a:endParaRPr lang="en-US"/>
                    </a:p>
                  </a:txBody>
                  <a:tcPr marL="5074" marR="5074" marT="5074" marB="0" anchor="ctr">
                    <a:lnL w="0">
                      <a:noFill/>
                    </a:lnL>
                    <a:lnR w="0">
                      <a:noFill/>
                    </a:lnR>
                    <a:lnT w="9524">
                      <a:solidFill>
                        <a:schemeClr val="tx1"/>
                      </a:solidFill>
                    </a:lnT>
                    <a:lnB w="9524">
                      <a:solidFill>
                        <a:schemeClr val="tx1"/>
                      </a:solidFill>
                    </a:lnB>
                    <a:lnTlToBr w="0">
                      <a:noFill/>
                    </a:lnTlToBr>
                    <a:lnBlToTr w="0">
                      <a:noFill/>
                    </a:lnBlToTr>
                    <a:noFill/>
                  </a:tcPr>
                </a:tc>
                <a:tc>
                  <a:txBody>
                    <a:bodyPr/>
                    <a:lstStyle/>
                    <a:p>
                      <a:pPr marL="270510" lvl="1" indent="-171450" algn="l">
                        <a:lnSpc>
                          <a:spcPct val="100000"/>
                        </a:lnSpc>
                        <a:spcBef>
                          <a:spcPts val="0"/>
                        </a:spcBef>
                        <a:spcAft>
                          <a:spcPts val="0"/>
                        </a:spcAft>
                        <a:buFont typeface="Arial,Sans-Serif"/>
                        <a:buChar char="•"/>
                      </a:pPr>
                      <a:r>
                        <a:rPr lang="es-CL" sz="1100" b="0" i="0" u="none" strike="noStrike" kern="1200" noProof="0">
                          <a:solidFill>
                            <a:srgbClr val="696158"/>
                          </a:solidFill>
                          <a:effectLst/>
                          <a:latin typeface="Calibri"/>
                        </a:rPr>
                        <a:t>[Por completar]</a:t>
                      </a:r>
                    </a:p>
                  </a:txBody>
                  <a:tcPr marL="27432" marR="27432" marT="27432" marB="27432" anchor="ctr">
                    <a:lnL w="0">
                      <a:noFill/>
                    </a:lnL>
                    <a:lnR w="0">
                      <a:noFill/>
                    </a:lnR>
                    <a:lnT w="9524">
                      <a:solidFill>
                        <a:schemeClr val="tx1"/>
                      </a:solidFill>
                    </a:lnT>
                    <a:lnB w="9524">
                      <a:solidFill>
                        <a:schemeClr val="tx1"/>
                      </a:solidFill>
                    </a:lnB>
                    <a:lnTlToBr w="0">
                      <a:noFill/>
                    </a:lnTlToBr>
                    <a:lnBlToTr w="0">
                      <a:noFill/>
                    </a:lnBlToTr>
                  </a:tcPr>
                </a:tc>
                <a:extLst>
                  <a:ext uri="{0D108BD9-81ED-4DB2-BD59-A6C34878D82A}">
                    <a16:rowId xmlns:a16="http://schemas.microsoft.com/office/drawing/2014/main" val="727863726"/>
                  </a:ext>
                </a:extLst>
              </a:tr>
              <a:tr h="562777">
                <a:tc vMerge="1">
                  <a:txBody>
                    <a:bodyPr/>
                    <a:lstStyle/>
                    <a:p>
                      <a:endParaRPr lang="es-ES"/>
                    </a:p>
                  </a:txBody>
                  <a:tcPr marL="27432" marR="27432" marT="27432" marB="27432" anchor="ctr">
                    <a:lnT w="9524">
                      <a:solidFill>
                        <a:srgbClr val="9A9A9A"/>
                      </a:solidFill>
                    </a:lnT>
                    <a:lnB w="9524">
                      <a:solidFill>
                        <a:srgbClr val="9A9A9A"/>
                      </a:solidFill>
                    </a:lnB>
                  </a:tcPr>
                </a:tc>
                <a:tc>
                  <a:txBody>
                    <a:bodyPr/>
                    <a:lstStyle/>
                    <a:p>
                      <a:pPr marL="99060" lvl="0" indent="0" algn="l" rtl="0" eaLnBrk="1" fontAlgn="b" latinLnBrk="0" hangingPunct="1">
                        <a:buClr>
                          <a:srgbClr val="EA7600"/>
                        </a:buClr>
                        <a:buFont typeface="Arial"/>
                        <a:buNone/>
                      </a:pPr>
                      <a:r>
                        <a:rPr lang="es-CL" sz="1100" b="0" i="0" u="none" strike="noStrike" kern="1200" noProof="0">
                          <a:solidFill>
                            <a:srgbClr val="696158"/>
                          </a:solidFill>
                          <a:effectLst/>
                          <a:latin typeface="Calibri"/>
                          <a:ea typeface="+mn-ea"/>
                          <a:cs typeface="+mn-cs"/>
                        </a:rPr>
                        <a:t>[Por completar]</a:t>
                      </a:r>
                      <a:endParaRPr lang="es-ES"/>
                    </a:p>
                  </a:txBody>
                  <a:tcPr marL="5075" marR="5075" marT="5075" marB="0" anchor="ctr">
                    <a:lnL w="12700">
                      <a:noFill/>
                    </a:lnL>
                    <a:lnR w="12700">
                      <a:noFill/>
                    </a:lnR>
                    <a:lnT w="9524"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0" i="0" u="none" strike="noStrike" kern="1200" noProof="0">
                          <a:solidFill>
                            <a:srgbClr val="696158"/>
                          </a:solidFill>
                          <a:effectLst/>
                          <a:latin typeface="Calibri"/>
                        </a:rPr>
                        <a:t>[Por completar]</a:t>
                      </a:r>
                      <a:endParaRPr lang="es-CL" sz="1100" b="0" i="0" u="none" strike="noStrike" kern="1200" noProof="0">
                        <a:solidFill>
                          <a:srgbClr val="696158"/>
                        </a:solidFill>
                        <a:effectLst/>
                        <a:highlight>
                          <a:srgbClr val="FFFF00"/>
                        </a:highlight>
                        <a:latin typeface="+mn-lt"/>
                        <a:ea typeface="+mn-ea"/>
                        <a:cs typeface="+mn-cs"/>
                      </a:endParaRPr>
                    </a:p>
                  </a:txBody>
                  <a:tcPr marL="27432" marR="27432" marT="27432" marB="27432" anchor="ctr">
                    <a:lnL w="12700">
                      <a:noFill/>
                    </a:lnL>
                    <a:lnR w="12700">
                      <a:noFill/>
                    </a:lnR>
                    <a:lnT w="9524"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0447191"/>
                  </a:ext>
                </a:extLst>
              </a:tr>
              <a:tr h="574109">
                <a:tc>
                  <a:txBody>
                    <a:bodyPr/>
                    <a:lstStyle/>
                    <a:p>
                      <a:pPr marL="0" indent="0" algn="l" rtl="0" eaLnBrk="1" fontAlgn="auto" latinLnBrk="0" hangingPunct="1">
                        <a:lnSpc>
                          <a:spcPct val="100000"/>
                        </a:lnSpc>
                        <a:spcBef>
                          <a:spcPts val="0"/>
                        </a:spcBef>
                        <a:spcAft>
                          <a:spcPts val="0"/>
                        </a:spcAft>
                        <a:buNone/>
                      </a:pPr>
                      <a:r>
                        <a:rPr lang="es-ES" sz="1100" b="0" i="0" u="none" strike="noStrike">
                          <a:solidFill>
                            <a:schemeClr val="tx1"/>
                          </a:solidFill>
                          <a:effectLst/>
                          <a:latin typeface="Calibri"/>
                        </a:rPr>
                        <a:t>[Por completar]</a:t>
                      </a:r>
                    </a:p>
                  </a:txBody>
                  <a:tcPr marL="27432" marR="27432" marT="27432" marB="27432">
                    <a:lnL w="12700">
                      <a:noFill/>
                    </a:lnL>
                    <a:lnR w="1270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9060" lvl="1" indent="0" algn="l" rtl="0" eaLnBrk="1" fontAlgn="b" latinLnBrk="0" hangingPunct="1">
                        <a:lnSpc>
                          <a:spcPct val="100000"/>
                        </a:lnSpc>
                        <a:buClr>
                          <a:srgbClr val="EA7600"/>
                        </a:buClr>
                        <a:buFont typeface="Arial"/>
                        <a:buNone/>
                      </a:pPr>
                      <a:r>
                        <a:rPr lang="es-CL" sz="1100" b="0" i="0" u="none" strike="noStrike" kern="1200" noProof="0">
                          <a:solidFill>
                            <a:srgbClr val="696158"/>
                          </a:solidFill>
                          <a:effectLst/>
                          <a:latin typeface="+mn-lt"/>
                          <a:ea typeface="+mn-ea"/>
                          <a:cs typeface="+mn-cs"/>
                        </a:rPr>
                        <a:t>[Por completar]</a:t>
                      </a:r>
                    </a:p>
                    <a:p>
                      <a:pPr marL="99060" lvl="1" indent="0" algn="l">
                        <a:lnSpc>
                          <a:spcPct val="100000"/>
                        </a:lnSpc>
                        <a:buFont typeface="Arial"/>
                        <a:buNone/>
                      </a:pPr>
                      <a:endParaRPr lang="es-CL" sz="1100" b="0" i="0" u="none" strike="noStrike" kern="1200" noProof="0">
                        <a:solidFill>
                          <a:srgbClr val="696158"/>
                        </a:solidFill>
                        <a:effectLst/>
                        <a:latin typeface="+mn-lt"/>
                        <a:ea typeface="+mn-ea"/>
                        <a:cs typeface="+mn-cs"/>
                      </a:endParaRPr>
                    </a:p>
                  </a:txBody>
                  <a:tcPr marL="5076" marR="5076" marT="5076" marB="0" anchor="ctr">
                    <a:lnL w="12700">
                      <a:noFill/>
                    </a:lnL>
                    <a:lnR w="1270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0" i="0" u="none" strike="noStrike" kern="1200" noProof="0">
                          <a:solidFill>
                            <a:srgbClr val="696158"/>
                          </a:solidFill>
                          <a:effectLst/>
                          <a:latin typeface="Calibri"/>
                        </a:rPr>
                        <a:t>[Por completar]</a:t>
                      </a:r>
                      <a:r>
                        <a:rPr lang="es-CL" sz="1100" b="0" i="0" u="none" strike="noStrike" kern="1200" noProof="0">
                          <a:solidFill>
                            <a:srgbClr val="696158"/>
                          </a:solidFill>
                          <a:effectLst/>
                          <a:latin typeface="+mn-lt"/>
                          <a:ea typeface="+mn-ea"/>
                          <a:cs typeface="+mn-cs"/>
                        </a:rPr>
                        <a:t/>
                      </a:r>
                      <a:r>
                        <a:rPr lang="es-CL" sz="1100" b="0" i="0" u="none" strike="noStrike" kern="1200" noProof="0">
                          <a:solidFill>
                            <a:srgbClr val="696158"/>
                          </a:solidFill>
                          <a:effectLst/>
                          <a:latin typeface="Calibri"/>
                        </a:rPr>
                        <a:t/>
                      </a:r>
                      <a:r>
                        <a:rPr lang="es-CL" sz="1100" b="0" i="0" u="none" strike="noStrike" kern="1200" noProof="0">
                          <a:solidFill>
                            <a:srgbClr val="696158"/>
                          </a:solidFill>
                          <a:effectLst/>
                          <a:latin typeface="+mn-lt"/>
                          <a:ea typeface="+mn-ea"/>
                          <a:cs typeface="+mn-cs"/>
                        </a:rPr>
                        <a:t/>
                      </a:r>
                    </a:p>
                    <a:p>
                      <a:pPr marL="270510" lvl="1" indent="-171450" algn="l">
                        <a:lnSpc>
                          <a:spcPct val="100000"/>
                        </a:lnSpc>
                        <a:spcBef>
                          <a:spcPts val="0"/>
                        </a:spcBef>
                        <a:spcAft>
                          <a:spcPts val="0"/>
                        </a:spcAft>
                        <a:buClr>
                          <a:srgbClr val="EA7600"/>
                        </a:buClr>
                        <a:buFont typeface="Arial"/>
                        <a:buChar char="•"/>
                      </a:pPr>
                      <a:endParaRPr lang="es-CL" sz="1100" b="0" i="0" u="none" strike="noStrike" kern="1200" noProof="0">
                        <a:solidFill>
                          <a:srgbClr val="696158"/>
                        </a:solidFill>
                        <a:effectLst/>
                        <a:latin typeface="+mn-lt"/>
                        <a:ea typeface="+mn-ea"/>
                        <a:cs typeface="+mn-cs"/>
                      </a:endParaRPr>
                    </a:p>
                  </a:txBody>
                  <a:tcPr marL="27432" marR="27432" marT="27432" marB="27432" anchor="ctr">
                    <a:lnL w="12700">
                      <a:noFill/>
                    </a:lnL>
                    <a:lnR w="1270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9001767"/>
                  </a:ext>
                </a:extLst>
              </a:tr>
              <a:tr h="590237">
                <a:tc rowSpan="3">
                  <a:txBody>
                    <a:bodyPr/>
                    <a:lstStyle/>
                    <a:p>
                      <a:pPr lvl="0">
                        <a:buNone/>
                      </a:pPr>
                      <a:endParaRPr lang="es-ES" sz="1100" b="0" i="0" u="none" strike="noStrike" noProof="0">
                        <a:solidFill>
                          <a:schemeClr val="tx1"/>
                        </a:solidFill>
                        <a:latin typeface="Calibri"/>
                      </a:endParaRPr>
                    </a:p>
                    <a:p>
                      <a:pPr lvl="0">
                        <a:buNone/>
                      </a:pPr>
                      <a:r>
                        <a:rPr lang="es-ES" sz="1100" b="0" i="0" u="none" strike="noStrike" noProof="0">
                          <a:solidFill>
                            <a:schemeClr val="tx1"/>
                          </a:solidFill>
                          <a:latin typeface="Calibri"/>
                        </a:rPr>
                        <a:t>[Por completar]</a:t>
                      </a:r>
                      <a:endParaRPr lang="es-ES"/>
                    </a:p>
                  </a:txBody>
                  <a:tcPr marL="0" marR="0" marT="0" marB="0" horzOverflow="overflow">
                    <a:lnL w="12700">
                      <a:noFill/>
                    </a:lnL>
                    <a:lnR w="12700">
                      <a:noFill/>
                    </a:lnR>
                    <a:lnT w="12700" cap="flat" cmpd="sng" algn="ctr">
                      <a:solidFill>
                        <a:schemeClr val="tx1"/>
                      </a:solidFill>
                      <a:prstDash val="solid"/>
                      <a:round/>
                      <a:headEnd type="none" w="med" len="med"/>
                      <a:tailEnd type="none" w="med" len="med"/>
                    </a:lnT>
                    <a:lnB w="12700">
                      <a:noFill/>
                    </a:lnB>
                    <a:lnTlToBr w="12700" cmpd="sng">
                      <a:noFill/>
                      <a:prstDash val="solid"/>
                    </a:lnTlToBr>
                    <a:lnBlToTr w="12700" cmpd="sng">
                      <a:noFill/>
                      <a:prstDash val="solid"/>
                    </a:lnBlToTr>
                  </a:tcPr>
                </a:tc>
                <a:tc>
                  <a:txBody>
                    <a:bodyPr/>
                    <a:lstStyle/>
                    <a:p>
                      <a:pPr marL="99060" lvl="1" indent="0" algn="l" rtl="0" eaLnBrk="1" fontAlgn="b" latinLnBrk="0" hangingPunct="1">
                        <a:lnSpc>
                          <a:spcPct val="100000"/>
                        </a:lnSpc>
                        <a:spcBef>
                          <a:spcPts val="0"/>
                        </a:spcBef>
                        <a:spcAft>
                          <a:spcPts val="0"/>
                        </a:spcAft>
                        <a:buClr>
                          <a:srgbClr val="EA7600"/>
                        </a:buClr>
                        <a:buFont typeface="Arial"/>
                        <a:buNone/>
                      </a:pPr>
                      <a:r>
                        <a:rPr lang="es-CL" sz="1100" b="0" i="0" u="none" strike="noStrike" kern="1200" noProof="0">
                          <a:solidFill>
                            <a:srgbClr val="696158"/>
                          </a:solidFill>
                          <a:effectLst/>
                          <a:latin typeface="Calibri"/>
                          <a:ea typeface="+mn-ea"/>
                          <a:cs typeface="+mn-cs"/>
                        </a:rPr>
                        <a:t>[Por completar]</a:t>
                      </a:r>
                    </a:p>
                  </a:txBody>
                  <a:tcPr marL="5074" marR="5074" marT="5074" marB="0" anchor="ctr">
                    <a:lnL w="12700">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r>
                        <a:rPr lang="es-CL" sz="1100" b="0" i="0" u="none" strike="noStrike" kern="1200" noProof="0">
                          <a:solidFill>
                            <a:srgbClr val="696158"/>
                          </a:solidFill>
                          <a:effectLst/>
                          <a:latin typeface="Calibri"/>
                        </a:rPr>
                        <a:t>[Por completar]</a:t>
                      </a:r>
                      <a:r>
                        <a:rPr lang="es-CL" sz="1100" b="0" i="0" u="none" strike="noStrike" kern="1200" noProof="0">
                          <a:solidFill>
                            <a:srgbClr val="696158"/>
                          </a:solidFill>
                          <a:effectLst/>
                          <a:latin typeface="+mn-lt"/>
                          <a:ea typeface="+mn-ea"/>
                          <a:cs typeface="+mn-cs"/>
                        </a:rPr>
                        <a:t/>
                      </a:r>
                      <a:r>
                        <a:rPr lang="es-CL" sz="1100" b="0" i="0" u="none" strike="noStrike" kern="1200" noProof="0">
                          <a:solidFill>
                            <a:srgbClr val="696158"/>
                          </a:solidFill>
                          <a:effectLst/>
                          <a:latin typeface="Calibri"/>
                        </a:rPr>
                        <a:t/>
                      </a:r>
                      <a:r>
                        <a:rPr lang="es-CL" sz="1100" b="0" i="0" u="none" strike="noStrike" kern="1200" noProof="0">
                          <a:solidFill>
                            <a:srgbClr val="696158"/>
                          </a:solidFill>
                          <a:effectLst/>
                          <a:latin typeface="+mn-lt"/>
                          <a:ea typeface="+mn-ea"/>
                          <a:cs typeface="+mn-cs"/>
                        </a:rPr>
                        <a:t/>
                      </a:r>
                      <a:r>
                        <a:rPr lang="es-CL" sz="1100" b="0" i="0" u="none" strike="noStrike" kern="1200" noProof="0">
                          <a:solidFill>
                            <a:srgbClr val="696158"/>
                          </a:solidFill>
                          <a:effectLst/>
                          <a:latin typeface="Calibri"/>
                        </a:rPr>
                        <a:t/>
                      </a:r>
                    </a:p>
                  </a:txBody>
                  <a:tcPr marL="27432" marR="27432" marT="27432" marB="27432" anchor="ctr">
                    <a:lnL w="12700" cap="flat" cmpd="sng" algn="ctr">
                      <a:noFill/>
                      <a:prstDash val="solid"/>
                      <a:round/>
                      <a:headEnd type="none" w="med" len="med"/>
                      <a:tailEnd type="none" w="med" len="med"/>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5165642"/>
                  </a:ext>
                </a:extLst>
              </a:tr>
              <a:tr h="500245">
                <a:tc vMerge="1">
                  <a:txBody>
                    <a:bodyPr/>
                    <a:lstStyle/>
                    <a:p>
                      <a:pPr defTabSz="914400"/>
                      <a:endParaRPr lang="es-ES"/>
                    </a:p>
                  </a:txBody>
                  <a:tcPr marL="27432" marR="27432" marT="27432" marB="27432">
                    <a:lnT w="9524">
                      <a:noFill/>
                    </a:lnT>
                    <a:lnB w="0">
                      <a:noFill/>
                    </a:lnB>
                  </a:tcPr>
                </a:tc>
                <a:tc>
                  <a:txBody>
                    <a:bodyPr/>
                    <a:lstStyle/>
                    <a:p>
                      <a:pPr marL="99060" marR="0" lvl="1" indent="0" algn="l" rtl="0" eaLnBrk="1" fontAlgn="b" latinLnBrk="0" hangingPunct="1">
                        <a:lnSpc>
                          <a:spcPct val="100000"/>
                        </a:lnSpc>
                        <a:spcBef>
                          <a:spcPts val="0"/>
                        </a:spcBef>
                        <a:spcAft>
                          <a:spcPts val="0"/>
                        </a:spcAft>
                        <a:buClr>
                          <a:srgbClr val="EA7600"/>
                        </a:buClr>
                        <a:buSzTx/>
                        <a:buFont typeface="Arial"/>
                        <a:buNone/>
                      </a:pPr>
                      <a:r>
                        <a:rPr lang="es-CL" sz="1100" b="0" i="0" u="none" strike="noStrike" kern="1200" noProof="0">
                          <a:solidFill>
                            <a:srgbClr val="696158"/>
                          </a:solidFill>
                          <a:effectLst/>
                          <a:latin typeface="+mn-lt"/>
                          <a:ea typeface="+mn-ea"/>
                          <a:cs typeface="+mn-cs"/>
                        </a:rPr>
                        <a:t>[Por completar]</a:t>
                      </a:r>
                      <a:endParaRPr lang="es-CL" sz="1100" b="0" i="0" u="none" strike="noStrike" kern="1200">
                        <a:solidFill>
                          <a:srgbClr val="696158"/>
                        </a:solidFill>
                        <a:effectLst/>
                        <a:latin typeface="+mn-lt"/>
                        <a:ea typeface="+mn-ea"/>
                        <a:cs typeface="+mn-cs"/>
                      </a:endParaRPr>
                    </a:p>
                  </a:txBody>
                  <a:tcPr marL="5074" marR="5074" marT="5074" marB="0" anchor="ctr">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r>
                        <a:rPr lang="es-CL" sz="1100" b="0" i="0" u="none" strike="noStrike" kern="1200" noProof="0">
                          <a:solidFill>
                            <a:srgbClr val="696158"/>
                          </a:solidFill>
                          <a:effectLst/>
                          <a:latin typeface="Calibri"/>
                        </a:rPr>
                        <a:t>[Por completar]</a:t>
                      </a:r>
                      <a:endParaRPr lang="en-US" sz="1100" b="0" i="0" u="none" strike="noStrike" kern="1200" noProof="0">
                        <a:solidFill>
                          <a:srgbClr val="696158"/>
                        </a:solidFill>
                        <a:effectLst/>
                        <a:latin typeface="Calibri"/>
                      </a:endParaRP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1436838"/>
                  </a:ext>
                </a:extLst>
              </a:tr>
              <a:tr h="562777">
                <a:tc vMerge="1">
                  <a:txBody>
                    <a:bodyPr/>
                    <a:lstStyle/>
                    <a:p>
                      <a:endParaRPr lang="es-ES"/>
                    </a:p>
                  </a:txBody>
                  <a:tcPr marL="27432" marR="27432" marT="27432" marB="27432" anchor="ctr">
                    <a:lnT w="9524">
                      <a:solidFill>
                        <a:srgbClr val="9A9A9A"/>
                      </a:solidFill>
                    </a:lnT>
                    <a:lnB w="0">
                      <a:noFill/>
                    </a:lnB>
                  </a:tcPr>
                </a:tc>
                <a:tc>
                  <a:txBody>
                    <a:bodyPr/>
                    <a:lstStyle/>
                    <a:p>
                      <a:pPr marL="99060" lvl="1" indent="0" algn="l">
                        <a:lnSpc>
                          <a:spcPct val="100000"/>
                        </a:lnSpc>
                        <a:spcBef>
                          <a:spcPts val="0"/>
                        </a:spcBef>
                        <a:spcAft>
                          <a:spcPts val="0"/>
                        </a:spcAft>
                        <a:buClr>
                          <a:srgbClr val="EA7600"/>
                        </a:buClr>
                        <a:buFont typeface="Arial"/>
                        <a:buNone/>
                      </a:pPr>
                      <a:endParaRPr lang="es-CL" sz="1100" b="0" i="0" u="none" strike="noStrike" kern="1200" noProof="0">
                        <a:solidFill>
                          <a:srgbClr val="696158"/>
                        </a:solidFill>
                        <a:effectLst/>
                      </a:endParaRPr>
                    </a:p>
                  </a:txBody>
                  <a:tcPr marL="5074" marR="5074" marT="5074" marB="0" anchor="ctr">
                    <a:lnL w="12700">
                      <a:noFill/>
                    </a:lnL>
                    <a:lnR w="12700">
                      <a:noFill/>
                    </a:lnR>
                    <a:lnT w="9525" cap="flat" cmpd="sng" algn="ctr">
                      <a:solidFill>
                        <a:schemeClr val="tx1"/>
                      </a:solidFill>
                      <a:prstDash val="sysDot"/>
                      <a:round/>
                      <a:headEnd type="none" w="med" len="med"/>
                      <a:tailEnd type="none" w="med" len="med"/>
                    </a:lnT>
                    <a:lnB w="12700">
                      <a:noFill/>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endParaRPr lang="es-CL" sz="1100" b="0" i="0" u="none" strike="noStrike" kern="1200" noProof="0">
                        <a:solidFill>
                          <a:srgbClr val="696158"/>
                        </a:solidFill>
                        <a:effectLst/>
                        <a:latin typeface="Calibri"/>
                      </a:endParaRP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12700">
                      <a:noFill/>
                    </a:lnB>
                    <a:lnTlToBr w="12700" cmpd="sng">
                      <a:noFill/>
                      <a:prstDash val="solid"/>
                    </a:lnTlToBr>
                    <a:lnBlToTr w="12700" cmpd="sng">
                      <a:noFill/>
                      <a:prstDash val="solid"/>
                    </a:lnBlToTr>
                  </a:tcPr>
                </a:tc>
                <a:extLst>
                  <a:ext uri="{0D108BD9-81ED-4DB2-BD59-A6C34878D82A}">
                    <a16:rowId xmlns:a16="http://schemas.microsoft.com/office/drawing/2014/main" val="1078637203"/>
                  </a:ext>
                </a:extLst>
              </a:tr>
            </a:tbl>
          </a:graphicData>
        </a:graphic>
      </p:graphicFrame>
      <p:sp>
        <p:nvSpPr>
          <p:cNvPr id="21" name="Rectangle: Rounded Corners 20">
            <a:extLst>
              <a:ext uri="{FF2B5EF4-FFF2-40B4-BE49-F238E27FC236}">
                <a16:creationId xmlns:a16="http://schemas.microsoft.com/office/drawing/2014/main" id="{F7B6B477-1C08-B061-1ADB-2641704E52EC}"/>
              </a:ext>
            </a:extLst>
          </p:cNvPr>
          <p:cNvSpPr/>
          <p:nvPr/>
        </p:nvSpPr>
        <p:spPr>
          <a:xfrm>
            <a:off x="414665" y="179296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2" name="Rectangle: Rounded Corners 21">
            <a:extLst>
              <a:ext uri="{FF2B5EF4-FFF2-40B4-BE49-F238E27FC236}">
                <a16:creationId xmlns:a16="http://schemas.microsoft.com/office/drawing/2014/main" id="{7379C9E7-E892-CDB5-60F8-6D5BB033F321}"/>
              </a:ext>
            </a:extLst>
          </p:cNvPr>
          <p:cNvSpPr/>
          <p:nvPr/>
        </p:nvSpPr>
        <p:spPr>
          <a:xfrm>
            <a:off x="361003" y="443492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23" name="Rectangle: Rounded Corners 22">
            <a:extLst>
              <a:ext uri="{FF2B5EF4-FFF2-40B4-BE49-F238E27FC236}">
                <a16:creationId xmlns:a16="http://schemas.microsoft.com/office/drawing/2014/main" id="{05482C4B-5FEC-47EF-FE1E-7D3B926A4935}"/>
              </a:ext>
            </a:extLst>
          </p:cNvPr>
          <p:cNvSpPr/>
          <p:nvPr/>
        </p:nvSpPr>
        <p:spPr>
          <a:xfrm>
            <a:off x="361003" y="512946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11" name="Rectangle: Rounded Corners 27">
            <a:extLst>
              <a:ext uri="{FF2B5EF4-FFF2-40B4-BE49-F238E27FC236}">
                <a16:creationId xmlns:a16="http://schemas.microsoft.com/office/drawing/2014/main" id="{FE98A495-9C2F-4F7D-ABEF-4215319D97C5}"/>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p>
        </p:txBody>
      </p:sp>
      <p:sp>
        <p:nvSpPr>
          <p:cNvPr id="12" name="Rectangle: Rounded Corners 3">
            <a:extLst>
              <a:ext uri="{FF2B5EF4-FFF2-40B4-BE49-F238E27FC236}">
                <a16:creationId xmlns:a16="http://schemas.microsoft.com/office/drawing/2014/main" id="{D5863EC0-BB94-21DD-1824-59993DEC6AAA}"/>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13" name="Rectangle: Rounded Corners 36">
            <a:extLst>
              <a:ext uri="{FF2B5EF4-FFF2-40B4-BE49-F238E27FC236}">
                <a16:creationId xmlns:a16="http://schemas.microsoft.com/office/drawing/2014/main" id="{2CE20FFD-2A96-1471-DD14-BF68D179DAB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Tree>
    <p:extLst>
      <p:ext uri="{BB962C8B-B14F-4D97-AF65-F5344CB8AC3E}">
        <p14:creationId xmlns:p14="http://schemas.microsoft.com/office/powerpoint/2010/main" val="34938433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4"/>
    </p:ext>
  </p:extLs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632397-2D00-4AB9-5441-4ACD9165F3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739253F-596F-8E29-12E5-BD9E10AB84B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4739253F-596F-8E29-12E5-BD9E10AB84B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Text Placeholder 3">
            <a:extLst>
              <a:ext uri="{FF2B5EF4-FFF2-40B4-BE49-F238E27FC236}">
                <a16:creationId xmlns:a16="http://schemas.microsoft.com/office/drawing/2014/main" id="{9ECD1F17-C865-C237-075C-F8CDF487A5A3}"/>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A41EC99A-DDA5-3C4E-0324-9298547B4395}"/>
              </a:ext>
            </a:extLst>
          </p:cNvPr>
          <p:cNvSpPr txBox="1">
            <a:spLocks/>
          </p:cNvSpPr>
          <p:nvPr/>
        </p:nvSpPr>
        <p:spPr>
          <a:xfrm>
            <a:off x="630000" y="183515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ES" sz="1400">
                <a:solidFill>
                  <a:schemeClr val="bg1"/>
                </a:solidFill>
              </a:rPr>
              <a:t>[Por completar]</a:t>
            </a:r>
            <a:r>
              <a:rPr lang="es-ES" sz="1400" err="1">
                <a:solidFill>
                  <a:schemeClr val="bg1"/>
                </a:solidFill>
              </a:rPr>
              <a:t/>
            </a:r>
            <a:r>
              <a:rPr lang="es-ES" sz="1400">
                <a:solidFill>
                  <a:schemeClr val="bg1"/>
                </a:solidFill>
              </a:rPr>
              <a:t/>
            </a:r>
            <a:endParaRPr lang="es-CL" sz="1400">
              <a:solidFill>
                <a:schemeClr val="bg1"/>
              </a:solidFill>
            </a:endParaRPr>
          </a:p>
        </p:txBody>
      </p:sp>
      <p:sp>
        <p:nvSpPr>
          <p:cNvPr id="35" name="Rectangle: Rounded Corners 34">
            <a:extLst>
              <a:ext uri="{FF2B5EF4-FFF2-40B4-BE49-F238E27FC236}">
                <a16:creationId xmlns:a16="http://schemas.microsoft.com/office/drawing/2014/main" id="{9F939D05-D431-9949-9E00-C30BC39F8DE6}"/>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92A07308-A1E5-FBCE-524D-FB20CC858184}"/>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ES" sz="1050">
                <a:solidFill>
                  <a:srgbClr val="37373A"/>
                </a:solidFill>
              </a:rPr>
              <a:t>[Objetivo del subproceso]</a:t>
            </a:r>
          </a:p>
        </p:txBody>
      </p:sp>
      <p:sp>
        <p:nvSpPr>
          <p:cNvPr id="53" name="Rectangle 52">
            <a:extLst>
              <a:ext uri="{FF2B5EF4-FFF2-40B4-BE49-F238E27FC236}">
                <a16:creationId xmlns:a16="http://schemas.microsoft.com/office/drawing/2014/main" id="{C53330F8-7859-9DE3-5373-3C86AB15467C}"/>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52ED351E-8689-2FDE-25CF-7B19F02BC037}"/>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ES" sz="2400"/>
              <a:t/>
            </a:r>
            <a:endParaRPr lang="es-CL"/>
          </a:p>
        </p:txBody>
      </p:sp>
      <p:grpSp>
        <p:nvGrpSpPr>
          <p:cNvPr id="25" name="Group 24">
            <a:extLst>
              <a:ext uri="{FF2B5EF4-FFF2-40B4-BE49-F238E27FC236}">
                <a16:creationId xmlns:a16="http://schemas.microsoft.com/office/drawing/2014/main" id="{DFD4E138-EEFC-C440-5762-535BD26A35E9}"/>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44A86F82-6592-1576-53BA-E591E105F37C}"/>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2A2BF423-E2E5-E207-E587-DCB75C21DD92}"/>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B</a:t>
              </a:r>
            </a:p>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C</a:t>
              </a: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50F2631D-1EAD-F8F5-AEF8-BB71324E94D0}"/>
              </a:ext>
            </a:extLst>
          </p:cNvPr>
          <p:cNvGrpSpPr/>
          <p:nvPr/>
        </p:nvGrpSpPr>
        <p:grpSpPr>
          <a:xfrm>
            <a:off x="9521302" y="2079312"/>
            <a:ext cx="2397796" cy="1328789"/>
            <a:chOff x="9521302" y="3000808"/>
            <a:chExt cx="2397796" cy="1328789"/>
          </a:xfrm>
        </p:grpSpPr>
        <p:sp>
          <p:nvSpPr>
            <p:cNvPr id="58" name="Rectangle: Rounded Corners 57">
              <a:extLst>
                <a:ext uri="{FF2B5EF4-FFF2-40B4-BE49-F238E27FC236}">
                  <a16:creationId xmlns:a16="http://schemas.microsoft.com/office/drawing/2014/main" id="{C37812E3-7B32-3445-B27B-8662F57B5B13}"/>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0A4493D7-400D-1562-6DDC-868AEDD6F56A}"/>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endParaRPr lang="en-US" sz="1100">
                <a:solidFill>
                  <a:srgbClr val="FFFFFF"/>
                </a:solidFill>
              </a:endParaRPr>
            </a:p>
            <a:p>
              <a:pPr marL="111125" lvl="1" indent="0">
                <a:lnSpc>
                  <a:spcPct val="90000"/>
                </a:lnSpc>
                <a:spcAft>
                  <a:spcPts val="300"/>
                </a:spcAft>
                <a:buNone/>
              </a:pPr>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F4B172D8-45A7-5A36-2DB9-1BE1693C59E8}"/>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458C2B54-B5C9-760B-7219-6B6883547DA2}"/>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417E17B7-F372-EFA4-DF87-37E2966D1901}"/>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buClr>
                  <a:schemeClr val="tx2"/>
                </a:buClr>
                <a:buFont typeface="Arial" panose="020B0604020202020204" pitchFamily="34" charset="0"/>
                <a:buChar char="•"/>
              </a:pPr>
              <a:r>
                <a:rPr lang="es-ES" sz="1100">
                  <a:solidFill>
                    <a:schemeClr val="tx1"/>
                  </a:solidFill>
                  <a:sym typeface="Trebuchet MS" panose="020B0603020202020204" pitchFamily="34" charset="0"/>
                </a:rPr>
                <a:t>[Por completar]</a:t>
              </a:r>
              <a:endParaRPr lang="es-ES" sz="1050"/>
            </a:p>
            <a:p>
              <a:pPr marL="283845" lvl="1" indent="-172720">
                <a:lnSpc>
                  <a:spcPct val="90000"/>
                </a:lnSpc>
                <a:buClr>
                  <a:schemeClr val="tx2"/>
                </a:buClr>
                <a:buFont typeface="Arial" panose="020B0604020202020204" pitchFamily="34" charset="0"/>
                <a:buChar char="•"/>
              </a:pPr>
              <a:r>
                <a:rPr lang="es-ES" sz="1100" spc="-40">
                  <a:solidFill>
                    <a:schemeClr val="tx1"/>
                  </a:solidFill>
                  <a:sym typeface="Trebuchet MS" panose="020B0603020202020204" pitchFamily="34" charset="0"/>
                </a:rPr>
                <a:t>[Por completar]</a:t>
              </a:r>
              <a:endParaRPr lang="es-ES" sz="1100" spc="-40">
                <a:solidFill>
                  <a:schemeClr val="tx1"/>
                </a:solidFill>
                <a:ea typeface="Calibri"/>
                <a:cs typeface="Calibri"/>
              </a:endParaRPr>
            </a:p>
            <a:p>
              <a:pPr marL="283845" lvl="1" indent="-172720">
                <a:lnSpc>
                  <a:spcPct val="90000"/>
                </a:lnSpc>
                <a:buClr>
                  <a:schemeClr val="tx2"/>
                </a:buClr>
                <a:buFont typeface="Arial" panose="020B0604020202020204" pitchFamily="34" charset="0"/>
                <a:buChar char="•"/>
              </a:pPr>
              <a:r>
                <a:rPr lang="es-ES" sz="1100">
                  <a:solidFill>
                    <a:schemeClr val="tx1"/>
                  </a:solidFill>
                  <a:sym typeface="Trebuchet MS" panose="020B0603020202020204" pitchFamily="34" charset="0"/>
                </a:rPr>
                <a:t>[Por completar]</a:t>
              </a:r>
              <a:endParaRPr lang="es-ES" sz="1100">
                <a:solidFill>
                  <a:schemeClr val="tx1"/>
                </a:solidFill>
                <a:ea typeface="Calibri"/>
                <a:cs typeface="Calibri"/>
              </a:endParaRPr>
            </a:p>
            <a:p>
              <a:pPr lvl="1"/>
              <a:r>
                <a:rPr lang="es-CL" sz="1100">
                  <a:sym typeface="+mn-lt"/>
                </a:rPr>
                <a:t>[Por completar]</a:t>
              </a:r>
            </a:p>
            <a:p>
              <a:pPr lvl="1"/>
              <a:r>
                <a:rPr lang="es-CL" sz="1100">
                  <a:sym typeface="+mn-lt"/>
                </a:rPr>
                <a:t>[Por completar]</a:t>
              </a: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586AD797-FA99-4327-C8AD-1FAD41EF38BE}"/>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A10AA9FE-6043-8CD0-32E4-1E136C47D1BB}"/>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E7F11320-F273-76E5-8CF6-15C48319F0F3}"/>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sym typeface="+mn-lt"/>
                </a:rPr>
                <a:t>[Por completar]</a:t>
              </a:r>
            </a:p>
            <a:p>
              <a:pPr marL="323850" lvl="1" indent="-215900"/>
              <a:endParaRPr lang="es-CL" sz="1100">
                <a:latin typeface="+mn-lt"/>
                <a:ea typeface="Calibri"/>
                <a:cs typeface="Calibri"/>
              </a:endParaRPr>
            </a:p>
          </p:txBody>
        </p:sp>
      </p:grpSp>
      <p:sp>
        <p:nvSpPr>
          <p:cNvPr id="28" name="Rectangle: Rounded Corners 27">
            <a:extLst>
              <a:ext uri="{FF2B5EF4-FFF2-40B4-BE49-F238E27FC236}">
                <a16:creationId xmlns:a16="http://schemas.microsoft.com/office/drawing/2014/main" id="{857D8BA3-34D9-E550-E5FE-FAF2D22A51AD}"/>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p>
        </p:txBody>
      </p:sp>
      <p:sp>
        <p:nvSpPr>
          <p:cNvPr id="7" name="Rectangle: Rounded Corners 3">
            <a:extLst>
              <a:ext uri="{FF2B5EF4-FFF2-40B4-BE49-F238E27FC236}">
                <a16:creationId xmlns:a16="http://schemas.microsoft.com/office/drawing/2014/main" id="{CBF7A988-CBA3-CC28-30C4-D820EEC8689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18" name="Rectangle: Rounded Corners 36">
            <a:extLst>
              <a:ext uri="{FF2B5EF4-FFF2-40B4-BE49-F238E27FC236}">
                <a16:creationId xmlns:a16="http://schemas.microsoft.com/office/drawing/2014/main" id="{53851A70-813F-95DF-ED9E-EEE1D29C102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11" name="Oval 13">
            <a:extLst>
              <a:ext uri="{FF2B5EF4-FFF2-40B4-BE49-F238E27FC236}">
                <a16:creationId xmlns:a16="http://schemas.microsoft.com/office/drawing/2014/main" id="{1F4E67EE-0C0F-06C8-78A3-7D0E90DB5CFD}"/>
              </a:ext>
            </a:extLst>
          </p:cNvPr>
          <p:cNvSpPr>
            <a:spLocks noChangeAspect="1"/>
          </p:cNvSpPr>
          <p:nvPr/>
        </p:nvSpPr>
        <p:spPr>
          <a:xfrm>
            <a:off x="5845399" y="3438096"/>
            <a:ext cx="1141042" cy="6521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r>
              <a:rPr lang="es-CL" sz="800">
                <a:solidFill>
                  <a:srgbClr val="696158"/>
                </a:solidFill>
              </a:rPr>
              <a:t>[Por completar]</a:t>
            </a:r>
          </a:p>
        </p:txBody>
      </p:sp>
      <p:sp>
        <p:nvSpPr>
          <p:cNvPr id="12" name="Oval 32">
            <a:extLst>
              <a:ext uri="{FF2B5EF4-FFF2-40B4-BE49-F238E27FC236}">
                <a16:creationId xmlns:a16="http://schemas.microsoft.com/office/drawing/2014/main" id="{DB87FD5C-1DC8-5833-6ADC-074A592AE8E8}"/>
              </a:ext>
            </a:extLst>
          </p:cNvPr>
          <p:cNvSpPr>
            <a:spLocks noChangeAspect="1"/>
          </p:cNvSpPr>
          <p:nvPr/>
        </p:nvSpPr>
        <p:spPr>
          <a:xfrm>
            <a:off x="1279186" y="2028696"/>
            <a:ext cx="1014975" cy="635794"/>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3152" tIns="36576"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p>
          <a:p>
            <a:pPr algn="ctr"/>
            <a:r>
              <a:rPr lang="es-ES" sz="900">
                <a:solidFill>
                  <a:schemeClr val="tx1"/>
                </a:solidFill>
              </a:rPr>
              <a:t>[Por completar]</a:t>
            </a:r>
          </a:p>
          <a:p>
            <a:pPr algn="ctr"/>
            <a:r>
              <a:rPr lang="es-ES" sz="900">
                <a:solidFill>
                  <a:schemeClr val="tx1"/>
                </a:solidFill>
              </a:rPr>
              <a:t>Fase D</a:t>
            </a:r>
          </a:p>
        </p:txBody>
      </p:sp>
      <p:sp>
        <p:nvSpPr>
          <p:cNvPr id="31" name="CuadroTexto 30">
            <a:extLst>
              <a:ext uri="{FF2B5EF4-FFF2-40B4-BE49-F238E27FC236}">
                <a16:creationId xmlns:a16="http://schemas.microsoft.com/office/drawing/2014/main" id="{83AFAC9E-58C3-D754-3941-156E20E5EC22}"/>
              </a:ext>
            </a:extLst>
          </p:cNvPr>
          <p:cNvSpPr txBox="1"/>
          <p:nvPr/>
        </p:nvSpPr>
        <p:spPr>
          <a:xfrm>
            <a:off x="4889777" y="3829498"/>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32" name="CuadroTexto 31">
            <a:extLst>
              <a:ext uri="{FF2B5EF4-FFF2-40B4-BE49-F238E27FC236}">
                <a16:creationId xmlns:a16="http://schemas.microsoft.com/office/drawing/2014/main" id="{E0117409-8A85-F478-4416-CED76CC20149}"/>
              </a:ext>
            </a:extLst>
          </p:cNvPr>
          <p:cNvSpPr txBox="1"/>
          <p:nvPr/>
        </p:nvSpPr>
        <p:spPr>
          <a:xfrm>
            <a:off x="3805171" y="2664489"/>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4" name="CuadroTexto 43">
            <a:extLst>
              <a:ext uri="{FF2B5EF4-FFF2-40B4-BE49-F238E27FC236}">
                <a16:creationId xmlns:a16="http://schemas.microsoft.com/office/drawing/2014/main" id="{91BF5EE2-C3EE-4A2A-B6AD-421F6F29E0E9}"/>
              </a:ext>
            </a:extLst>
          </p:cNvPr>
          <p:cNvSpPr txBox="1"/>
          <p:nvPr/>
        </p:nvSpPr>
        <p:spPr>
          <a:xfrm>
            <a:off x="3333157" y="5080719"/>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7" name="CuadroTexto 46">
            <a:extLst>
              <a:ext uri="{FF2B5EF4-FFF2-40B4-BE49-F238E27FC236}">
                <a16:creationId xmlns:a16="http://schemas.microsoft.com/office/drawing/2014/main" id="{DE2AA3CF-914A-9092-750C-1E99915556CD}"/>
              </a:ext>
            </a:extLst>
          </p:cNvPr>
          <p:cNvSpPr txBox="1"/>
          <p:nvPr/>
        </p:nvSpPr>
        <p:spPr>
          <a:xfrm>
            <a:off x="4551350" y="5056581"/>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48" name="Rectangle: Rounded Corners 14">
            <a:extLst>
              <a:ext uri="{FF2B5EF4-FFF2-40B4-BE49-F238E27FC236}">
                <a16:creationId xmlns:a16="http://schemas.microsoft.com/office/drawing/2014/main" id="{F2A7C86B-031B-778B-F8BD-01C759602BAE}"/>
              </a:ext>
            </a:extLst>
          </p:cNvPr>
          <p:cNvSpPr/>
          <p:nvPr/>
        </p:nvSpPr>
        <p:spPr>
          <a:xfrm>
            <a:off x="2378647" y="4046796"/>
            <a:ext cx="9545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p>
        </p:txBody>
      </p:sp>
      <p:sp>
        <p:nvSpPr>
          <p:cNvPr id="49" name="Rectangle: Rounded Corners 44">
            <a:extLst>
              <a:ext uri="{FF2B5EF4-FFF2-40B4-BE49-F238E27FC236}">
                <a16:creationId xmlns:a16="http://schemas.microsoft.com/office/drawing/2014/main" id="{987D8173-67DF-4CED-EDA4-ACF49416C136}"/>
              </a:ext>
            </a:extLst>
          </p:cNvPr>
          <p:cNvSpPr/>
          <p:nvPr/>
        </p:nvSpPr>
        <p:spPr>
          <a:xfrm>
            <a:off x="2636257" y="3939203"/>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chemeClr val="bg1"/>
                </a:solidFill>
              </a:rPr>
              <a:t>[Código]</a:t>
            </a:r>
          </a:p>
        </p:txBody>
      </p:sp>
      <p:cxnSp>
        <p:nvCxnSpPr>
          <p:cNvPr id="51" name="Conector: angular 50">
            <a:extLst>
              <a:ext uri="{FF2B5EF4-FFF2-40B4-BE49-F238E27FC236}">
                <a16:creationId xmlns:a16="http://schemas.microsoft.com/office/drawing/2014/main" id="{5D0E5D4D-5439-FB6D-47B4-B04B2744147F}"/>
              </a:ext>
            </a:extLst>
          </p:cNvPr>
          <p:cNvCxnSpPr>
            <a:cxnSpLocks/>
            <a:stCxn id="67" idx="2"/>
            <a:endCxn id="48" idx="1"/>
          </p:cNvCxnSpPr>
          <p:nvPr/>
        </p:nvCxnSpPr>
        <p:spPr>
          <a:xfrm rot="16200000" flipH="1">
            <a:off x="1781993" y="3772576"/>
            <a:ext cx="601336" cy="591972"/>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6" name="10 Rectángulo">
            <a:extLst>
              <a:ext uri="{FF2B5EF4-FFF2-40B4-BE49-F238E27FC236}">
                <a16:creationId xmlns:a16="http://schemas.microsoft.com/office/drawing/2014/main" id="{4E1AEC39-E24B-4656-DB50-47E7FFC9B4BC}"/>
              </a:ext>
            </a:extLst>
          </p:cNvPr>
          <p:cNvSpPr/>
          <p:nvPr/>
        </p:nvSpPr>
        <p:spPr>
          <a:xfrm>
            <a:off x="1103284" y="2850446"/>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ES" sz="800">
                <a:solidFill>
                  <a:srgbClr val="696158"/>
                </a:solidFill>
                <a:latin typeface="Calibri"/>
              </a:rPr>
              <a:t>[Por completar]</a:t>
            </a: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67" name="10 Rectángulo">
            <a:extLst>
              <a:ext uri="{FF2B5EF4-FFF2-40B4-BE49-F238E27FC236}">
                <a16:creationId xmlns:a16="http://schemas.microsoft.com/office/drawing/2014/main" id="{5823347C-6CE0-CDC7-A02D-43CAB0369E8F}"/>
              </a:ext>
            </a:extLst>
          </p:cNvPr>
          <p:cNvSpPr/>
          <p:nvPr/>
        </p:nvSpPr>
        <p:spPr>
          <a:xfrm>
            <a:off x="1100677" y="3406512"/>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r>
              <a:rPr kumimoji="0" lang="es-ES" sz="800" b="0" i="0" u="none" strike="noStrike" kern="1200" cap="none" spc="0" normalizeH="0" baseline="0" noProof="0" err="1">
                <a:ln>
                  <a:noFill/>
                </a:ln>
                <a:solidFill>
                  <a:srgbClr val="696158"/>
                </a:solidFill>
                <a:effectLst/>
                <a:uLnTx/>
                <a:uFillTx/>
                <a:latin typeface="Calibri"/>
                <a:ea typeface="+mn-ea"/>
                <a:cs typeface="+mn-cs"/>
              </a:rPr>
              <a:t/>
            </a:r>
            <a:r>
              <a:rPr kumimoji="0" lang="es-ES" sz="800" b="0" i="0" u="none" strike="noStrike" kern="1200" cap="none" spc="0" normalizeH="0" baseline="0" noProof="0">
                <a:ln>
                  <a:noFill/>
                </a:ln>
                <a:solidFill>
                  <a:srgbClr val="696158"/>
                </a:solidFill>
                <a:effectLst/>
                <a:uLnTx/>
                <a:uFillTx/>
                <a:latin typeface="Calibri"/>
                <a:ea typeface="+mn-ea"/>
                <a:cs typeface="+mn-cs"/>
              </a:rPr>
              <a:t/>
            </a:r>
            <a:endParaRPr lang="es-ES" sz="800">
              <a:solidFill>
                <a:srgbClr val="696158"/>
              </a:solidFill>
              <a:latin typeface="Calibri"/>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69" name="Conector recto de flecha 68">
            <a:extLst>
              <a:ext uri="{FF2B5EF4-FFF2-40B4-BE49-F238E27FC236}">
                <a16:creationId xmlns:a16="http://schemas.microsoft.com/office/drawing/2014/main" id="{227A24E3-2E89-3675-E0D1-A20C39359ECB}"/>
              </a:ext>
            </a:extLst>
          </p:cNvPr>
          <p:cNvCxnSpPr>
            <a:cxnSpLocks/>
            <a:stCxn id="12" idx="4"/>
            <a:endCxn id="66" idx="0"/>
          </p:cNvCxnSpPr>
          <p:nvPr/>
        </p:nvCxnSpPr>
        <p:spPr>
          <a:xfrm>
            <a:off x="1786674" y="2664490"/>
            <a:ext cx="2608" cy="18595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E93A060D-1750-CA93-36DC-8E4826CE557A}"/>
              </a:ext>
            </a:extLst>
          </p:cNvPr>
          <p:cNvCxnSpPr>
            <a:cxnSpLocks/>
            <a:stCxn id="66" idx="2"/>
            <a:endCxn id="67" idx="0"/>
          </p:cNvCxnSpPr>
          <p:nvPr/>
        </p:nvCxnSpPr>
        <p:spPr>
          <a:xfrm flipH="1">
            <a:off x="1786675" y="3211828"/>
            <a:ext cx="2607" cy="19468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4" name="Rombo 83">
            <a:extLst>
              <a:ext uri="{FF2B5EF4-FFF2-40B4-BE49-F238E27FC236}">
                <a16:creationId xmlns:a16="http://schemas.microsoft.com/office/drawing/2014/main" id="{037EE39D-5FBC-3F84-8F0B-3F2A03617D68}"/>
              </a:ext>
            </a:extLst>
          </p:cNvPr>
          <p:cNvSpPr/>
          <p:nvPr/>
        </p:nvSpPr>
        <p:spPr>
          <a:xfrm>
            <a:off x="3687986" y="3323185"/>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88" name="Rombo 87">
            <a:extLst>
              <a:ext uri="{FF2B5EF4-FFF2-40B4-BE49-F238E27FC236}">
                <a16:creationId xmlns:a16="http://schemas.microsoft.com/office/drawing/2014/main" id="{33EB0C0B-AFC2-2F68-326F-13BDCBA05801}"/>
              </a:ext>
            </a:extLst>
          </p:cNvPr>
          <p:cNvSpPr/>
          <p:nvPr/>
        </p:nvSpPr>
        <p:spPr>
          <a:xfrm>
            <a:off x="3678361" y="4842643"/>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89" name="Conector recto de flecha 88">
            <a:extLst>
              <a:ext uri="{FF2B5EF4-FFF2-40B4-BE49-F238E27FC236}">
                <a16:creationId xmlns:a16="http://schemas.microsoft.com/office/drawing/2014/main" id="{CC81BBF0-68F0-BDD3-B45D-1A2F3EA045EA}"/>
              </a:ext>
            </a:extLst>
          </p:cNvPr>
          <p:cNvCxnSpPr>
            <a:cxnSpLocks/>
            <a:stCxn id="84" idx="2"/>
            <a:endCxn id="88" idx="0"/>
          </p:cNvCxnSpPr>
          <p:nvPr/>
        </p:nvCxnSpPr>
        <p:spPr>
          <a:xfrm flipH="1">
            <a:off x="4164454" y="4194404"/>
            <a:ext cx="9625" cy="648239"/>
          </a:xfrm>
          <a:prstGeom prst="straightConnector1">
            <a:avLst/>
          </a:prstGeom>
          <a:ln w="9525" cap="rnd">
            <a:solidFill>
              <a:srgbClr val="C00000"/>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 name="Oval 13">
            <a:extLst>
              <a:ext uri="{FF2B5EF4-FFF2-40B4-BE49-F238E27FC236}">
                <a16:creationId xmlns:a16="http://schemas.microsoft.com/office/drawing/2014/main" id="{2AEE3E3F-2AB3-7D13-11EA-FD9765769537}"/>
              </a:ext>
            </a:extLst>
          </p:cNvPr>
          <p:cNvSpPr>
            <a:spLocks noChangeAspect="1"/>
          </p:cNvSpPr>
          <p:nvPr/>
        </p:nvSpPr>
        <p:spPr>
          <a:xfrm>
            <a:off x="6751289" y="4954812"/>
            <a:ext cx="1141042" cy="642028"/>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r>
              <a:rPr lang="es-CL" sz="800">
                <a:solidFill>
                  <a:srgbClr val="696158"/>
                </a:solidFill>
              </a:rPr>
              <a:t>[Por completar]</a:t>
            </a:r>
            <a:endParaRPr lang="es-CL" sz="600">
              <a:solidFill>
                <a:srgbClr val="696158"/>
              </a:solidFill>
            </a:endParaRPr>
          </a:p>
        </p:txBody>
      </p:sp>
      <p:sp>
        <p:nvSpPr>
          <p:cNvPr id="14" name="CuadroTexto 13">
            <a:extLst>
              <a:ext uri="{FF2B5EF4-FFF2-40B4-BE49-F238E27FC236}">
                <a16:creationId xmlns:a16="http://schemas.microsoft.com/office/drawing/2014/main" id="{36DFF9D0-ADD5-89EA-6C7B-7AE1B6E9DF80}"/>
              </a:ext>
            </a:extLst>
          </p:cNvPr>
          <p:cNvSpPr txBox="1"/>
          <p:nvPr/>
        </p:nvSpPr>
        <p:spPr>
          <a:xfrm>
            <a:off x="7137776" y="6283303"/>
            <a:ext cx="2172122" cy="151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700">
                <a:solidFill>
                  <a:schemeClr val="tx1"/>
                </a:solidFill>
              </a:rPr>
              <a:t>[Por completar]</a:t>
            </a:r>
            <a:r>
              <a:rPr lang="es-ES" sz="700">
                <a:solidFill>
                  <a:schemeClr val="tx1"/>
                </a:solidFill>
              </a:rPr>
              <a:t/>
            </a:r>
            <a:endParaRPr lang="en-US" sz="700">
              <a:solidFill>
                <a:schemeClr val="tx1"/>
              </a:solidFill>
            </a:endParaRPr>
          </a:p>
        </p:txBody>
      </p:sp>
      <p:sp>
        <p:nvSpPr>
          <p:cNvPr id="6" name="Rombo 5">
            <a:extLst>
              <a:ext uri="{FF2B5EF4-FFF2-40B4-BE49-F238E27FC236}">
                <a16:creationId xmlns:a16="http://schemas.microsoft.com/office/drawing/2014/main" id="{D96E25F2-B747-BBF0-C223-79F14035B400}"/>
              </a:ext>
            </a:extLst>
          </p:cNvPr>
          <p:cNvSpPr/>
          <p:nvPr/>
        </p:nvSpPr>
        <p:spPr>
          <a:xfrm>
            <a:off x="4402907" y="2106234"/>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9" name="Rectangle: Rounded Corners 14">
            <a:extLst>
              <a:ext uri="{FF2B5EF4-FFF2-40B4-BE49-F238E27FC236}">
                <a16:creationId xmlns:a16="http://schemas.microsoft.com/office/drawing/2014/main" id="{9C5ABFF1-4613-F506-D2AF-C85E12E0EB34}"/>
              </a:ext>
            </a:extLst>
          </p:cNvPr>
          <p:cNvSpPr/>
          <p:nvPr/>
        </p:nvSpPr>
        <p:spPr>
          <a:xfrm>
            <a:off x="6818539" y="2216494"/>
            <a:ext cx="9545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p>
        </p:txBody>
      </p:sp>
      <p:sp>
        <p:nvSpPr>
          <p:cNvPr id="10" name="Rectangle: Rounded Corners 44">
            <a:extLst>
              <a:ext uri="{FF2B5EF4-FFF2-40B4-BE49-F238E27FC236}">
                <a16:creationId xmlns:a16="http://schemas.microsoft.com/office/drawing/2014/main" id="{8A4E0210-FCFB-48BD-7087-C5972FC426DA}"/>
              </a:ext>
            </a:extLst>
          </p:cNvPr>
          <p:cNvSpPr/>
          <p:nvPr/>
        </p:nvSpPr>
        <p:spPr>
          <a:xfrm>
            <a:off x="7085674" y="2108901"/>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chemeClr val="bg1"/>
                </a:solidFill>
              </a:rPr>
              <a:t>[Código]</a:t>
            </a:r>
          </a:p>
        </p:txBody>
      </p:sp>
      <p:sp>
        <p:nvSpPr>
          <p:cNvPr id="13" name="Oval 13">
            <a:extLst>
              <a:ext uri="{FF2B5EF4-FFF2-40B4-BE49-F238E27FC236}">
                <a16:creationId xmlns:a16="http://schemas.microsoft.com/office/drawing/2014/main" id="{C6F0179B-59C4-5234-B853-22B5E8CC3C89}"/>
              </a:ext>
            </a:extLst>
          </p:cNvPr>
          <p:cNvSpPr>
            <a:spLocks noChangeAspect="1"/>
          </p:cNvSpPr>
          <p:nvPr/>
        </p:nvSpPr>
        <p:spPr>
          <a:xfrm>
            <a:off x="8008194" y="2001843"/>
            <a:ext cx="1141042" cy="107963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r>
              <a:rPr lang="es-CL" sz="700">
                <a:solidFill>
                  <a:srgbClr val="696158"/>
                </a:solidFill>
              </a:rPr>
              <a:t>[Por completar]</a:t>
            </a:r>
          </a:p>
          <a:p>
            <a:pPr algn="ctr">
              <a:buFont typeface="Trebuchet MS" panose="020B0603020202020204" pitchFamily="34" charset="0"/>
              <a:buChar char="​"/>
            </a:pPr>
            <a:r>
              <a:rPr lang="es-CL" sz="700">
                <a:solidFill>
                  <a:srgbClr val="696158"/>
                </a:solidFill>
              </a:rPr>
              <a:t>[Por completar]</a:t>
            </a:r>
          </a:p>
        </p:txBody>
      </p:sp>
      <p:cxnSp>
        <p:nvCxnSpPr>
          <p:cNvPr id="16" name="Conector: angular 15">
            <a:extLst>
              <a:ext uri="{FF2B5EF4-FFF2-40B4-BE49-F238E27FC236}">
                <a16:creationId xmlns:a16="http://schemas.microsoft.com/office/drawing/2014/main" id="{C78431B9-A041-BADA-9DE7-EDEDD971F903}"/>
              </a:ext>
            </a:extLst>
          </p:cNvPr>
          <p:cNvCxnSpPr>
            <a:stCxn id="84" idx="0"/>
            <a:endCxn id="6" idx="1"/>
          </p:cNvCxnSpPr>
          <p:nvPr/>
        </p:nvCxnSpPr>
        <p:spPr>
          <a:xfrm rot="5400000" flipH="1" flipV="1">
            <a:off x="3897823" y="2818101"/>
            <a:ext cx="781341" cy="228828"/>
          </a:xfrm>
          <a:prstGeom prst="bentConnector2">
            <a:avLst/>
          </a:prstGeom>
          <a:ln w="9525" cap="rnd">
            <a:solidFill>
              <a:srgbClr val="C00000"/>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E43CA10B-207F-A32C-F1B5-D441FA907044}"/>
              </a:ext>
            </a:extLst>
          </p:cNvPr>
          <p:cNvCxnSpPr>
            <a:stCxn id="6" idx="3"/>
            <a:endCxn id="9" idx="1"/>
          </p:cNvCxnSpPr>
          <p:nvPr/>
        </p:nvCxnSpPr>
        <p:spPr>
          <a:xfrm flipV="1">
            <a:off x="5375093" y="2538928"/>
            <a:ext cx="1443446" cy="291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7B2F8C00-800B-2B81-D210-DE3127D86E0A}"/>
              </a:ext>
            </a:extLst>
          </p:cNvPr>
          <p:cNvCxnSpPr>
            <a:stCxn id="84" idx="3"/>
            <a:endCxn id="11" idx="2"/>
          </p:cNvCxnSpPr>
          <p:nvPr/>
        </p:nvCxnSpPr>
        <p:spPr>
          <a:xfrm>
            <a:off x="4660172" y="3758795"/>
            <a:ext cx="1185227" cy="535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7" name="Conector: angular 26">
            <a:extLst>
              <a:ext uri="{FF2B5EF4-FFF2-40B4-BE49-F238E27FC236}">
                <a16:creationId xmlns:a16="http://schemas.microsoft.com/office/drawing/2014/main" id="{2E416965-1558-BAA2-168C-42D803EFAB9E}"/>
              </a:ext>
            </a:extLst>
          </p:cNvPr>
          <p:cNvCxnSpPr>
            <a:stCxn id="6" idx="2"/>
            <a:endCxn id="11" idx="0"/>
          </p:cNvCxnSpPr>
          <p:nvPr/>
        </p:nvCxnSpPr>
        <p:spPr>
          <a:xfrm rot="16200000" flipH="1">
            <a:off x="5422139" y="2444314"/>
            <a:ext cx="460643" cy="1526920"/>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308CE5BF-4EF6-75B1-27FE-F717CC2DFD84}"/>
              </a:ext>
            </a:extLst>
          </p:cNvPr>
          <p:cNvSpPr txBox="1"/>
          <p:nvPr/>
        </p:nvSpPr>
        <p:spPr>
          <a:xfrm>
            <a:off x="5489766" y="3059452"/>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33" name="CuadroTexto 32">
            <a:extLst>
              <a:ext uri="{FF2B5EF4-FFF2-40B4-BE49-F238E27FC236}">
                <a16:creationId xmlns:a16="http://schemas.microsoft.com/office/drawing/2014/main" id="{00CE367B-D14D-27F5-548C-6A3296354E1E}"/>
              </a:ext>
            </a:extLst>
          </p:cNvPr>
          <p:cNvSpPr txBox="1"/>
          <p:nvPr/>
        </p:nvSpPr>
        <p:spPr>
          <a:xfrm>
            <a:off x="5093053" y="2239047"/>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cxnSp>
        <p:nvCxnSpPr>
          <p:cNvPr id="38" name="Conector recto de flecha 37">
            <a:extLst>
              <a:ext uri="{FF2B5EF4-FFF2-40B4-BE49-F238E27FC236}">
                <a16:creationId xmlns:a16="http://schemas.microsoft.com/office/drawing/2014/main" id="{3F56D385-4F2E-DB0B-E56D-AE3041CB6562}"/>
              </a:ext>
            </a:extLst>
          </p:cNvPr>
          <p:cNvCxnSpPr>
            <a:cxnSpLocks/>
            <a:stCxn id="9" idx="3"/>
            <a:endCxn id="13" idx="2"/>
          </p:cNvCxnSpPr>
          <p:nvPr/>
        </p:nvCxnSpPr>
        <p:spPr>
          <a:xfrm>
            <a:off x="7773049" y="2538928"/>
            <a:ext cx="235145" cy="273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E2D4D0AC-4ECE-EA46-7AA7-FB53B838AC31}"/>
              </a:ext>
            </a:extLst>
          </p:cNvPr>
          <p:cNvCxnSpPr>
            <a:stCxn id="88" idx="3"/>
            <a:endCxn id="4" idx="2"/>
          </p:cNvCxnSpPr>
          <p:nvPr/>
        </p:nvCxnSpPr>
        <p:spPr>
          <a:xfrm flipV="1">
            <a:off x="4650547" y="5275826"/>
            <a:ext cx="2100742" cy="242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44">
            <a:extLst>
              <a:ext uri="{FF2B5EF4-FFF2-40B4-BE49-F238E27FC236}">
                <a16:creationId xmlns:a16="http://schemas.microsoft.com/office/drawing/2014/main" id="{D1FAD7BA-7FB2-2E0E-FD90-1A093225A62C}"/>
              </a:ext>
            </a:extLst>
          </p:cNvPr>
          <p:cNvCxnSpPr>
            <a:cxnSpLocks/>
            <a:stCxn id="48" idx="3"/>
            <a:endCxn id="84" idx="1"/>
          </p:cNvCxnSpPr>
          <p:nvPr/>
        </p:nvCxnSpPr>
        <p:spPr>
          <a:xfrm flipV="1">
            <a:off x="3333157" y="3758795"/>
            <a:ext cx="354829" cy="61043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angular 40">
            <a:extLst>
              <a:ext uri="{FF2B5EF4-FFF2-40B4-BE49-F238E27FC236}">
                <a16:creationId xmlns:a16="http://schemas.microsoft.com/office/drawing/2014/main" id="{7147C48A-6AC2-1774-6D2E-424E1DF6CA1C}"/>
              </a:ext>
            </a:extLst>
          </p:cNvPr>
          <p:cNvCxnSpPr>
            <a:cxnSpLocks/>
            <a:stCxn id="88" idx="1"/>
            <a:endCxn id="48" idx="2"/>
          </p:cNvCxnSpPr>
          <p:nvPr/>
        </p:nvCxnSpPr>
        <p:spPr>
          <a:xfrm rot="10800000">
            <a:off x="2855903" y="4691663"/>
            <a:ext cx="822459" cy="586590"/>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3" name="10 Rectángulo">
            <a:extLst>
              <a:ext uri="{FF2B5EF4-FFF2-40B4-BE49-F238E27FC236}">
                <a16:creationId xmlns:a16="http://schemas.microsoft.com/office/drawing/2014/main" id="{06D1A4B1-7565-DE3E-8BB4-5C14996ACA62}"/>
              </a:ext>
            </a:extLst>
          </p:cNvPr>
          <p:cNvSpPr/>
          <p:nvPr/>
        </p:nvSpPr>
        <p:spPr>
          <a:xfrm>
            <a:off x="5600659" y="2260948"/>
            <a:ext cx="972186" cy="547543"/>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[Código]</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ES" sz="800">
                <a:solidFill>
                  <a:srgbClr val="696158"/>
                </a:solidFill>
                <a:latin typeface="Calibri"/>
              </a:rPr>
              <a:t>[Por completar]</a:t>
            </a: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07AB3DC2-BE1C-5D17-2AF2-558186DA3A69}"/>
              </a:ext>
            </a:extLst>
          </p:cNvPr>
          <p:cNvSpPr txBox="1"/>
          <p:nvPr/>
        </p:nvSpPr>
        <p:spPr>
          <a:xfrm>
            <a:off x="4022274" y="422283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Tree>
    <p:extLst>
      <p:ext uri="{BB962C8B-B14F-4D97-AF65-F5344CB8AC3E}">
        <p14:creationId xmlns:p14="http://schemas.microsoft.com/office/powerpoint/2010/main" val="17812910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3AF26-4B51-583C-B521-2CD7FA8FD8AA}"/>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0057104-865F-12FC-22DE-8F700F9662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A0057104-865F-12FC-22DE-8F700F9662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6" name="Text Placeholder 3">
            <a:extLst>
              <a:ext uri="{FF2B5EF4-FFF2-40B4-BE49-F238E27FC236}">
                <a16:creationId xmlns:a16="http://schemas.microsoft.com/office/drawing/2014/main" id="{6CD8C929-F0E0-7718-AFFC-FE8204808FFC}"/>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D1543FB2-353A-A51A-8838-F14EBB92CB16}"/>
              </a:ext>
            </a:extLst>
          </p:cNvPr>
          <p:cNvSpPr txBox="1">
            <a:spLocks/>
          </p:cNvSpPr>
          <p:nvPr/>
        </p:nvSpPr>
        <p:spPr>
          <a:xfrm>
            <a:off x="630000" y="183515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ES" sz="1400">
                <a:solidFill>
                  <a:schemeClr val="bg1"/>
                </a:solidFill>
              </a:rPr>
              <a:t>[Por completar]</a:t>
            </a:r>
            <a:r>
              <a:rPr lang="es-ES" sz="1400" err="1">
                <a:solidFill>
                  <a:schemeClr val="bg1"/>
                </a:solidFill>
              </a:rPr>
              <a:t/>
            </a:r>
            <a:r>
              <a:rPr lang="es-ES" sz="1400">
                <a:solidFill>
                  <a:schemeClr val="bg1"/>
                </a:solidFill>
              </a:rPr>
              <a:t/>
            </a:r>
            <a:endParaRPr lang="es-CL" sz="1400">
              <a:solidFill>
                <a:schemeClr val="bg1"/>
              </a:solidFill>
            </a:endParaRPr>
          </a:p>
        </p:txBody>
      </p:sp>
      <p:sp>
        <p:nvSpPr>
          <p:cNvPr id="35" name="Rectangle: Rounded Corners 34">
            <a:extLst>
              <a:ext uri="{FF2B5EF4-FFF2-40B4-BE49-F238E27FC236}">
                <a16:creationId xmlns:a16="http://schemas.microsoft.com/office/drawing/2014/main" id="{E3C2A608-D7FE-3321-125A-1E03FABC77EC}"/>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D538D308-18B4-DB20-3BEB-C5E2F14CA737}"/>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ES" sz="1050">
                <a:solidFill>
                  <a:srgbClr val="37373A"/>
                </a:solidFill>
              </a:rPr>
              <a:t>[Objetivo del subproceso]</a:t>
            </a:r>
          </a:p>
        </p:txBody>
      </p:sp>
      <p:sp>
        <p:nvSpPr>
          <p:cNvPr id="53" name="Rectangle 52">
            <a:extLst>
              <a:ext uri="{FF2B5EF4-FFF2-40B4-BE49-F238E27FC236}">
                <a16:creationId xmlns:a16="http://schemas.microsoft.com/office/drawing/2014/main" id="{DA3632E8-AC77-502E-AB03-C0E1723DEEEC}"/>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8354A687-38FF-D750-DBC6-CD059E86D7EF}"/>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ES" sz="2400"/>
              <a:t/>
            </a:r>
            <a:endParaRPr lang="es-CL"/>
          </a:p>
        </p:txBody>
      </p:sp>
      <p:grpSp>
        <p:nvGrpSpPr>
          <p:cNvPr id="25" name="Group 24">
            <a:extLst>
              <a:ext uri="{FF2B5EF4-FFF2-40B4-BE49-F238E27FC236}">
                <a16:creationId xmlns:a16="http://schemas.microsoft.com/office/drawing/2014/main" id="{6847A4CE-4583-F98D-4FB0-DE9FF214DB93}"/>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A140E524-AF24-AC37-1519-357F50F254AA}"/>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1DC2BA54-6852-D6B2-0BF6-BD158B9DAF76}"/>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B</a:t>
              </a:r>
            </a:p>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C</a:t>
              </a: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39E0B0A8-C55F-C982-3D81-F8B346C5625B}"/>
              </a:ext>
            </a:extLst>
          </p:cNvPr>
          <p:cNvGrpSpPr/>
          <p:nvPr/>
        </p:nvGrpSpPr>
        <p:grpSpPr>
          <a:xfrm>
            <a:off x="9521302" y="2079312"/>
            <a:ext cx="2397796" cy="1328789"/>
            <a:chOff x="9521302" y="3000808"/>
            <a:chExt cx="2397796" cy="1328789"/>
          </a:xfrm>
        </p:grpSpPr>
        <p:sp>
          <p:nvSpPr>
            <p:cNvPr id="58" name="Rectangle: Rounded Corners 57">
              <a:extLst>
                <a:ext uri="{FF2B5EF4-FFF2-40B4-BE49-F238E27FC236}">
                  <a16:creationId xmlns:a16="http://schemas.microsoft.com/office/drawing/2014/main" id="{04CFF0B9-D6DC-4713-591E-EA63A9AE3E3F}"/>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5BD7F0AB-5FCA-9056-4642-99A57041462E}"/>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p>
            <a:p>
              <a:pPr marL="284400" lvl="1" indent="-172800">
                <a:lnSpc>
                  <a:spcPct val="90000"/>
                </a:lnSpc>
                <a:buClr>
                  <a:schemeClr val="tx2"/>
                </a:buClr>
                <a:buFont typeface="Arial" panose="020B0604020202020204" pitchFamily="34" charset="0"/>
                <a:buChar char="•"/>
              </a:pPr>
              <a:r>
                <a:rPr lang="es-ES" sz="1100">
                  <a:solidFill>
                    <a:schemeClr val="tx1"/>
                  </a:solidFill>
                  <a:sym typeface="Rosario"/>
                </a:rPr>
                <a:t>[Por completar]</a:t>
              </a:r>
              <a:endParaRPr lang="en-US" sz="1100">
                <a:solidFill>
                  <a:srgbClr val="FFFFFF"/>
                </a:solidFill>
              </a:endParaRPr>
            </a:p>
            <a:p>
              <a:pPr marL="111125" lvl="1" indent="0">
                <a:lnSpc>
                  <a:spcPct val="90000"/>
                </a:lnSpc>
                <a:spcAft>
                  <a:spcPts val="300"/>
                </a:spcAft>
                <a:buNone/>
              </a:pPr>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F86435AB-BFF8-650E-9FBB-6A929EA72096}"/>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3B2D8EC0-EE8C-A744-87B7-E93CDB4C2030}"/>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D1A7794A-23BC-EC35-C3BE-57830827DE71}"/>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buClr>
                  <a:schemeClr val="tx2"/>
                </a:buClr>
                <a:buFont typeface="Arial" panose="020B0604020202020204" pitchFamily="34" charset="0"/>
                <a:buChar char="•"/>
              </a:pPr>
              <a:r>
                <a:rPr lang="es-ES" sz="1100">
                  <a:solidFill>
                    <a:schemeClr val="tx1"/>
                  </a:solidFill>
                  <a:sym typeface="Trebuchet MS" panose="020B0603020202020204" pitchFamily="34" charset="0"/>
                </a:rPr>
                <a:t>[Por completar]</a:t>
              </a:r>
              <a:endParaRPr lang="es-ES" sz="1050"/>
            </a:p>
            <a:p>
              <a:pPr marL="283845" lvl="1" indent="-172720">
                <a:lnSpc>
                  <a:spcPct val="90000"/>
                </a:lnSpc>
                <a:buClr>
                  <a:schemeClr val="tx2"/>
                </a:buClr>
                <a:buFont typeface="Arial" panose="020B0604020202020204" pitchFamily="34" charset="0"/>
                <a:buChar char="•"/>
              </a:pPr>
              <a:r>
                <a:rPr lang="es-ES" sz="1100" spc="-40">
                  <a:solidFill>
                    <a:schemeClr val="tx1"/>
                  </a:solidFill>
                  <a:sym typeface="Trebuchet MS" panose="020B0603020202020204" pitchFamily="34" charset="0"/>
                </a:rPr>
                <a:t>[Por completar]</a:t>
              </a:r>
              <a:endParaRPr lang="es-ES" sz="1100" spc="-40">
                <a:solidFill>
                  <a:schemeClr val="tx1"/>
                </a:solidFill>
                <a:ea typeface="Calibri"/>
                <a:cs typeface="Calibri"/>
              </a:endParaRPr>
            </a:p>
            <a:p>
              <a:pPr marL="283845" lvl="1" indent="-172720">
                <a:lnSpc>
                  <a:spcPct val="90000"/>
                </a:lnSpc>
                <a:buClr>
                  <a:schemeClr val="tx2"/>
                </a:buClr>
                <a:buFont typeface="Arial" panose="020B0604020202020204" pitchFamily="34" charset="0"/>
                <a:buChar char="•"/>
              </a:pPr>
              <a:r>
                <a:rPr lang="es-ES" sz="1100">
                  <a:solidFill>
                    <a:schemeClr val="tx1"/>
                  </a:solidFill>
                  <a:sym typeface="Trebuchet MS" panose="020B0603020202020204" pitchFamily="34" charset="0"/>
                </a:rPr>
                <a:t>[Por completar]</a:t>
              </a:r>
              <a:endParaRPr lang="es-ES" sz="1100">
                <a:solidFill>
                  <a:schemeClr val="tx1"/>
                </a:solidFill>
                <a:ea typeface="Calibri"/>
                <a:cs typeface="Calibri"/>
              </a:endParaRPr>
            </a:p>
            <a:p>
              <a:pPr lvl="1"/>
              <a:r>
                <a:rPr lang="es-CL" sz="1100">
                  <a:sym typeface="+mn-lt"/>
                </a:rPr>
                <a:t>[Por completar]</a:t>
              </a:r>
            </a:p>
            <a:p>
              <a:pPr lvl="1"/>
              <a:r>
                <a:rPr lang="es-CL" sz="1100">
                  <a:sym typeface="+mn-lt"/>
                </a:rPr>
                <a:t>[Por completar]</a:t>
              </a: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3DC9C894-1395-FF18-257C-7C02DFD986C9}"/>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8FE2DEEC-80AB-DC36-2D2F-2BD76214EC97}"/>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896C5EE1-732F-454D-0CE0-DEC7ADD056A1}"/>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sym typeface="+mn-lt"/>
                </a:rPr>
                <a:t>[Por completar]</a:t>
              </a:r>
            </a:p>
            <a:p>
              <a:pPr marL="323850" lvl="1" indent="-215900"/>
              <a:endParaRPr lang="es-CL" sz="1100">
                <a:latin typeface="+mn-lt"/>
                <a:ea typeface="Calibri"/>
                <a:cs typeface="Calibri"/>
              </a:endParaRPr>
            </a:p>
          </p:txBody>
        </p:sp>
      </p:grpSp>
      <p:sp>
        <p:nvSpPr>
          <p:cNvPr id="28" name="Rectangle: Rounded Corners 27">
            <a:extLst>
              <a:ext uri="{FF2B5EF4-FFF2-40B4-BE49-F238E27FC236}">
                <a16:creationId xmlns:a16="http://schemas.microsoft.com/office/drawing/2014/main" id="{B80DCD25-2A36-0509-C801-44D0255898F6}"/>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p>
        </p:txBody>
      </p:sp>
      <p:sp>
        <p:nvSpPr>
          <p:cNvPr id="7" name="Rectangle: Rounded Corners 3">
            <a:extLst>
              <a:ext uri="{FF2B5EF4-FFF2-40B4-BE49-F238E27FC236}">
                <a16:creationId xmlns:a16="http://schemas.microsoft.com/office/drawing/2014/main" id="{C7858D36-1942-D483-BD9E-9FFDB78E9F3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18" name="Rectangle: Rounded Corners 36">
            <a:extLst>
              <a:ext uri="{FF2B5EF4-FFF2-40B4-BE49-F238E27FC236}">
                <a16:creationId xmlns:a16="http://schemas.microsoft.com/office/drawing/2014/main" id="{D057F483-5008-5FEB-E9B7-D3F900F52D8B}"/>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11" name="Oval 13">
            <a:extLst>
              <a:ext uri="{FF2B5EF4-FFF2-40B4-BE49-F238E27FC236}">
                <a16:creationId xmlns:a16="http://schemas.microsoft.com/office/drawing/2014/main" id="{2D790F8C-28C2-B52D-F1CB-916F5AD731A3}"/>
              </a:ext>
            </a:extLst>
          </p:cNvPr>
          <p:cNvSpPr>
            <a:spLocks noChangeAspect="1"/>
          </p:cNvSpPr>
          <p:nvPr/>
        </p:nvSpPr>
        <p:spPr>
          <a:xfrm>
            <a:off x="6469616" y="2051834"/>
            <a:ext cx="1141042" cy="6521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r>
              <a:rPr lang="es-CL" sz="800">
                <a:solidFill>
                  <a:srgbClr val="696158"/>
                </a:solidFill>
              </a:rPr>
              <a:t>[Por completar]</a:t>
            </a:r>
          </a:p>
        </p:txBody>
      </p:sp>
      <p:sp>
        <p:nvSpPr>
          <p:cNvPr id="12" name="Oval 32">
            <a:extLst>
              <a:ext uri="{FF2B5EF4-FFF2-40B4-BE49-F238E27FC236}">
                <a16:creationId xmlns:a16="http://schemas.microsoft.com/office/drawing/2014/main" id="{3C6969FA-2B4C-7D8A-7109-A6987377EE33}"/>
              </a:ext>
            </a:extLst>
          </p:cNvPr>
          <p:cNvSpPr>
            <a:spLocks noChangeAspect="1"/>
          </p:cNvSpPr>
          <p:nvPr/>
        </p:nvSpPr>
        <p:spPr>
          <a:xfrm>
            <a:off x="1279186" y="2028696"/>
            <a:ext cx="1014975" cy="635794"/>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3152" tIns="36576"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p>
          <a:p>
            <a:pPr algn="ctr"/>
            <a:r>
              <a:rPr lang="es-ES" sz="900">
                <a:solidFill>
                  <a:schemeClr val="tx1"/>
                </a:solidFill>
              </a:rPr>
              <a:t>[Por completar]</a:t>
            </a:r>
          </a:p>
          <a:p>
            <a:pPr algn="ctr"/>
            <a:r>
              <a:rPr lang="es-ES" sz="900">
                <a:solidFill>
                  <a:schemeClr val="tx1"/>
                </a:solidFill>
              </a:rPr>
              <a:t>Fase D</a:t>
            </a:r>
          </a:p>
        </p:txBody>
      </p:sp>
      <p:sp>
        <p:nvSpPr>
          <p:cNvPr id="31" name="CuadroTexto 30">
            <a:extLst>
              <a:ext uri="{FF2B5EF4-FFF2-40B4-BE49-F238E27FC236}">
                <a16:creationId xmlns:a16="http://schemas.microsoft.com/office/drawing/2014/main" id="{B536E0BC-9AAC-3A66-3D12-A01F03B7CF8E}"/>
              </a:ext>
            </a:extLst>
          </p:cNvPr>
          <p:cNvSpPr txBox="1"/>
          <p:nvPr/>
        </p:nvSpPr>
        <p:spPr>
          <a:xfrm>
            <a:off x="5182711" y="2411480"/>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32" name="CuadroTexto 31">
            <a:extLst>
              <a:ext uri="{FF2B5EF4-FFF2-40B4-BE49-F238E27FC236}">
                <a16:creationId xmlns:a16="http://schemas.microsoft.com/office/drawing/2014/main" id="{DD827188-D6E2-58E8-5FE0-90E83F207BCF}"/>
              </a:ext>
            </a:extLst>
          </p:cNvPr>
          <p:cNvSpPr txBox="1"/>
          <p:nvPr/>
        </p:nvSpPr>
        <p:spPr>
          <a:xfrm>
            <a:off x="4646490" y="5634642"/>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4" name="CuadroTexto 43">
            <a:extLst>
              <a:ext uri="{FF2B5EF4-FFF2-40B4-BE49-F238E27FC236}">
                <a16:creationId xmlns:a16="http://schemas.microsoft.com/office/drawing/2014/main" id="{970846FB-FAD3-D6BC-DE70-DB390DECDA53}"/>
              </a:ext>
            </a:extLst>
          </p:cNvPr>
          <p:cNvSpPr txBox="1"/>
          <p:nvPr/>
        </p:nvSpPr>
        <p:spPr>
          <a:xfrm>
            <a:off x="3957374" y="3694457"/>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7" name="CuadroTexto 46">
            <a:extLst>
              <a:ext uri="{FF2B5EF4-FFF2-40B4-BE49-F238E27FC236}">
                <a16:creationId xmlns:a16="http://schemas.microsoft.com/office/drawing/2014/main" id="{13B510A7-1ED8-6908-52DE-A0AB979FBD63}"/>
              </a:ext>
            </a:extLst>
          </p:cNvPr>
          <p:cNvSpPr txBox="1"/>
          <p:nvPr/>
        </p:nvSpPr>
        <p:spPr>
          <a:xfrm>
            <a:off x="4703085" y="4391364"/>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48" name="Rectangle: Rounded Corners 14">
            <a:extLst>
              <a:ext uri="{FF2B5EF4-FFF2-40B4-BE49-F238E27FC236}">
                <a16:creationId xmlns:a16="http://schemas.microsoft.com/office/drawing/2014/main" id="{E604CB51-D4E0-511E-2F73-149B90CA51FF}"/>
              </a:ext>
            </a:extLst>
          </p:cNvPr>
          <p:cNvSpPr/>
          <p:nvPr/>
        </p:nvSpPr>
        <p:spPr>
          <a:xfrm>
            <a:off x="3002864" y="2660534"/>
            <a:ext cx="1094594"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dirty="0">
                <a:solidFill>
                  <a:schemeClr val="tx1"/>
                </a:solidFill>
              </a:rPr>
              <a:t>[Por completar]</a:t>
            </a:r>
          </a:p>
          <a:p>
            <a:pPr algn="ctr"/>
            <a:endParaRPr lang="es-ES" sz="900" dirty="0">
              <a:solidFill>
                <a:schemeClr val="tx1"/>
              </a:solidFill>
            </a:endParaRPr>
          </a:p>
        </p:txBody>
      </p:sp>
      <p:sp>
        <p:nvSpPr>
          <p:cNvPr id="49" name="Rectangle: Rounded Corners 44">
            <a:extLst>
              <a:ext uri="{FF2B5EF4-FFF2-40B4-BE49-F238E27FC236}">
                <a16:creationId xmlns:a16="http://schemas.microsoft.com/office/drawing/2014/main" id="{50B39CC8-5E94-910F-452B-66D06D1E2A4E}"/>
              </a:ext>
            </a:extLst>
          </p:cNvPr>
          <p:cNvSpPr/>
          <p:nvPr/>
        </p:nvSpPr>
        <p:spPr>
          <a:xfrm>
            <a:off x="3358797" y="2493949"/>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chemeClr val="bg1"/>
                </a:solidFill>
              </a:rPr>
              <a:t>[Código]</a:t>
            </a:r>
          </a:p>
        </p:txBody>
      </p:sp>
      <p:sp>
        <p:nvSpPr>
          <p:cNvPr id="66" name="10 Rectángulo">
            <a:extLst>
              <a:ext uri="{FF2B5EF4-FFF2-40B4-BE49-F238E27FC236}">
                <a16:creationId xmlns:a16="http://schemas.microsoft.com/office/drawing/2014/main" id="{7EBDFD40-9F8F-7746-9A70-6684BE00A9A7}"/>
              </a:ext>
            </a:extLst>
          </p:cNvPr>
          <p:cNvSpPr/>
          <p:nvPr/>
        </p:nvSpPr>
        <p:spPr>
          <a:xfrm>
            <a:off x="1103284" y="2850446"/>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ES" sz="800">
                <a:solidFill>
                  <a:srgbClr val="696158"/>
                </a:solidFill>
                <a:latin typeface="Calibri"/>
              </a:rPr>
              <a:t>[Por completar]</a:t>
            </a: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67" name="10 Rectángulo">
            <a:extLst>
              <a:ext uri="{FF2B5EF4-FFF2-40B4-BE49-F238E27FC236}">
                <a16:creationId xmlns:a16="http://schemas.microsoft.com/office/drawing/2014/main" id="{D76E41F8-416B-5932-0809-B81067D1C765}"/>
              </a:ext>
            </a:extLst>
          </p:cNvPr>
          <p:cNvSpPr/>
          <p:nvPr/>
        </p:nvSpPr>
        <p:spPr>
          <a:xfrm>
            <a:off x="1100677" y="3396680"/>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r>
              <a:rPr kumimoji="0" lang="es-ES" sz="800" b="0" i="0" u="none" strike="noStrike" kern="1200" cap="none" spc="0" normalizeH="0" baseline="0" noProof="0" err="1">
                <a:ln>
                  <a:noFill/>
                </a:ln>
                <a:solidFill>
                  <a:srgbClr val="696158"/>
                </a:solidFill>
                <a:effectLst/>
                <a:uLnTx/>
                <a:uFillTx/>
                <a:latin typeface="Calibri"/>
                <a:ea typeface="+mn-ea"/>
                <a:cs typeface="+mn-cs"/>
              </a:rPr>
              <a:t/>
            </a:r>
            <a:r>
              <a:rPr kumimoji="0" lang="es-ES" sz="800" b="0" i="0" u="none" strike="noStrike" kern="1200" cap="none" spc="0" normalizeH="0" baseline="0" noProof="0">
                <a:ln>
                  <a:noFill/>
                </a:ln>
                <a:solidFill>
                  <a:srgbClr val="696158"/>
                </a:solidFill>
                <a:effectLst/>
                <a:uLnTx/>
                <a:uFillTx/>
                <a:latin typeface="Calibri"/>
                <a:ea typeface="+mn-ea"/>
                <a:cs typeface="+mn-cs"/>
              </a:rPr>
              <a:t/>
            </a:r>
            <a:endParaRPr lang="es-ES" sz="800">
              <a:solidFill>
                <a:srgbClr val="696158"/>
              </a:solidFill>
              <a:latin typeface="Calibri"/>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69" name="Conector recto de flecha 68">
            <a:extLst>
              <a:ext uri="{FF2B5EF4-FFF2-40B4-BE49-F238E27FC236}">
                <a16:creationId xmlns:a16="http://schemas.microsoft.com/office/drawing/2014/main" id="{691CFB41-4957-8DAB-267D-7E4552C01AE1}"/>
              </a:ext>
            </a:extLst>
          </p:cNvPr>
          <p:cNvCxnSpPr>
            <a:cxnSpLocks/>
            <a:stCxn id="12" idx="4"/>
            <a:endCxn id="66" idx="0"/>
          </p:cNvCxnSpPr>
          <p:nvPr/>
        </p:nvCxnSpPr>
        <p:spPr>
          <a:xfrm>
            <a:off x="1786674" y="2664490"/>
            <a:ext cx="2608" cy="18595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DED930FD-283B-CF95-A2EC-D0BC088714D2}"/>
              </a:ext>
            </a:extLst>
          </p:cNvPr>
          <p:cNvCxnSpPr>
            <a:cxnSpLocks/>
            <a:stCxn id="66" idx="2"/>
            <a:endCxn id="67" idx="0"/>
          </p:cNvCxnSpPr>
          <p:nvPr/>
        </p:nvCxnSpPr>
        <p:spPr>
          <a:xfrm flipH="1">
            <a:off x="1786675" y="3211828"/>
            <a:ext cx="2607" cy="18485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4" name="Rombo 83">
            <a:extLst>
              <a:ext uri="{FF2B5EF4-FFF2-40B4-BE49-F238E27FC236}">
                <a16:creationId xmlns:a16="http://schemas.microsoft.com/office/drawing/2014/main" id="{483925F3-93E0-2F46-8645-B892ECE9DC0A}"/>
              </a:ext>
            </a:extLst>
          </p:cNvPr>
          <p:cNvSpPr/>
          <p:nvPr/>
        </p:nvSpPr>
        <p:spPr>
          <a:xfrm>
            <a:off x="4312203" y="1936923"/>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88" name="Rombo 87">
            <a:extLst>
              <a:ext uri="{FF2B5EF4-FFF2-40B4-BE49-F238E27FC236}">
                <a16:creationId xmlns:a16="http://schemas.microsoft.com/office/drawing/2014/main" id="{FD708D55-120E-A484-BFE5-A43A13E5CCBC}"/>
              </a:ext>
            </a:extLst>
          </p:cNvPr>
          <p:cNvSpPr/>
          <p:nvPr/>
        </p:nvSpPr>
        <p:spPr>
          <a:xfrm>
            <a:off x="4302578" y="345638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89" name="Conector recto de flecha 88">
            <a:extLst>
              <a:ext uri="{FF2B5EF4-FFF2-40B4-BE49-F238E27FC236}">
                <a16:creationId xmlns:a16="http://schemas.microsoft.com/office/drawing/2014/main" id="{B1AA916D-C30D-2386-7422-280F87F64311}"/>
              </a:ext>
            </a:extLst>
          </p:cNvPr>
          <p:cNvCxnSpPr>
            <a:cxnSpLocks/>
            <a:stCxn id="84" idx="2"/>
            <a:endCxn id="88" idx="0"/>
          </p:cNvCxnSpPr>
          <p:nvPr/>
        </p:nvCxnSpPr>
        <p:spPr>
          <a:xfrm flipH="1">
            <a:off x="4788671" y="2808142"/>
            <a:ext cx="9625" cy="648239"/>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 name="Oval 13">
            <a:extLst>
              <a:ext uri="{FF2B5EF4-FFF2-40B4-BE49-F238E27FC236}">
                <a16:creationId xmlns:a16="http://schemas.microsoft.com/office/drawing/2014/main" id="{C3F52832-BC73-B584-CD2F-C8A85CC63F18}"/>
              </a:ext>
            </a:extLst>
          </p:cNvPr>
          <p:cNvSpPr>
            <a:spLocks noChangeAspect="1"/>
          </p:cNvSpPr>
          <p:nvPr/>
        </p:nvSpPr>
        <p:spPr>
          <a:xfrm>
            <a:off x="6502162" y="3445861"/>
            <a:ext cx="1141042" cy="642028"/>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r>
              <a:rPr lang="es-CL" sz="800">
                <a:solidFill>
                  <a:srgbClr val="696158"/>
                </a:solidFill>
              </a:rPr>
              <a:t>[Por completar]</a:t>
            </a:r>
            <a:endParaRPr lang="es-CL" sz="600">
              <a:solidFill>
                <a:srgbClr val="696158"/>
              </a:solidFill>
            </a:endParaRPr>
          </a:p>
        </p:txBody>
      </p:sp>
      <p:sp>
        <p:nvSpPr>
          <p:cNvPr id="14" name="CuadroTexto 13">
            <a:extLst>
              <a:ext uri="{FF2B5EF4-FFF2-40B4-BE49-F238E27FC236}">
                <a16:creationId xmlns:a16="http://schemas.microsoft.com/office/drawing/2014/main" id="{19C35DA9-9847-420E-D4EC-8B69EBEEA2D0}"/>
              </a:ext>
            </a:extLst>
          </p:cNvPr>
          <p:cNvSpPr txBox="1"/>
          <p:nvPr/>
        </p:nvSpPr>
        <p:spPr>
          <a:xfrm>
            <a:off x="531864" y="6395593"/>
            <a:ext cx="3749475" cy="114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700">
                <a:solidFill>
                  <a:schemeClr val="tx1"/>
                </a:solidFill>
              </a:rPr>
              <a:t>[Por completar]</a:t>
            </a:r>
            <a:r>
              <a:rPr lang="es-ES" sz="700">
                <a:solidFill>
                  <a:schemeClr val="tx1"/>
                </a:solidFill>
              </a:rPr>
              <a:t/>
            </a:r>
            <a:endParaRPr lang="en-US" sz="700">
              <a:solidFill>
                <a:schemeClr val="tx1"/>
              </a:solidFill>
            </a:endParaRPr>
          </a:p>
        </p:txBody>
      </p:sp>
      <p:sp>
        <p:nvSpPr>
          <p:cNvPr id="6" name="Rombo 5">
            <a:extLst>
              <a:ext uri="{FF2B5EF4-FFF2-40B4-BE49-F238E27FC236}">
                <a16:creationId xmlns:a16="http://schemas.microsoft.com/office/drawing/2014/main" id="{FFBBAB1B-9737-2E7B-703D-164B6D6A28E5}"/>
              </a:ext>
            </a:extLst>
          </p:cNvPr>
          <p:cNvSpPr/>
          <p:nvPr/>
        </p:nvSpPr>
        <p:spPr>
          <a:xfrm>
            <a:off x="4305673" y="4661865"/>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[Por completar]</a:t>
            </a: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9" name="Rectangle: Rounded Corners 14">
            <a:extLst>
              <a:ext uri="{FF2B5EF4-FFF2-40B4-BE49-F238E27FC236}">
                <a16:creationId xmlns:a16="http://schemas.microsoft.com/office/drawing/2014/main" id="{ECC0F29F-BC2F-05AC-E08E-090B6F5CAC89}"/>
              </a:ext>
            </a:extLst>
          </p:cNvPr>
          <p:cNvSpPr/>
          <p:nvPr/>
        </p:nvSpPr>
        <p:spPr>
          <a:xfrm>
            <a:off x="6805548" y="5250940"/>
            <a:ext cx="9545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p>
        </p:txBody>
      </p:sp>
      <p:sp>
        <p:nvSpPr>
          <p:cNvPr id="10" name="Rectangle: Rounded Corners 44">
            <a:extLst>
              <a:ext uri="{FF2B5EF4-FFF2-40B4-BE49-F238E27FC236}">
                <a16:creationId xmlns:a16="http://schemas.microsoft.com/office/drawing/2014/main" id="{B3FAED3D-C881-41DE-AA43-E926AA0524D3}"/>
              </a:ext>
            </a:extLst>
          </p:cNvPr>
          <p:cNvSpPr/>
          <p:nvPr/>
        </p:nvSpPr>
        <p:spPr>
          <a:xfrm>
            <a:off x="7072683" y="5143347"/>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chemeClr val="bg1"/>
                </a:solidFill>
              </a:rPr>
              <a:t>[Código]</a:t>
            </a:r>
          </a:p>
        </p:txBody>
      </p:sp>
      <p:sp>
        <p:nvSpPr>
          <p:cNvPr id="13" name="Oval 13">
            <a:extLst>
              <a:ext uri="{FF2B5EF4-FFF2-40B4-BE49-F238E27FC236}">
                <a16:creationId xmlns:a16="http://schemas.microsoft.com/office/drawing/2014/main" id="{65807000-77FD-98C2-6F21-01982AC7D20C}"/>
              </a:ext>
            </a:extLst>
          </p:cNvPr>
          <p:cNvSpPr>
            <a:spLocks noChangeAspect="1"/>
          </p:cNvSpPr>
          <p:nvPr/>
        </p:nvSpPr>
        <p:spPr>
          <a:xfrm>
            <a:off x="7995203" y="5036289"/>
            <a:ext cx="1141042" cy="107963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r>
              <a:rPr lang="es-CL" sz="700">
                <a:solidFill>
                  <a:srgbClr val="696158"/>
                </a:solidFill>
              </a:rPr>
              <a:t>[Por completar]</a:t>
            </a:r>
          </a:p>
          <a:p>
            <a:pPr algn="ctr">
              <a:buFont typeface="Trebuchet MS" panose="020B0603020202020204" pitchFamily="34" charset="0"/>
              <a:buChar char="​"/>
            </a:pPr>
            <a:r>
              <a:rPr lang="es-CL" sz="700">
                <a:solidFill>
                  <a:srgbClr val="696158"/>
                </a:solidFill>
              </a:rPr>
              <a:t>[Por completar]</a:t>
            </a:r>
          </a:p>
        </p:txBody>
      </p:sp>
      <p:cxnSp>
        <p:nvCxnSpPr>
          <p:cNvPr id="19" name="Conector recto de flecha 18">
            <a:extLst>
              <a:ext uri="{FF2B5EF4-FFF2-40B4-BE49-F238E27FC236}">
                <a16:creationId xmlns:a16="http://schemas.microsoft.com/office/drawing/2014/main" id="{A067EFE8-3C54-361E-6298-851819AB1370}"/>
              </a:ext>
            </a:extLst>
          </p:cNvPr>
          <p:cNvCxnSpPr>
            <a:cxnSpLocks/>
            <a:stCxn id="23" idx="3"/>
            <a:endCxn id="9" idx="1"/>
          </p:cNvCxnSpPr>
          <p:nvPr/>
        </p:nvCxnSpPr>
        <p:spPr>
          <a:xfrm flipV="1">
            <a:off x="6427003" y="5573374"/>
            <a:ext cx="378545" cy="1159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58A82C92-C17D-4B42-7EC6-BE10F940FD60}"/>
              </a:ext>
            </a:extLst>
          </p:cNvPr>
          <p:cNvCxnSpPr>
            <a:stCxn id="84" idx="3"/>
            <a:endCxn id="11" idx="2"/>
          </p:cNvCxnSpPr>
          <p:nvPr/>
        </p:nvCxnSpPr>
        <p:spPr>
          <a:xfrm>
            <a:off x="5284389" y="2372533"/>
            <a:ext cx="1185227" cy="535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7" name="Conector: angular 26">
            <a:extLst>
              <a:ext uri="{FF2B5EF4-FFF2-40B4-BE49-F238E27FC236}">
                <a16:creationId xmlns:a16="http://schemas.microsoft.com/office/drawing/2014/main" id="{EF69B031-6858-34F6-04A3-5BCF2D5C478D}"/>
              </a:ext>
            </a:extLst>
          </p:cNvPr>
          <p:cNvCxnSpPr>
            <a:cxnSpLocks/>
            <a:stCxn id="6" idx="3"/>
            <a:endCxn id="4" idx="2"/>
          </p:cNvCxnSpPr>
          <p:nvPr/>
        </p:nvCxnSpPr>
        <p:spPr>
          <a:xfrm flipV="1">
            <a:off x="5277859" y="3766875"/>
            <a:ext cx="1224303" cy="133060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93064A3A-205A-AC1A-E0B2-2D2E0C76B624}"/>
              </a:ext>
            </a:extLst>
          </p:cNvPr>
          <p:cNvCxnSpPr>
            <a:cxnSpLocks/>
            <a:stCxn id="9" idx="3"/>
            <a:endCxn id="13" idx="2"/>
          </p:cNvCxnSpPr>
          <p:nvPr/>
        </p:nvCxnSpPr>
        <p:spPr>
          <a:xfrm>
            <a:off x="7760058" y="5573374"/>
            <a:ext cx="235145" cy="273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4E7A11E5-F64D-F2A6-FCD6-E5649848304B}"/>
              </a:ext>
            </a:extLst>
          </p:cNvPr>
          <p:cNvCxnSpPr>
            <a:cxnSpLocks/>
            <a:stCxn id="88" idx="2"/>
            <a:endCxn id="6" idx="0"/>
          </p:cNvCxnSpPr>
          <p:nvPr/>
        </p:nvCxnSpPr>
        <p:spPr>
          <a:xfrm>
            <a:off x="4788671" y="4327600"/>
            <a:ext cx="3095" cy="33426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44">
            <a:extLst>
              <a:ext uri="{FF2B5EF4-FFF2-40B4-BE49-F238E27FC236}">
                <a16:creationId xmlns:a16="http://schemas.microsoft.com/office/drawing/2014/main" id="{FACEB7EF-31E8-75DE-567D-96BA47368FAE}"/>
              </a:ext>
            </a:extLst>
          </p:cNvPr>
          <p:cNvCxnSpPr>
            <a:cxnSpLocks/>
            <a:stCxn id="48" idx="3"/>
            <a:endCxn id="84" idx="1"/>
          </p:cNvCxnSpPr>
          <p:nvPr/>
        </p:nvCxnSpPr>
        <p:spPr>
          <a:xfrm flipV="1">
            <a:off x="4097458" y="2372533"/>
            <a:ext cx="214745" cy="61043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angular 40">
            <a:extLst>
              <a:ext uri="{FF2B5EF4-FFF2-40B4-BE49-F238E27FC236}">
                <a16:creationId xmlns:a16="http://schemas.microsoft.com/office/drawing/2014/main" id="{DA4A0A93-EBAC-B57E-55EF-A1B042000E31}"/>
              </a:ext>
            </a:extLst>
          </p:cNvPr>
          <p:cNvCxnSpPr>
            <a:cxnSpLocks/>
            <a:stCxn id="88" idx="1"/>
            <a:endCxn id="48" idx="2"/>
          </p:cNvCxnSpPr>
          <p:nvPr/>
        </p:nvCxnSpPr>
        <p:spPr>
          <a:xfrm rot="10800000">
            <a:off x="3550162" y="3305401"/>
            <a:ext cx="752417" cy="586590"/>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3" name="10 Rectángulo">
            <a:extLst>
              <a:ext uri="{FF2B5EF4-FFF2-40B4-BE49-F238E27FC236}">
                <a16:creationId xmlns:a16="http://schemas.microsoft.com/office/drawing/2014/main" id="{842E7979-09E6-AC17-ABCE-7F0368012DC0}"/>
              </a:ext>
            </a:extLst>
          </p:cNvPr>
          <p:cNvSpPr/>
          <p:nvPr/>
        </p:nvSpPr>
        <p:spPr>
          <a:xfrm>
            <a:off x="5454817" y="5311200"/>
            <a:ext cx="972186" cy="547543"/>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[Código]</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lang="es-ES" sz="800">
                <a:solidFill>
                  <a:srgbClr val="696158"/>
                </a:solidFill>
                <a:latin typeface="Calibri"/>
              </a:rPr>
              <a:t>[Por completar]</a:t>
            </a: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93531D27-095A-03AF-4094-E999C1A0C22E}"/>
              </a:ext>
            </a:extLst>
          </p:cNvPr>
          <p:cNvSpPr txBox="1"/>
          <p:nvPr/>
        </p:nvSpPr>
        <p:spPr>
          <a:xfrm>
            <a:off x="4646491" y="2836574"/>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cxnSp>
        <p:nvCxnSpPr>
          <p:cNvPr id="75" name="Conector: angular 74">
            <a:extLst>
              <a:ext uri="{FF2B5EF4-FFF2-40B4-BE49-F238E27FC236}">
                <a16:creationId xmlns:a16="http://schemas.microsoft.com/office/drawing/2014/main" id="{E99BC3BC-646B-AA85-8799-8A769B72EC33}"/>
              </a:ext>
            </a:extLst>
          </p:cNvPr>
          <p:cNvCxnSpPr>
            <a:cxnSpLocks/>
            <a:stCxn id="6" idx="2"/>
            <a:endCxn id="23" idx="1"/>
          </p:cNvCxnSpPr>
          <p:nvPr/>
        </p:nvCxnSpPr>
        <p:spPr>
          <a:xfrm rot="16200000" flipH="1">
            <a:off x="5097347" y="5227502"/>
            <a:ext cx="51888" cy="663051"/>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0" name="CuadroTexto 79">
            <a:extLst>
              <a:ext uri="{FF2B5EF4-FFF2-40B4-BE49-F238E27FC236}">
                <a16:creationId xmlns:a16="http://schemas.microsoft.com/office/drawing/2014/main" id="{EAB4A287-C408-0E6F-BB57-4D1DE77F3ECE}"/>
              </a:ext>
            </a:extLst>
          </p:cNvPr>
          <p:cNvSpPr txBox="1"/>
          <p:nvPr/>
        </p:nvSpPr>
        <p:spPr>
          <a:xfrm>
            <a:off x="5209251" y="4861773"/>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cxnSp>
        <p:nvCxnSpPr>
          <p:cNvPr id="82" name="Conector: angular 81">
            <a:extLst>
              <a:ext uri="{FF2B5EF4-FFF2-40B4-BE49-F238E27FC236}">
                <a16:creationId xmlns:a16="http://schemas.microsoft.com/office/drawing/2014/main" id="{BAA0F448-AE57-C9B3-CB8C-32C721BA4860}"/>
              </a:ext>
            </a:extLst>
          </p:cNvPr>
          <p:cNvCxnSpPr>
            <a:cxnSpLocks/>
            <a:stCxn id="67" idx="3"/>
            <a:endCxn id="48" idx="1"/>
          </p:cNvCxnSpPr>
          <p:nvPr/>
        </p:nvCxnSpPr>
        <p:spPr>
          <a:xfrm flipV="1">
            <a:off x="2472672" y="2982968"/>
            <a:ext cx="530192" cy="59440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6173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F1B9-9585-F895-E2D5-74B618CF27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36266F5-8183-180F-F888-1ADAACB7C196}"/>
              </a:ext>
            </a:extLst>
          </p:cNvPr>
          <p:cNvGraphicFramePr>
            <a:graphicFrameLocks noChangeAspect="1"/>
          </p:cNvGraphicFramePr>
          <p:nvPr>
            <p:custDataLst>
              <p:tags r:id="rId1"/>
            </p:custDataLst>
            <p:extLst>
              <p:ext uri="{D42A27DB-BD31-4B8C-83A1-F6EECF244321}">
                <p14:modId xmlns:p14="http://schemas.microsoft.com/office/powerpoint/2010/main" val="25936272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A36266F5-8183-180F-F888-1ADAACB7C1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0" name="Table 19">
            <a:extLst>
              <a:ext uri="{FF2B5EF4-FFF2-40B4-BE49-F238E27FC236}">
                <a16:creationId xmlns:a16="http://schemas.microsoft.com/office/drawing/2014/main" id="{C67AE071-BC0E-B8F2-C19F-F2F5BD0E4A9F}"/>
              </a:ext>
            </a:extLst>
          </p:cNvPr>
          <p:cNvGraphicFramePr>
            <a:graphicFrameLocks noGrp="1"/>
          </p:cNvGraphicFramePr>
          <p:nvPr>
            <p:extLst>
              <p:ext uri="{D42A27DB-BD31-4B8C-83A1-F6EECF244321}">
                <p14:modId xmlns:p14="http://schemas.microsoft.com/office/powerpoint/2010/main" val="3496517920"/>
              </p:ext>
            </p:extLst>
          </p:nvPr>
        </p:nvGraphicFramePr>
        <p:xfrm>
          <a:off x="1021300" y="1280048"/>
          <a:ext cx="10552506" cy="2509298"/>
        </p:xfrm>
        <a:graphic>
          <a:graphicData uri="http://schemas.openxmlformats.org/drawingml/2006/table">
            <a:tbl>
              <a:tblPr>
                <a:tableStyleId>{2D5ABB26-0587-4C30-8999-92F81FD0307C}</a:tableStyleId>
              </a:tblPr>
              <a:tblGrid>
                <a:gridCol w="2134517">
                  <a:extLst>
                    <a:ext uri="{9D8B030D-6E8A-4147-A177-3AD203B41FA5}">
                      <a16:colId xmlns:a16="http://schemas.microsoft.com/office/drawing/2014/main" val="741832067"/>
                    </a:ext>
                  </a:extLst>
                </a:gridCol>
                <a:gridCol w="4701053">
                  <a:extLst>
                    <a:ext uri="{9D8B030D-6E8A-4147-A177-3AD203B41FA5}">
                      <a16:colId xmlns:a16="http://schemas.microsoft.com/office/drawing/2014/main" val="2629782098"/>
                    </a:ext>
                  </a:extLst>
                </a:gridCol>
                <a:gridCol w="1858468">
                  <a:extLst>
                    <a:ext uri="{9D8B030D-6E8A-4147-A177-3AD203B41FA5}">
                      <a16:colId xmlns:a16="http://schemas.microsoft.com/office/drawing/2014/main" val="1732901862"/>
                    </a:ext>
                  </a:extLst>
                </a:gridCol>
                <a:gridCol w="1858468">
                  <a:extLst>
                    <a:ext uri="{9D8B030D-6E8A-4147-A177-3AD203B41FA5}">
                      <a16:colId xmlns:a16="http://schemas.microsoft.com/office/drawing/2014/main" val="3867250857"/>
                    </a:ext>
                  </a:extLst>
                </a:gridCol>
              </a:tblGrid>
              <a:tr h="203905">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Ejecutor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229394">
                <a:tc>
                  <a:txBody>
                    <a:bodyPr/>
                    <a:lstStyle/>
                    <a:p>
                      <a:pPr marL="0" indent="0" algn="l" rtl="0" eaLnBrk="1" fontAlgn="auto" latinLnBrk="0" hangingPunct="1">
                        <a:lnSpc>
                          <a:spcPct val="100000"/>
                        </a:lnSpc>
                        <a:spcBef>
                          <a:spcPts val="0"/>
                        </a:spcBef>
                        <a:spcAft>
                          <a:spcPts val="0"/>
                        </a:spcAft>
                        <a:buNone/>
                      </a:pPr>
                      <a:r>
                        <a:rPr lang="es-ES" sz="1100" b="0" i="0" u="none" strike="noStrike">
                          <a:solidFill>
                            <a:schemeClr val="tx1"/>
                          </a:solidFill>
                          <a:effectLst/>
                          <a:latin typeface="Calibri"/>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r>
                        <a:rPr lang="es-CL" sz="1100" b="0" i="1" u="none" strike="noStrike" kern="1200" dirty="0">
                          <a:solidFill>
                            <a:srgbClr val="696158"/>
                          </a:solidFill>
                          <a:effectLst/>
                          <a:latin typeface="+mn-lt"/>
                          <a:ea typeface="+mn-ea"/>
                          <a:cs typeface="+mn-cs"/>
                        </a:rPr>
                        <a:t>[Por completar]</a:t>
                      </a: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s-CL" sz="1100">
                          <a:solidFill>
                            <a:schemeClr val="tx1"/>
                          </a:solidFill>
                          <a:latin typeface="+mn-lt"/>
                          <a:cs typeface="Calibri"/>
                          <a:sym typeface="+mn-lt"/>
                        </a:rPr>
                        <a:t>[Por completar]</a:t>
                      </a:r>
                      <a:r>
                        <a:rPr lang="es-CL" sz="1100" err="1">
                          <a:solidFill>
                            <a:schemeClr val="tx1"/>
                          </a:solidFill>
                          <a:latin typeface="+mn-lt"/>
                          <a:cs typeface="Calibri"/>
                          <a:sym typeface="+mn-lt"/>
                        </a:rPr>
                        <a:t/>
                      </a:r>
                      <a:r>
                        <a:rPr lang="es-CL" sz="1100">
                          <a:solidFill>
                            <a:schemeClr val="tx1"/>
                          </a:solidFill>
                          <a:latin typeface="+mn-lt"/>
                          <a:cs typeface="Calibri"/>
                          <a:sym typeface="+mn-lt"/>
                        </a:rPr>
                        <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0" i="0" u="none" strike="noStrike" kern="1200" noProof="0">
                          <a:solidFill>
                            <a:srgbClr val="696158"/>
                          </a:solidFill>
                          <a:effectLst/>
                          <a:latin typeface="Calibri"/>
                          <a:ea typeface="+mn-ea"/>
                          <a:cs typeface="+mn-cs"/>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229394">
                <a:tc rowSpan="5">
                  <a:txBody>
                    <a:bodyPr/>
                    <a:lstStyle/>
                    <a:p>
                      <a:pPr marL="0" indent="0" algn="l" rtl="0" eaLnBrk="1" fontAlgn="auto" latinLnBrk="0" hangingPunct="1">
                        <a:lnSpc>
                          <a:spcPct val="100000"/>
                        </a:lnSpc>
                        <a:spcBef>
                          <a:spcPts val="0"/>
                        </a:spcBef>
                        <a:spcAft>
                          <a:spcPts val="0"/>
                        </a:spcAft>
                        <a:buNone/>
                      </a:pPr>
                      <a:r>
                        <a:rPr lang="es-ES" sz="1100" b="0" i="0" u="none" strike="noStrike">
                          <a:solidFill>
                            <a:schemeClr val="tx1"/>
                          </a:solidFill>
                          <a:effectLst/>
                          <a:latin typeface="+mn-lt"/>
                        </a:rPr>
                        <a:t>[Por completar]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9400" lvl="1" indent="-171450" algn="l" defTabSz="914400" rtl="0" eaLnBrk="1" fontAlgn="auto" latinLnBrk="0" hangingPunct="1">
                        <a:lnSpc>
                          <a:spcPct val="100000"/>
                        </a:lnSpc>
                        <a:spcBef>
                          <a:spcPts val="0"/>
                        </a:spcBef>
                        <a:spcAft>
                          <a:spcPts val="0"/>
                        </a:spcAft>
                        <a:buClr>
                          <a:srgbClr val="EA7600"/>
                        </a:buClr>
                        <a:buFont typeface="Arial" panose="020B0604020202020204" pitchFamily="34" charset="0"/>
                        <a:buChar char="•"/>
                      </a:pPr>
                      <a:r>
                        <a:rPr lang="es-ES" sz="1100" b="0" i="0" u="none" strike="noStrike">
                          <a:solidFill>
                            <a:srgbClr val="696158"/>
                          </a:solidFill>
                          <a:effectLst/>
                          <a:latin typeface="+mn-lt"/>
                        </a:rPr>
                        <a:t>[Por completar]</a:t>
                      </a: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s-CL" sz="1100">
                          <a:solidFill>
                            <a:schemeClr val="tx1"/>
                          </a:solidFill>
                          <a:latin typeface="+mn-lt"/>
                          <a:cs typeface="Calibri"/>
                        </a:rPr>
                        <a:t>[Por completar]</a:t>
                      </a:r>
                      <a:endParaRPr lang="es-ES">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r>
                        <a:rPr lang="es-CL" sz="1100">
                          <a:solidFill>
                            <a:schemeClr val="tx1"/>
                          </a:solidFill>
                          <a:latin typeface="+mn-lt"/>
                          <a:cs typeface="Calibri"/>
                        </a:rPr>
                        <a:t>[Por completar]</a:t>
                      </a:r>
                      <a:endParaRPr lang="es-ES" sz="1100">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6234745"/>
                  </a:ext>
                </a:extLst>
              </a:tr>
              <a:tr h="229394">
                <a:tc vMerge="1">
                  <a:txBody>
                    <a:bodyPr/>
                    <a:lstStyle/>
                    <a:p>
                      <a:pPr marL="0" indent="0" algn="l" rtl="0" eaLnBrk="1" fontAlgn="auto" latinLnBrk="0" hangingPunct="1">
                        <a:lnSpc>
                          <a:spcPct val="100000"/>
                        </a:lnSpc>
                        <a:spcBef>
                          <a:spcPts val="0"/>
                        </a:spcBef>
                        <a:spcAft>
                          <a:spcPts val="0"/>
                        </a:spcAft>
                        <a:buNone/>
                      </a:pPr>
                      <a:endParaRPr lang="es-ES" sz="1100" b="0" i="0" u="none" strike="noStrike">
                        <a:solidFill>
                          <a:schemeClr val="tx1"/>
                        </a:solidFill>
                        <a:effectLst/>
                        <a:latin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rtl="0" eaLnBrk="1" fontAlgn="b" latinLnBrk="0" hangingPunct="1">
                        <a:lnSpc>
                          <a:spcPct val="100000"/>
                        </a:lnSpc>
                        <a:spcBef>
                          <a:spcPts val="0"/>
                        </a:spcBef>
                        <a:spcAft>
                          <a:spcPts val="0"/>
                        </a:spcAft>
                        <a:buClr>
                          <a:srgbClr val="EA7600"/>
                        </a:buClr>
                        <a:buSzTx/>
                        <a:buFont typeface="Arial"/>
                        <a:buChar char="•"/>
                      </a:pPr>
                      <a:r>
                        <a:rPr lang="es-ES" sz="1100" b="0" i="0" u="none" strike="noStrike">
                          <a:solidFill>
                            <a:srgbClr val="696158"/>
                          </a:solidFill>
                          <a:effectLst/>
                          <a:latin typeface="+mn-lt"/>
                        </a:rPr>
                        <a:t>[Por completar]</a:t>
                      </a: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s-CL" sz="1100" b="0" i="0" u="none" strike="noStrike" noProof="0">
                          <a:solidFill>
                            <a:schemeClr val="tx1"/>
                          </a:solidFill>
                          <a:latin typeface="Calibri"/>
                        </a:rPr>
                        <a:t>[Por completar]</a:t>
                      </a:r>
                      <a:r>
                        <a:rPr lang="es-CL" sz="1100" b="0" i="0" u="none" strike="noStrike" noProof="0" err="1">
                          <a:solidFill>
                            <a:schemeClr val="tx1"/>
                          </a:solidFill>
                          <a:latin typeface="Calibri"/>
                        </a:rPr>
                        <a:t/>
                      </a:r>
                      <a:r>
                        <a:rPr lang="es-CL" sz="1100" b="0" i="0" u="none" strike="noStrike" noProof="0">
                          <a:solidFill>
                            <a:schemeClr val="tx1"/>
                          </a:solidFill>
                          <a:latin typeface="Calibri"/>
                        </a:rPr>
                        <a:t/>
                      </a:r>
                      <a:endParaRPr lang="es-CL" sz="1100">
                        <a:solidFill>
                          <a:schemeClr val="tx1"/>
                        </a:solidFill>
                        <a:latin typeface="+mn-lt"/>
                        <a:cs typeface="Calibri"/>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0" i="0" u="none" strike="noStrike" kern="1200" noProof="0">
                          <a:solidFill>
                            <a:schemeClr val="tx1"/>
                          </a:solidFill>
                          <a:effectLst/>
                          <a:latin typeface="Calibri"/>
                        </a:rPr>
                        <a:t>[Por completar]</a:t>
                      </a:r>
                      <a:endParaRPr lang="es-CL" sz="1100" b="0" i="0" u="none" strike="noStrike" kern="1200" noProof="0">
                        <a:solidFill>
                          <a:srgbClr val="696158"/>
                        </a:solidFill>
                        <a:effectLst/>
                        <a:latin typeface="Calibri"/>
                        <a:ea typeface="+mn-ea"/>
                        <a:cs typeface="+mn-cs"/>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9050920"/>
                  </a:ext>
                </a:extLst>
              </a:tr>
              <a:tr h="229393">
                <a:tc vMerge="1">
                  <a:txBody>
                    <a:bodyPr/>
                    <a:lstStyle/>
                    <a:p>
                      <a:endParaRPr lang="es-ES"/>
                    </a:p>
                  </a:txBody>
                  <a:tcPr/>
                </a:tc>
                <a:tc>
                  <a:txBody>
                    <a:bodyPr/>
                    <a:lstStyle/>
                    <a:p>
                      <a:pPr marL="270510" lvl="1" indent="-171450" algn="l">
                        <a:lnSpc>
                          <a:spcPct val="100000"/>
                        </a:lnSpc>
                        <a:spcBef>
                          <a:spcPts val="0"/>
                        </a:spcBef>
                        <a:spcAft>
                          <a:spcPts val="0"/>
                        </a:spcAft>
                        <a:buFont typeface="Arial"/>
                        <a:buChar char="•"/>
                      </a:pPr>
                      <a:r>
                        <a:rPr lang="es-CL" sz="1100" b="0" i="0" u="none" strike="noStrike" noProof="0">
                          <a:solidFill>
                            <a:srgbClr val="696158"/>
                          </a:solidFill>
                          <a:effectLst/>
                          <a:latin typeface="Calibri"/>
                        </a:rPr>
                        <a:t>[Por completar]</a:t>
                      </a:r>
                      <a:endParaRPr lang="es-ES" sz="1100" b="0" i="0" u="none" strike="noStrike">
                        <a:solidFill>
                          <a:srgbClr val="696158"/>
                        </a:solidFill>
                        <a:effectLst/>
                        <a:latin typeface="+mn-lt"/>
                      </a:endParaRPr>
                    </a:p>
                  </a:txBody>
                  <a:tcPr marL="5075" marR="5075" marT="5075" marB="0" anchor="ctr">
                    <a:lnL w="0">
                      <a:noFill/>
                    </a:lnL>
                    <a:lnR w="0">
                      <a:noFill/>
                    </a:lnR>
                    <a:lnT w="12700">
                      <a:solidFill>
                        <a:schemeClr val="accent5">
                          <a:lumMod val="20000"/>
                          <a:lumOff val="80000"/>
                        </a:schemeClr>
                      </a:solidFill>
                    </a:lnT>
                    <a:lnB w="12700">
                      <a:solidFill>
                        <a:schemeClr val="accent5">
                          <a:lumMod val="20000"/>
                          <a:lumOff val="80000"/>
                        </a:schemeClr>
                      </a:solidFill>
                    </a:lnB>
                    <a:lnTlToBr w="0">
                      <a:noFill/>
                    </a:lnTlToBr>
                    <a:lnBlToTr w="0">
                      <a:noFill/>
                    </a:lnBlToTr>
                    <a:noFill/>
                  </a:tcPr>
                </a:tc>
                <a:tc>
                  <a:txBody>
                    <a:bodyPr/>
                    <a:lstStyle/>
                    <a:p>
                      <a:pPr lvl="0">
                        <a:buNone/>
                      </a:pPr>
                      <a:r>
                        <a:rPr lang="es-CL" sz="1100" b="0" i="0" u="none" strike="noStrike" noProof="0">
                          <a:solidFill>
                            <a:schemeClr val="tx1"/>
                          </a:solidFill>
                          <a:latin typeface="Calibri"/>
                        </a:rPr>
                        <a:t>[Por completar]</a:t>
                      </a:r>
                      <a:endParaRPr lang="es-ES">
                        <a:sym typeface="+mn-lt"/>
                      </a:endParaRPr>
                    </a:p>
                  </a:txBody>
                  <a:tcPr marL="27432" marR="27432" marT="27432" marB="27432" anchor="ctr">
                    <a:lnL w="0">
                      <a:noFill/>
                    </a:lnL>
                    <a:lnR w="0">
                      <a:noFill/>
                    </a:lnR>
                    <a:lnT w="12700">
                      <a:solidFill>
                        <a:schemeClr val="accent5">
                          <a:lumMod val="20000"/>
                          <a:lumOff val="80000"/>
                        </a:schemeClr>
                      </a:solidFill>
                    </a:lnT>
                    <a:lnB w="12700">
                      <a:solidFill>
                        <a:schemeClr val="accent5">
                          <a:lumMod val="20000"/>
                          <a:lumOff val="80000"/>
                        </a:schemeClr>
                      </a:solidFill>
                    </a:lnB>
                    <a:lnTlToBr w="0">
                      <a:noFill/>
                    </a:lnTlToBr>
                    <a:lnBlToTr w="0">
                      <a:noFill/>
                    </a:lnBlToTr>
                  </a:tcPr>
                </a:tc>
                <a:tc>
                  <a:txBody>
                    <a:bodyPr/>
                    <a:lstStyle/>
                    <a:p>
                      <a:pPr marL="270510" lvl="1" indent="-171450" algn="l">
                        <a:lnSpc>
                          <a:spcPct val="100000"/>
                        </a:lnSpc>
                        <a:spcBef>
                          <a:spcPts val="0"/>
                        </a:spcBef>
                        <a:spcAft>
                          <a:spcPts val="0"/>
                        </a:spcAft>
                        <a:buFont typeface="Arial"/>
                        <a:buChar char="•"/>
                      </a:pPr>
                      <a:r>
                        <a:rPr lang="es-CL" sz="1100" b="0" i="0" u="none" strike="noStrike" kern="1200" noProof="0">
                          <a:solidFill>
                            <a:schemeClr val="tx1"/>
                          </a:solidFill>
                          <a:effectLst/>
                          <a:latin typeface="Calibri"/>
                        </a:rPr>
                        <a:t>[Por completar]</a:t>
                      </a:r>
                      <a:endParaRPr lang="es-CL" sz="1100" b="0" i="0" u="none" strike="noStrike" kern="1200" noProof="0">
                        <a:solidFill>
                          <a:srgbClr val="696158"/>
                        </a:solidFill>
                        <a:effectLst/>
                        <a:latin typeface="Calibri"/>
                        <a:ea typeface="+mn-ea"/>
                        <a:cs typeface="+mn-cs"/>
                      </a:endParaRPr>
                    </a:p>
                  </a:txBody>
                  <a:tcPr marL="27432" marR="27432" marT="27432" marB="27432" anchor="ctr">
                    <a:lnL w="0">
                      <a:noFill/>
                    </a:lnL>
                    <a:lnR w="0">
                      <a:noFill/>
                    </a:lnR>
                    <a:lnT w="12700">
                      <a:solidFill>
                        <a:schemeClr val="accent5">
                          <a:lumMod val="20000"/>
                          <a:lumOff val="80000"/>
                        </a:schemeClr>
                      </a:solidFill>
                    </a:lnT>
                    <a:lnB w="12700">
                      <a:solidFill>
                        <a:schemeClr val="accent5">
                          <a:lumMod val="20000"/>
                          <a:lumOff val="80000"/>
                        </a:schemeClr>
                      </a:solidFill>
                    </a:lnB>
                    <a:lnTlToBr w="0">
                      <a:noFill/>
                    </a:lnTlToBr>
                    <a:lnBlToTr w="0">
                      <a:noFill/>
                    </a:lnBlToTr>
                  </a:tcPr>
                </a:tc>
                <a:extLst>
                  <a:ext uri="{0D108BD9-81ED-4DB2-BD59-A6C34878D82A}">
                    <a16:rowId xmlns:a16="http://schemas.microsoft.com/office/drawing/2014/main" val="1270922554"/>
                  </a:ext>
                </a:extLst>
              </a:tr>
              <a:tr h="229394">
                <a:tc vMerge="1">
                  <a:txBody>
                    <a:bodyPr/>
                    <a:lstStyle/>
                    <a:p>
                      <a:pPr marL="0" indent="0" algn="l" rtl="0" eaLnBrk="1" fontAlgn="auto" latinLnBrk="0" hangingPunct="1">
                        <a:lnSpc>
                          <a:spcPct val="100000"/>
                        </a:lnSpc>
                        <a:spcBef>
                          <a:spcPts val="0"/>
                        </a:spcBef>
                        <a:spcAft>
                          <a:spcPts val="0"/>
                        </a:spcAft>
                        <a:buNone/>
                      </a:pPr>
                      <a:endParaRPr lang="es-ES" sz="1100" b="0" i="0" u="none" strike="noStrike">
                        <a:solidFill>
                          <a:schemeClr val="tx1"/>
                        </a:solidFill>
                        <a:effectLst/>
                        <a:latin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r>
                        <a:rPr lang="es-ES" sz="1100" b="0" i="0" u="none" strike="noStrike">
                          <a:solidFill>
                            <a:srgbClr val="696158"/>
                          </a:solidFill>
                          <a:effectLst/>
                          <a:latin typeface="+mn-lt"/>
                        </a:rPr>
                        <a:t>[Por completar]</a:t>
                      </a:r>
                      <a:endParaRPr lang="es-CL" sz="1100" b="0" i="1" u="none" strike="noStrike" kern="1200">
                        <a:solidFill>
                          <a:srgbClr val="696158"/>
                        </a:solidFill>
                        <a:effectLst/>
                        <a:latin typeface="+mn-lt"/>
                        <a:ea typeface="+mn-ea"/>
                        <a:cs typeface="+mn-cs"/>
                      </a:endParaRP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s-CL" sz="1100" b="0" i="0" u="none" strike="noStrike" noProof="0">
                          <a:solidFill>
                            <a:schemeClr val="tx1"/>
                          </a:solidFill>
                          <a:latin typeface="Calibri"/>
                        </a:rPr>
                        <a:t>[Por completar]</a:t>
                      </a:r>
                      <a:endParaRPr lang="es-ES">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0" i="0" u="none" strike="noStrike" kern="1200" noProof="0">
                          <a:solidFill>
                            <a:schemeClr val="tx1"/>
                          </a:solidFill>
                          <a:effectLst/>
                          <a:latin typeface="Calibri"/>
                        </a:rPr>
                        <a:t>[Por completar]</a:t>
                      </a:r>
                      <a:endParaRPr lang="es-CL" sz="1100" b="0" i="0" u="none" strike="noStrike" kern="1200" noProof="0">
                        <a:solidFill>
                          <a:srgbClr val="696158"/>
                        </a:solidFill>
                        <a:effectLst/>
                        <a:latin typeface="Calibri"/>
                        <a:ea typeface="+mn-ea"/>
                        <a:cs typeface="+mn-cs"/>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3205804"/>
                  </a:ext>
                </a:extLst>
              </a:tr>
              <a:tr h="229394">
                <a:tc vMerge="1">
                  <a:txBody>
                    <a:bodyPr/>
                    <a:lstStyle/>
                    <a:p>
                      <a:pPr marL="0" indent="0" algn="l" rtl="0" eaLnBrk="1" fontAlgn="auto" latinLnBrk="0" hangingPunct="1">
                        <a:lnSpc>
                          <a:spcPct val="100000"/>
                        </a:lnSpc>
                        <a:spcBef>
                          <a:spcPts val="0"/>
                        </a:spcBef>
                        <a:spcAft>
                          <a:spcPts val="0"/>
                        </a:spcAft>
                        <a:buNone/>
                      </a:pPr>
                      <a:endParaRPr lang="es-ES" sz="1100" b="0" i="0" u="none" strike="noStrike">
                        <a:solidFill>
                          <a:schemeClr val="tx1"/>
                        </a:solidFill>
                        <a:effectLst/>
                        <a:latin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r>
                        <a:rPr lang="es-ES" sz="1100" b="0" i="0" u="none" strike="noStrike">
                          <a:solidFill>
                            <a:srgbClr val="696158"/>
                          </a:solidFill>
                          <a:effectLst/>
                          <a:latin typeface="+mn-lt"/>
                        </a:rPr>
                        <a:t>[Por completar]</a:t>
                      </a: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s-CL" sz="1100" b="0" i="0" u="none" strike="noStrike" noProof="0">
                          <a:solidFill>
                            <a:schemeClr val="tx1"/>
                          </a:solidFill>
                          <a:latin typeface="Calibri"/>
                        </a:rPr>
                        <a:t>[Por completar]</a:t>
                      </a:r>
                      <a:r>
                        <a:rPr lang="es-CL" sz="1100">
                          <a:solidFill>
                            <a:schemeClr val="tx1"/>
                          </a:solidFill>
                          <a:latin typeface="+mn-lt"/>
                          <a:cs typeface="Calibri"/>
                        </a:rPr>
                        <a:t/>
                      </a:r>
                      <a:endParaRPr lang="es-CL" sz="1100">
                        <a:solidFill>
                          <a:schemeClr val="tx1"/>
                        </a:solidFill>
                        <a:latin typeface="+mn-lt"/>
                        <a:cs typeface="Calibri"/>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0" i="0" u="none" strike="noStrike" kern="1200" noProof="0" dirty="0">
                          <a:solidFill>
                            <a:schemeClr val="tx1"/>
                          </a:solidFill>
                          <a:effectLst/>
                          <a:latin typeface="Calibri"/>
                        </a:rPr>
                        <a:t>[Por completar]</a:t>
                      </a:r>
                      <a:endParaRPr lang="es-CL" sz="1100" b="0" i="0" u="none" strike="noStrike" kern="1200" noProof="0" dirty="0">
                        <a:solidFill>
                          <a:srgbClr val="696158"/>
                        </a:solidFill>
                        <a:effectLst/>
                        <a:latin typeface="Calibri"/>
                        <a:ea typeface="+mn-ea"/>
                        <a:cs typeface="+mn-cs"/>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7857343"/>
                  </a:ext>
                </a:extLst>
              </a:tr>
            </a:tbl>
          </a:graphicData>
        </a:graphic>
      </p:graphicFrame>
      <p:sp>
        <p:nvSpPr>
          <p:cNvPr id="21" name="Rectangle: Rounded Corners 20">
            <a:extLst>
              <a:ext uri="{FF2B5EF4-FFF2-40B4-BE49-F238E27FC236}">
                <a16:creationId xmlns:a16="http://schemas.microsoft.com/office/drawing/2014/main" id="{894162E7-970A-F3EE-A3F3-A8FCA647BAD2}"/>
              </a:ext>
            </a:extLst>
          </p:cNvPr>
          <p:cNvSpPr/>
          <p:nvPr/>
        </p:nvSpPr>
        <p:spPr>
          <a:xfrm>
            <a:off x="414665" y="171210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6" name="Title 1">
            <a:extLst>
              <a:ext uri="{FF2B5EF4-FFF2-40B4-BE49-F238E27FC236}">
                <a16:creationId xmlns:a16="http://schemas.microsoft.com/office/drawing/2014/main" id="{A4999A21-58B6-2899-0D55-3FD1CB844849}"/>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ES" sz="2400"/>
              <a:t/>
            </a:r>
            <a:endParaRPr lang="es-CL"/>
          </a:p>
        </p:txBody>
      </p:sp>
      <p:sp>
        <p:nvSpPr>
          <p:cNvPr id="7" name="Rectangle: Rounded Corners 27">
            <a:extLst>
              <a:ext uri="{FF2B5EF4-FFF2-40B4-BE49-F238E27FC236}">
                <a16:creationId xmlns:a16="http://schemas.microsoft.com/office/drawing/2014/main" id="{8E824F27-3288-CB3D-2322-AE8E44B40987}"/>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p>
        </p:txBody>
      </p:sp>
      <p:sp>
        <p:nvSpPr>
          <p:cNvPr id="9" name="Rectangle: Rounded Corners 3">
            <a:extLst>
              <a:ext uri="{FF2B5EF4-FFF2-40B4-BE49-F238E27FC236}">
                <a16:creationId xmlns:a16="http://schemas.microsoft.com/office/drawing/2014/main" id="{9D3B32AB-F5AB-A066-8BE4-5A96B4C09CD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10" name="Rectangle: Rounded Corners 36">
            <a:extLst>
              <a:ext uri="{FF2B5EF4-FFF2-40B4-BE49-F238E27FC236}">
                <a16:creationId xmlns:a16="http://schemas.microsoft.com/office/drawing/2014/main" id="{FC1C10A9-FF48-7AEA-AAD1-F0E47100F425}"/>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2" name="Rectangle: Rounded Corners 20">
            <a:extLst>
              <a:ext uri="{FF2B5EF4-FFF2-40B4-BE49-F238E27FC236}">
                <a16:creationId xmlns:a16="http://schemas.microsoft.com/office/drawing/2014/main" id="{F48FC9CD-6C79-6C5E-4C85-F85BA226947E}"/>
              </a:ext>
            </a:extLst>
          </p:cNvPr>
          <p:cNvSpPr/>
          <p:nvPr/>
        </p:nvSpPr>
        <p:spPr>
          <a:xfrm>
            <a:off x="414665" y="275418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Tree>
    <p:extLst>
      <p:ext uri="{BB962C8B-B14F-4D97-AF65-F5344CB8AC3E}">
        <p14:creationId xmlns:p14="http://schemas.microsoft.com/office/powerpoint/2010/main" val="17720047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D4E0-CAAE-53AE-0F62-C147AC977D89}"/>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C0D4A66-1579-FA86-7C33-E71A5A190004}"/>
              </a:ext>
            </a:extLst>
          </p:cNvPr>
          <p:cNvGraphicFramePr>
            <a:graphicFrameLocks noChangeAspect="1"/>
          </p:cNvGraphicFramePr>
          <p:nvPr>
            <p:custDataLst>
              <p:tags r:id="rId1"/>
            </p:custDataLst>
            <p:extLst>
              <p:ext uri="{D42A27DB-BD31-4B8C-83A1-F6EECF244321}">
                <p14:modId xmlns:p14="http://schemas.microsoft.com/office/powerpoint/2010/main" val="2478843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C0D4A66-1579-FA86-7C33-E71A5A1900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5" name="Text Placeholder 3">
            <a:extLst>
              <a:ext uri="{FF2B5EF4-FFF2-40B4-BE49-F238E27FC236}">
                <a16:creationId xmlns:a16="http://schemas.microsoft.com/office/drawing/2014/main" id="{F173BF40-642E-179B-3C97-A52EE3775060}"/>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2E8DBDEE-A910-ED8A-F23B-849213148016}"/>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buNone/>
            </a:pPr>
            <a:r>
              <a:rPr lang="es-CL" sz="1400">
                <a:solidFill>
                  <a:schemeClr val="bg1"/>
                </a:solidFill>
              </a:rPr>
              <a:t>[Por completar]</a:t>
            </a:r>
          </a:p>
        </p:txBody>
      </p:sp>
      <p:sp>
        <p:nvSpPr>
          <p:cNvPr id="35" name="Rectangle: Rounded Corners 34">
            <a:extLst>
              <a:ext uri="{FF2B5EF4-FFF2-40B4-BE49-F238E27FC236}">
                <a16:creationId xmlns:a16="http://schemas.microsoft.com/office/drawing/2014/main" id="{6872317C-B47C-75AC-6437-BCB4E212670F}"/>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FC04D411-F4AC-5C9D-C02C-656523A1AF18}"/>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050">
                <a:solidFill>
                  <a:srgbClr val="696158"/>
                </a:solidFill>
              </a:rPr>
              <a:t>[Objetivo del subproceso]</a:t>
            </a:r>
          </a:p>
        </p:txBody>
      </p:sp>
      <p:sp>
        <p:nvSpPr>
          <p:cNvPr id="53" name="Rectangle 52">
            <a:extLst>
              <a:ext uri="{FF2B5EF4-FFF2-40B4-BE49-F238E27FC236}">
                <a16:creationId xmlns:a16="http://schemas.microsoft.com/office/drawing/2014/main" id="{839281EB-646D-8E06-7EDC-5F2DBC43AA01}"/>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sz="1200">
              <a:solidFill>
                <a:srgbClr val="FFFFFF"/>
              </a:solidFill>
            </a:endParaRPr>
          </a:p>
        </p:txBody>
      </p:sp>
      <p:sp>
        <p:nvSpPr>
          <p:cNvPr id="2" name="Title 1">
            <a:extLst>
              <a:ext uri="{FF2B5EF4-FFF2-40B4-BE49-F238E27FC236}">
                <a16:creationId xmlns:a16="http://schemas.microsoft.com/office/drawing/2014/main" id="{59ED88F0-6947-618A-DC02-4B7C63B56E87}"/>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CL" sz="2400"/>
              <a:t/>
            </a:r>
            <a:endParaRPr lang="es-CL"/>
          </a:p>
        </p:txBody>
      </p:sp>
      <p:grpSp>
        <p:nvGrpSpPr>
          <p:cNvPr id="25" name="Group 24">
            <a:extLst>
              <a:ext uri="{FF2B5EF4-FFF2-40B4-BE49-F238E27FC236}">
                <a16:creationId xmlns:a16="http://schemas.microsoft.com/office/drawing/2014/main" id="{35F66F54-A5C9-3B6E-BA1B-E348AAC1F466}"/>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558A4F90-612A-C467-D2F2-A3A66576B2A1}"/>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Procesos de soporte</a:t>
              </a:r>
            </a:p>
          </p:txBody>
        </p:sp>
        <p:sp>
          <p:nvSpPr>
            <p:cNvPr id="55" name="ee4pContent1">
              <a:extLst>
                <a:ext uri="{FF2B5EF4-FFF2-40B4-BE49-F238E27FC236}">
                  <a16:creationId xmlns:a16="http://schemas.microsoft.com/office/drawing/2014/main" id="{7CFEEF0B-C190-2E11-15CA-D75D12FB081B}"/>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100">
                  <a:sym typeface="+mn-lt"/>
                </a:rPr>
                <a:t>[Por completar]</a:t>
              </a:r>
            </a:p>
            <a:p>
              <a:pPr lvl="1"/>
              <a:r>
                <a:rPr lang="es-CL" sz="1100" err="1">
                  <a:sym typeface="+mn-lt"/>
                </a:rPr>
                <a:t>[Por completar]</a:t>
              </a:r>
              <a:r>
                <a:rPr lang="es-CL" sz="1100">
                  <a:sym typeface="+mn-lt"/>
                </a:rPr>
                <a:t/>
              </a:r>
            </a:p>
            <a:p>
              <a:pPr lvl="1"/>
              <a:r>
                <a:rPr lang="es-CL" sz="1100">
                  <a:sym typeface="+mn-lt"/>
                </a:rPr>
                <a:t>[Por completar]</a:t>
              </a:r>
            </a:p>
            <a:p>
              <a:pPr lvl="1"/>
              <a:r>
                <a:rPr lang="es-CL" sz="1100">
                  <a:sym typeface="+mn-lt"/>
                </a:rPr>
                <a:t>[Por completar]</a:t>
              </a:r>
            </a:p>
            <a:p>
              <a:pPr marL="283845" lvl="1" indent="-172720">
                <a:lnSpc>
                  <a:spcPct val="90000"/>
                </a:lnSpc>
                <a:spcAft>
                  <a:spcPts val="300"/>
                </a:spcAft>
                <a:buFont typeface="Arial,Sans-Serif" panose="020B0603020202020204" pitchFamily="34" charset="0"/>
              </a:pPr>
              <a:endParaRPr lang="es-CL"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2C5B4E41-108B-57FD-0000-CF776E5AED96}"/>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C7B03FE5-2D4D-25E6-9FAC-431CF802F546}"/>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Herramientas</a:t>
              </a:r>
            </a:p>
          </p:txBody>
        </p:sp>
        <p:sp>
          <p:nvSpPr>
            <p:cNvPr id="61" name="ee4pContent1">
              <a:extLst>
                <a:ext uri="{FF2B5EF4-FFF2-40B4-BE49-F238E27FC236}">
                  <a16:creationId xmlns:a16="http://schemas.microsoft.com/office/drawing/2014/main" id="{533820E1-6D51-D9C7-27F9-230694960DFB}"/>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100">
                  <a:sym typeface="+mn-lt"/>
                </a:rPr>
                <a:t>[Por completar]</a:t>
              </a:r>
            </a:p>
            <a:p>
              <a:pPr lvl="1"/>
              <a:r>
                <a:rPr lang="es-CL" sz="1100">
                  <a:sym typeface="+mn-lt"/>
                </a:rPr>
                <a:t>[Por completar]</a:t>
              </a:r>
            </a:p>
            <a:p>
              <a:pPr lvl="1"/>
              <a:r>
                <a:rPr lang="es-CL" sz="1100">
                  <a:sym typeface="+mn-lt"/>
                </a:rPr>
                <a:t>[Por completar]</a:t>
              </a:r>
            </a:p>
            <a:p>
              <a:pPr marL="283845" lvl="1" indent="-172720">
                <a:lnSpc>
                  <a:spcPct val="90000"/>
                </a:lnSpc>
                <a:spcAft>
                  <a:spcPts val="300"/>
                </a:spcAft>
                <a:buFont typeface="Arial,Sans-Serif" panose="020B0603020202020204" pitchFamily="34" charset="0"/>
              </a:pPr>
              <a:endParaRPr lang="es-CL"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A7446942-9F17-4564-39AA-20C5A4D0118C}"/>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AA493955-8820-B65D-7048-C4E04AABA21E}"/>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err="1">
                  <a:solidFill>
                    <a:schemeClr val="bg1"/>
                  </a:solidFill>
                </a:rPr>
                <a:t>KPIs</a:t>
              </a:r>
              <a:endParaRPr lang="es-CL" sz="1200" b="1">
                <a:solidFill>
                  <a:schemeClr val="bg1"/>
                </a:solidFill>
              </a:endParaRPr>
            </a:p>
          </p:txBody>
        </p:sp>
        <p:sp>
          <p:nvSpPr>
            <p:cNvPr id="59" name="ee4pContent1">
              <a:extLst>
                <a:ext uri="{FF2B5EF4-FFF2-40B4-BE49-F238E27FC236}">
                  <a16:creationId xmlns:a16="http://schemas.microsoft.com/office/drawing/2014/main" id="{CEB2840F-5270-2787-7CBF-F31BF2480472}"/>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100" err="1">
                  <a:sym typeface="+mn-lt"/>
                </a:rPr>
                <a:t>[Por completar]</a:t>
              </a:r>
              <a:r>
                <a:rPr lang="es-CL" sz="1100">
                  <a:sym typeface="+mn-lt"/>
                </a:rPr>
                <a:t/>
              </a:r>
            </a:p>
            <a:p>
              <a:pPr lvl="1"/>
              <a:r>
                <a:rPr lang="es-CL" sz="1100">
                  <a:sym typeface="+mn-lt"/>
                </a:rPr>
                <a:t>[Por completar]</a:t>
              </a:r>
            </a:p>
            <a:p>
              <a:pPr lvl="1"/>
              <a:r>
                <a:rPr lang="es-CL" sz="1100">
                  <a:sym typeface="+mn-lt"/>
                </a:rPr>
                <a:t>[Por completar]</a:t>
              </a:r>
            </a:p>
            <a:p>
              <a:pPr lvl="1"/>
              <a:r>
                <a:rPr lang="es-CL" sz="1100">
                  <a:sym typeface="+mn-lt"/>
                </a:rPr>
                <a:t>[Por completar]</a:t>
              </a:r>
            </a:p>
            <a:p>
              <a:pPr marL="283845" lvl="1" indent="-172720">
                <a:lnSpc>
                  <a:spcPct val="90000"/>
                </a:lnSpc>
                <a:spcAft>
                  <a:spcPts val="300"/>
                </a:spcAft>
                <a:buFont typeface="Arial,Sans-Serif" panose="020B0603020202020204" pitchFamily="34" charset="0"/>
              </a:pPr>
              <a:endParaRPr lang="es-CL"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1E32F288-F820-A94D-1D5E-8A75B25770A2}"/>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1A2EF3B2-6E54-E87E-CDAB-0C465641B4AA}"/>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86400A0C-36D1-4006-B22F-F5B06F45BDFB}"/>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latin typeface="+mn-lt"/>
                  <a:ea typeface="Calibri"/>
                  <a:cs typeface="Calibri"/>
                </a:rPr>
                <a:t>[Por completar]</a:t>
              </a:r>
              <a:r>
                <a:rPr lang="es-CL" sz="1100" err="1">
                  <a:latin typeface="+mn-lt"/>
                  <a:ea typeface="Calibri"/>
                  <a:cs typeface="Calibri"/>
                </a:rPr>
                <a:t/>
              </a:r>
              <a:r>
                <a:rPr lang="es-CL" sz="1100">
                  <a:latin typeface="+mn-lt"/>
                  <a:ea typeface="Calibri"/>
                  <a:cs typeface="Calibri"/>
                </a:rPr>
                <a:t/>
              </a:r>
            </a:p>
          </p:txBody>
        </p:sp>
      </p:grpSp>
      <p:sp>
        <p:nvSpPr>
          <p:cNvPr id="28" name="Rectangle: Rounded Corners 27">
            <a:extLst>
              <a:ext uri="{FF2B5EF4-FFF2-40B4-BE49-F238E27FC236}">
                <a16:creationId xmlns:a16="http://schemas.microsoft.com/office/drawing/2014/main" id="{0DA2D8E7-6A43-3463-B260-B7D24752205C}"/>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p>
        </p:txBody>
      </p:sp>
      <p:sp>
        <p:nvSpPr>
          <p:cNvPr id="7" name="Rectangle: Rounded Corners 3">
            <a:extLst>
              <a:ext uri="{FF2B5EF4-FFF2-40B4-BE49-F238E27FC236}">
                <a16:creationId xmlns:a16="http://schemas.microsoft.com/office/drawing/2014/main" id="{52DFF813-FDB8-FECA-7648-7E3351ADD99A}"/>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chemeClr val="bg1"/>
                </a:solidFill>
              </a:rPr>
              <a:t>[Por completar]</a:t>
            </a:r>
          </a:p>
        </p:txBody>
      </p:sp>
      <p:sp>
        <p:nvSpPr>
          <p:cNvPr id="18" name="Rectangle: Rounded Corners 36">
            <a:extLst>
              <a:ext uri="{FF2B5EF4-FFF2-40B4-BE49-F238E27FC236}">
                <a16:creationId xmlns:a16="http://schemas.microsoft.com/office/drawing/2014/main" id="{6AD8915C-E1C0-1491-86F6-087AEB19A2DB}"/>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6" name="Oval 32">
            <a:extLst>
              <a:ext uri="{FF2B5EF4-FFF2-40B4-BE49-F238E27FC236}">
                <a16:creationId xmlns:a16="http://schemas.microsoft.com/office/drawing/2014/main" id="{1AA67A5B-5D23-8BC9-F39F-23E1D1F70E95}"/>
              </a:ext>
            </a:extLst>
          </p:cNvPr>
          <p:cNvSpPr>
            <a:spLocks noChangeAspect="1"/>
          </p:cNvSpPr>
          <p:nvPr/>
        </p:nvSpPr>
        <p:spPr>
          <a:xfrm>
            <a:off x="1080807" y="2123978"/>
            <a:ext cx="1011790" cy="576089"/>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3152" tIns="36576" rIns="73152" bIns="36576" numCol="1" spcCol="0" rtlCol="0" fromWordArt="0" anchor="ctr" anchorCtr="0" forceAA="0" compatLnSpc="1">
            <a:prstTxWarp prst="textNoShape">
              <a:avLst/>
            </a:prstTxWarp>
            <a:noAutofit/>
          </a:bodyPr>
          <a:lstStyle/>
          <a:p>
            <a:pPr algn="ctr"/>
            <a:r>
              <a:rPr lang="es-CL" sz="900">
                <a:solidFill>
                  <a:schemeClr val="tx1"/>
                </a:solidFill>
              </a:rPr>
              <a:t>[Por completar]</a:t>
            </a:r>
          </a:p>
          <a:p>
            <a:pPr algn="ctr"/>
            <a:r>
              <a:rPr lang="es-CL" sz="900">
                <a:solidFill>
                  <a:schemeClr val="tx1"/>
                </a:solidFill>
              </a:rPr>
              <a:t>[Por completar]</a:t>
            </a:r>
          </a:p>
        </p:txBody>
      </p:sp>
      <p:grpSp>
        <p:nvGrpSpPr>
          <p:cNvPr id="12" name="Grupo 11">
            <a:extLst>
              <a:ext uri="{FF2B5EF4-FFF2-40B4-BE49-F238E27FC236}">
                <a16:creationId xmlns:a16="http://schemas.microsoft.com/office/drawing/2014/main" id="{3C103C8E-94D9-798E-DD92-4DE28A9671A9}"/>
              </a:ext>
            </a:extLst>
          </p:cNvPr>
          <p:cNvGrpSpPr/>
          <p:nvPr/>
        </p:nvGrpSpPr>
        <p:grpSpPr>
          <a:xfrm>
            <a:off x="1862518" y="3381842"/>
            <a:ext cx="954511" cy="865135"/>
            <a:chOff x="2966130" y="2095838"/>
            <a:chExt cx="954511" cy="865135"/>
          </a:xfrm>
        </p:grpSpPr>
        <p:sp>
          <p:nvSpPr>
            <p:cNvPr id="22" name="Rectangle: Rounded Corners 10">
              <a:extLst>
                <a:ext uri="{FF2B5EF4-FFF2-40B4-BE49-F238E27FC236}">
                  <a16:creationId xmlns:a16="http://schemas.microsoft.com/office/drawing/2014/main" id="{AF240781-4650-B8B5-32E9-71E1A5F59C54}"/>
                </a:ext>
              </a:extLst>
            </p:cNvPr>
            <p:cNvSpPr/>
            <p:nvPr/>
          </p:nvSpPr>
          <p:spPr>
            <a:xfrm>
              <a:off x="2966130" y="2230359"/>
              <a:ext cx="954511" cy="730614"/>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CL" sz="900">
                  <a:solidFill>
                    <a:schemeClr val="tx1"/>
                  </a:solidFill>
                </a:rPr>
                <a:t>[Por completar]</a:t>
              </a:r>
            </a:p>
          </p:txBody>
        </p:sp>
        <p:sp>
          <p:nvSpPr>
            <p:cNvPr id="30" name="Rectangle: Rounded Corners 45">
              <a:extLst>
                <a:ext uri="{FF2B5EF4-FFF2-40B4-BE49-F238E27FC236}">
                  <a16:creationId xmlns:a16="http://schemas.microsoft.com/office/drawing/2014/main" id="{B1FAC307-C57C-7FE6-DC15-5962E9987832}"/>
                </a:ext>
              </a:extLst>
            </p:cNvPr>
            <p:cNvSpPr/>
            <p:nvPr/>
          </p:nvSpPr>
          <p:spPr>
            <a:xfrm>
              <a:off x="3248402" y="2095838"/>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chemeClr val="bg1"/>
                  </a:solidFill>
                </a:rPr>
                <a:t>[Código]</a:t>
              </a:r>
            </a:p>
          </p:txBody>
        </p:sp>
      </p:grpSp>
      <p:sp>
        <p:nvSpPr>
          <p:cNvPr id="43" name="Diagrama de flujo: decisión 42">
            <a:extLst>
              <a:ext uri="{FF2B5EF4-FFF2-40B4-BE49-F238E27FC236}">
                <a16:creationId xmlns:a16="http://schemas.microsoft.com/office/drawing/2014/main" id="{43AAD799-B028-D6FA-3937-2352DE37E7E1}"/>
              </a:ext>
            </a:extLst>
          </p:cNvPr>
          <p:cNvSpPr/>
          <p:nvPr/>
        </p:nvSpPr>
        <p:spPr>
          <a:xfrm>
            <a:off x="3192647" y="3509088"/>
            <a:ext cx="795155" cy="730615"/>
          </a:xfrm>
          <a:prstGeom prst="flowChartDecision">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p>
            <a:pPr algn="ctr">
              <a:lnSpc>
                <a:spcPct val="90000"/>
              </a:lnSpc>
            </a:pPr>
            <a:r>
              <a:rPr lang="es-CL" sz="700">
                <a:solidFill>
                  <a:srgbClr val="696158"/>
                </a:solidFill>
                <a:latin typeface="Calibri"/>
              </a:rPr>
              <a:t>[Por completar]</a:t>
            </a:r>
          </a:p>
        </p:txBody>
      </p:sp>
      <p:grpSp>
        <p:nvGrpSpPr>
          <p:cNvPr id="73" name="Grupo 72">
            <a:extLst>
              <a:ext uri="{FF2B5EF4-FFF2-40B4-BE49-F238E27FC236}">
                <a16:creationId xmlns:a16="http://schemas.microsoft.com/office/drawing/2014/main" id="{680E0C23-C191-0D05-C3C7-7C2A36F2B4D7}"/>
              </a:ext>
            </a:extLst>
          </p:cNvPr>
          <p:cNvGrpSpPr/>
          <p:nvPr/>
        </p:nvGrpSpPr>
        <p:grpSpPr>
          <a:xfrm>
            <a:off x="7372860" y="3520203"/>
            <a:ext cx="846869" cy="569508"/>
            <a:chOff x="6084893" y="5185635"/>
            <a:chExt cx="1091624" cy="569508"/>
          </a:xfrm>
        </p:grpSpPr>
        <p:sp>
          <p:nvSpPr>
            <p:cNvPr id="69" name="Rectangle: Rounded Corners 10">
              <a:extLst>
                <a:ext uri="{FF2B5EF4-FFF2-40B4-BE49-F238E27FC236}">
                  <a16:creationId xmlns:a16="http://schemas.microsoft.com/office/drawing/2014/main" id="{F06651DC-E4B6-2AC5-1B38-B65804016B5A}"/>
                </a:ext>
              </a:extLst>
            </p:cNvPr>
            <p:cNvSpPr/>
            <p:nvPr/>
          </p:nvSpPr>
          <p:spPr>
            <a:xfrm>
              <a:off x="6084893" y="5308760"/>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CL" sz="900">
                  <a:solidFill>
                    <a:schemeClr val="tx1"/>
                  </a:solidFill>
                </a:rPr>
                <a:t>[Por completar]</a:t>
              </a:r>
            </a:p>
          </p:txBody>
        </p:sp>
        <p:sp>
          <p:nvSpPr>
            <p:cNvPr id="76" name="Rectangle: Rounded Corners 45">
              <a:extLst>
                <a:ext uri="{FF2B5EF4-FFF2-40B4-BE49-F238E27FC236}">
                  <a16:creationId xmlns:a16="http://schemas.microsoft.com/office/drawing/2014/main" id="{ECFCABA3-307D-5B3E-3AC8-625041771605}"/>
                </a:ext>
              </a:extLst>
            </p:cNvPr>
            <p:cNvSpPr/>
            <p:nvPr/>
          </p:nvSpPr>
          <p:spPr>
            <a:xfrm>
              <a:off x="6429308" y="5185635"/>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chemeClr val="bg1"/>
                  </a:solidFill>
                </a:rPr>
                <a:t>[Código]</a:t>
              </a:r>
              <a:endParaRPr lang="es-CL" sz="880" b="1">
                <a:solidFill>
                  <a:schemeClr val="bg1"/>
                </a:solidFill>
              </a:endParaRPr>
            </a:p>
          </p:txBody>
        </p:sp>
      </p:grpSp>
      <p:cxnSp>
        <p:nvCxnSpPr>
          <p:cNvPr id="89" name="Conector recto de flecha 88">
            <a:extLst>
              <a:ext uri="{FF2B5EF4-FFF2-40B4-BE49-F238E27FC236}">
                <a16:creationId xmlns:a16="http://schemas.microsoft.com/office/drawing/2014/main" id="{4B954F36-7E2F-EDA8-8439-C7216857A37A}"/>
              </a:ext>
            </a:extLst>
          </p:cNvPr>
          <p:cNvCxnSpPr>
            <a:cxnSpLocks/>
            <a:stCxn id="27" idx="3"/>
            <a:endCxn id="90" idx="2"/>
          </p:cNvCxnSpPr>
          <p:nvPr/>
        </p:nvCxnSpPr>
        <p:spPr>
          <a:xfrm>
            <a:off x="5661992" y="5355607"/>
            <a:ext cx="1766480" cy="883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90" name="Oval 13">
            <a:extLst>
              <a:ext uri="{FF2B5EF4-FFF2-40B4-BE49-F238E27FC236}">
                <a16:creationId xmlns:a16="http://schemas.microsoft.com/office/drawing/2014/main" id="{002CE995-8E5A-439A-B64B-10FC8388502C}"/>
              </a:ext>
            </a:extLst>
          </p:cNvPr>
          <p:cNvSpPr>
            <a:spLocks noChangeAspect="1"/>
          </p:cNvSpPr>
          <p:nvPr/>
        </p:nvSpPr>
        <p:spPr>
          <a:xfrm>
            <a:off x="7428472" y="5066195"/>
            <a:ext cx="1232392" cy="5965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r>
              <a:rPr lang="es-CL" sz="900">
                <a:solidFill>
                  <a:schemeClr val="tx1"/>
                </a:solidFill>
              </a:rPr>
              <a:t>[Por completar]</a:t>
            </a:r>
          </a:p>
        </p:txBody>
      </p:sp>
      <p:grpSp>
        <p:nvGrpSpPr>
          <p:cNvPr id="72" name="Grupo 71">
            <a:extLst>
              <a:ext uri="{FF2B5EF4-FFF2-40B4-BE49-F238E27FC236}">
                <a16:creationId xmlns:a16="http://schemas.microsoft.com/office/drawing/2014/main" id="{F4DC93EA-25F8-BF91-7842-2ED78745DCC8}"/>
              </a:ext>
            </a:extLst>
          </p:cNvPr>
          <p:cNvGrpSpPr/>
          <p:nvPr/>
        </p:nvGrpSpPr>
        <p:grpSpPr>
          <a:xfrm>
            <a:off x="6228484" y="3571490"/>
            <a:ext cx="920738" cy="519376"/>
            <a:chOff x="4633400" y="5236922"/>
            <a:chExt cx="1091624" cy="519376"/>
          </a:xfrm>
        </p:grpSpPr>
        <p:sp>
          <p:nvSpPr>
            <p:cNvPr id="4" name="Rectangle: Rounded Corners 10">
              <a:extLst>
                <a:ext uri="{FF2B5EF4-FFF2-40B4-BE49-F238E27FC236}">
                  <a16:creationId xmlns:a16="http://schemas.microsoft.com/office/drawing/2014/main" id="{B10C920D-ADE4-6469-31C0-28B591651EF9}"/>
                </a:ext>
              </a:extLst>
            </p:cNvPr>
            <p:cNvSpPr/>
            <p:nvPr/>
          </p:nvSpPr>
          <p:spPr>
            <a:xfrm>
              <a:off x="4633400" y="5309915"/>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CL" sz="900">
                  <a:solidFill>
                    <a:schemeClr val="tx1"/>
                  </a:solidFill>
                </a:rPr>
                <a:t>[Por completar]</a:t>
              </a:r>
              <a:endParaRPr lang="es-CL"/>
            </a:p>
          </p:txBody>
        </p:sp>
        <p:sp>
          <p:nvSpPr>
            <p:cNvPr id="10" name="Rectangle: Rounded Corners 45">
              <a:extLst>
                <a:ext uri="{FF2B5EF4-FFF2-40B4-BE49-F238E27FC236}">
                  <a16:creationId xmlns:a16="http://schemas.microsoft.com/office/drawing/2014/main" id="{D55130DF-6B92-075D-A9BC-6CBAAAB698E1}"/>
                </a:ext>
              </a:extLst>
            </p:cNvPr>
            <p:cNvSpPr/>
            <p:nvPr/>
          </p:nvSpPr>
          <p:spPr>
            <a:xfrm>
              <a:off x="4967789" y="5236922"/>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chemeClr val="bg1"/>
                  </a:solidFill>
                </a:rPr>
                <a:t>[Código]</a:t>
              </a:r>
              <a:endParaRPr lang="es-CL" sz="880" b="1">
                <a:solidFill>
                  <a:schemeClr val="bg1"/>
                </a:solidFill>
              </a:endParaRPr>
            </a:p>
          </p:txBody>
        </p:sp>
      </p:grpSp>
      <p:cxnSp>
        <p:nvCxnSpPr>
          <p:cNvPr id="11" name="Conector recto de flecha 10">
            <a:extLst>
              <a:ext uri="{FF2B5EF4-FFF2-40B4-BE49-F238E27FC236}">
                <a16:creationId xmlns:a16="http://schemas.microsoft.com/office/drawing/2014/main" id="{E63578AC-2113-4AF4-A067-FC496C7A0092}"/>
              </a:ext>
            </a:extLst>
          </p:cNvPr>
          <p:cNvCxnSpPr>
            <a:cxnSpLocks/>
            <a:stCxn id="4" idx="3"/>
            <a:endCxn id="69" idx="1"/>
          </p:cNvCxnSpPr>
          <p:nvPr/>
        </p:nvCxnSpPr>
        <p:spPr>
          <a:xfrm flipV="1">
            <a:off x="7149222" y="3866520"/>
            <a:ext cx="223638" cy="115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7" name="10 Rectángulo">
            <a:extLst>
              <a:ext uri="{FF2B5EF4-FFF2-40B4-BE49-F238E27FC236}">
                <a16:creationId xmlns:a16="http://schemas.microsoft.com/office/drawing/2014/main" id="{A93B77BE-33D3-32D5-5EF8-B212C8F350C5}"/>
              </a:ext>
            </a:extLst>
          </p:cNvPr>
          <p:cNvSpPr/>
          <p:nvPr/>
        </p:nvSpPr>
        <p:spPr>
          <a:xfrm>
            <a:off x="4407372" y="5057357"/>
            <a:ext cx="1254620" cy="596500"/>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rPr>
              <a:t>[Por completar]</a:t>
            </a:r>
          </a:p>
          <a:p>
            <a:pPr marL="0" marR="0" lvl="0" indent="0" algn="ctr" defTabSz="914400" eaLnBrk="1" fontAlgn="auto" latinLnBrk="0" hangingPunct="1">
              <a:lnSpc>
                <a:spcPct val="9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rPr>
              <a:t>[Por completar]</a:t>
            </a:r>
          </a:p>
          <a:p>
            <a:pPr marL="0" marR="0" lvl="0" indent="0" algn="ctr" defTabSz="914400" eaLnBrk="1" fontAlgn="auto" latinLnBrk="0" hangingPunct="1">
              <a:lnSpc>
                <a:spcPct val="90000"/>
              </a:lnSpc>
              <a:spcBef>
                <a:spcPts val="0"/>
              </a:spcBef>
              <a:spcAft>
                <a:spcPts val="0"/>
              </a:spcAft>
              <a:buClrTx/>
              <a:buSzTx/>
              <a:buFontTx/>
              <a:buNone/>
              <a:tabLst/>
              <a:defRPr/>
            </a:pPr>
            <a:r>
              <a:rPr lang="es-CL" sz="800">
                <a:solidFill>
                  <a:srgbClr val="696158"/>
                </a:solidFill>
                <a:latin typeface="Calibri"/>
              </a:rPr>
              <a:t>[Por completar]</a:t>
            </a:r>
            <a:endParaRPr kumimoji="0" lang="es-CL" sz="800" b="0" i="0" u="none" strike="noStrike" kern="1200" cap="none" spc="0" normalizeH="0" baseline="0" noProof="0">
              <a:ln>
                <a:noFill/>
              </a:ln>
              <a:solidFill>
                <a:srgbClr val="696158"/>
              </a:solidFill>
              <a:effectLst/>
              <a:uLnTx/>
              <a:uFillTx/>
              <a:latin typeface="Calibri"/>
            </a:endParaRPr>
          </a:p>
        </p:txBody>
      </p:sp>
      <p:sp>
        <p:nvSpPr>
          <p:cNvPr id="56" name="CuadroTexto 55">
            <a:extLst>
              <a:ext uri="{FF2B5EF4-FFF2-40B4-BE49-F238E27FC236}">
                <a16:creationId xmlns:a16="http://schemas.microsoft.com/office/drawing/2014/main" id="{E29E2053-1EC2-9823-79BE-4D9BD0847723}"/>
              </a:ext>
            </a:extLst>
          </p:cNvPr>
          <p:cNvSpPr txBox="1"/>
          <p:nvPr/>
        </p:nvSpPr>
        <p:spPr>
          <a:xfrm>
            <a:off x="3866513" y="3722679"/>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SI</a:t>
            </a:r>
          </a:p>
        </p:txBody>
      </p:sp>
      <p:sp>
        <p:nvSpPr>
          <p:cNvPr id="44" name="Oval 13">
            <a:extLst>
              <a:ext uri="{FF2B5EF4-FFF2-40B4-BE49-F238E27FC236}">
                <a16:creationId xmlns:a16="http://schemas.microsoft.com/office/drawing/2014/main" id="{BF876C61-1192-B982-DEC2-0A1A6473E98B}"/>
              </a:ext>
            </a:extLst>
          </p:cNvPr>
          <p:cNvSpPr>
            <a:spLocks noChangeAspect="1"/>
          </p:cNvSpPr>
          <p:nvPr/>
        </p:nvSpPr>
        <p:spPr>
          <a:xfrm>
            <a:off x="7235258" y="2387231"/>
            <a:ext cx="1067708" cy="51679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r>
              <a:rPr lang="es-CL" sz="900">
                <a:solidFill>
                  <a:schemeClr val="tx1"/>
                </a:solidFill>
              </a:rPr>
              <a:t>[Por completar]</a:t>
            </a:r>
          </a:p>
        </p:txBody>
      </p:sp>
      <p:sp>
        <p:nvSpPr>
          <p:cNvPr id="46" name="10 Rectángulo">
            <a:extLst>
              <a:ext uri="{FF2B5EF4-FFF2-40B4-BE49-F238E27FC236}">
                <a16:creationId xmlns:a16="http://schemas.microsoft.com/office/drawing/2014/main" id="{C7A90D03-E5D7-7C77-8594-13C71B6C62BA}"/>
              </a:ext>
            </a:extLst>
          </p:cNvPr>
          <p:cNvSpPr/>
          <p:nvPr/>
        </p:nvSpPr>
        <p:spPr>
          <a:xfrm>
            <a:off x="5720684" y="2347377"/>
            <a:ext cx="1254620" cy="596500"/>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eaLnBrk="1" fontAlgn="auto" latinLnBrk="0" hangingPunct="1">
              <a:lnSpc>
                <a:spcPct val="9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eaLnBrk="1" fontAlgn="auto" latinLnBrk="0" hangingPunct="1">
              <a:lnSpc>
                <a:spcPct val="9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47" name="Conector recto de flecha 46">
            <a:extLst>
              <a:ext uri="{FF2B5EF4-FFF2-40B4-BE49-F238E27FC236}">
                <a16:creationId xmlns:a16="http://schemas.microsoft.com/office/drawing/2014/main" id="{CCE7A52E-198B-0931-8CF9-2A44D07ECFF1}"/>
              </a:ext>
            </a:extLst>
          </p:cNvPr>
          <p:cNvCxnSpPr>
            <a:cxnSpLocks/>
            <a:stCxn id="46" idx="3"/>
            <a:endCxn id="44" idx="2"/>
          </p:cNvCxnSpPr>
          <p:nvPr/>
        </p:nvCxnSpPr>
        <p:spPr>
          <a:xfrm flipV="1">
            <a:off x="6975304" y="2645626"/>
            <a:ext cx="259954" cy="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9" name="Diagrama de flujo: decisión 48">
            <a:extLst>
              <a:ext uri="{FF2B5EF4-FFF2-40B4-BE49-F238E27FC236}">
                <a16:creationId xmlns:a16="http://schemas.microsoft.com/office/drawing/2014/main" id="{85D0E40C-8BF9-6982-E712-E96548AC723E}"/>
              </a:ext>
            </a:extLst>
          </p:cNvPr>
          <p:cNvSpPr/>
          <p:nvPr/>
        </p:nvSpPr>
        <p:spPr>
          <a:xfrm>
            <a:off x="4279818" y="3203755"/>
            <a:ext cx="1664834" cy="1336579"/>
          </a:xfrm>
          <a:prstGeom prst="flowChartDecision">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p>
            <a:pPr algn="ctr">
              <a:lnSpc>
                <a:spcPct val="90000"/>
              </a:lnSpc>
            </a:pPr>
            <a:r>
              <a:rPr lang="es-CL" sz="800">
                <a:solidFill>
                  <a:srgbClr val="696158"/>
                </a:solidFill>
                <a:latin typeface="Calibri"/>
              </a:rPr>
              <a:t>[Por completar]</a:t>
            </a:r>
          </a:p>
          <a:p>
            <a:pPr algn="ctr">
              <a:lnSpc>
                <a:spcPct val="90000"/>
              </a:lnSpc>
            </a:pPr>
            <a:r>
              <a:rPr lang="es-CL" sz="800">
                <a:solidFill>
                  <a:srgbClr val="696158"/>
                </a:solidFill>
                <a:latin typeface="Calibri"/>
              </a:rPr>
              <a:t>[Por completar]</a:t>
            </a:r>
            <a:r>
              <a:rPr lang="es-CL" sz="800" err="1">
                <a:solidFill>
                  <a:srgbClr val="696158"/>
                </a:solidFill>
                <a:latin typeface="Calibri"/>
              </a:rPr>
              <a:t/>
            </a:r>
            <a:r>
              <a:rPr lang="es-CL" sz="800">
                <a:solidFill>
                  <a:srgbClr val="696158"/>
                </a:solidFill>
                <a:latin typeface="Calibri"/>
              </a:rPr>
              <a:t/>
            </a:r>
          </a:p>
          <a:p>
            <a:pPr algn="ctr">
              <a:lnSpc>
                <a:spcPct val="90000"/>
              </a:lnSpc>
            </a:pPr>
            <a:r>
              <a:rPr lang="es-CL" sz="800">
                <a:solidFill>
                  <a:srgbClr val="696158"/>
                </a:solidFill>
                <a:latin typeface="Calibri"/>
              </a:rPr>
              <a:t>[Por completar]</a:t>
            </a:r>
          </a:p>
        </p:txBody>
      </p:sp>
      <p:sp>
        <p:nvSpPr>
          <p:cNvPr id="68" name="CuadroTexto 67">
            <a:extLst>
              <a:ext uri="{FF2B5EF4-FFF2-40B4-BE49-F238E27FC236}">
                <a16:creationId xmlns:a16="http://schemas.microsoft.com/office/drawing/2014/main" id="{78C04B35-8C2F-50F7-CB35-A294CE2FC89A}"/>
              </a:ext>
            </a:extLst>
          </p:cNvPr>
          <p:cNvSpPr txBox="1"/>
          <p:nvPr/>
        </p:nvSpPr>
        <p:spPr>
          <a:xfrm>
            <a:off x="3462349" y="4354771"/>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NO</a:t>
            </a:r>
          </a:p>
        </p:txBody>
      </p:sp>
      <p:sp>
        <p:nvSpPr>
          <p:cNvPr id="70" name="CuadroTexto 69">
            <a:extLst>
              <a:ext uri="{FF2B5EF4-FFF2-40B4-BE49-F238E27FC236}">
                <a16:creationId xmlns:a16="http://schemas.microsoft.com/office/drawing/2014/main" id="{CE044BA6-760F-3A6C-044B-BF9C61B83E09}"/>
              </a:ext>
            </a:extLst>
          </p:cNvPr>
          <p:cNvSpPr txBox="1"/>
          <p:nvPr/>
        </p:nvSpPr>
        <p:spPr>
          <a:xfrm>
            <a:off x="4976489" y="2953302"/>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SI</a:t>
            </a:r>
          </a:p>
        </p:txBody>
      </p:sp>
      <p:cxnSp>
        <p:nvCxnSpPr>
          <p:cNvPr id="74" name="Conector: angular 73">
            <a:extLst>
              <a:ext uri="{FF2B5EF4-FFF2-40B4-BE49-F238E27FC236}">
                <a16:creationId xmlns:a16="http://schemas.microsoft.com/office/drawing/2014/main" id="{D51BBD5B-D0FA-E8CA-ACE2-3210D5CD3EE3}"/>
              </a:ext>
            </a:extLst>
          </p:cNvPr>
          <p:cNvCxnSpPr>
            <a:cxnSpLocks/>
            <a:stCxn id="49" idx="0"/>
            <a:endCxn id="46" idx="1"/>
          </p:cNvCxnSpPr>
          <p:nvPr/>
        </p:nvCxnSpPr>
        <p:spPr>
          <a:xfrm rot="5400000" flipH="1" flipV="1">
            <a:off x="5137395" y="2620467"/>
            <a:ext cx="558128" cy="608449"/>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95" name="Conector recto de flecha 94">
            <a:extLst>
              <a:ext uri="{FF2B5EF4-FFF2-40B4-BE49-F238E27FC236}">
                <a16:creationId xmlns:a16="http://schemas.microsoft.com/office/drawing/2014/main" id="{6FF06F23-7D45-18F6-1E45-0A355CEA7D25}"/>
              </a:ext>
            </a:extLst>
          </p:cNvPr>
          <p:cNvCxnSpPr>
            <a:cxnSpLocks/>
            <a:stCxn id="43" idx="3"/>
            <a:endCxn id="49" idx="1"/>
          </p:cNvCxnSpPr>
          <p:nvPr/>
        </p:nvCxnSpPr>
        <p:spPr>
          <a:xfrm flipV="1">
            <a:off x="3987802" y="3872045"/>
            <a:ext cx="292016" cy="235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96" name="Conector: angular 95">
            <a:extLst>
              <a:ext uri="{FF2B5EF4-FFF2-40B4-BE49-F238E27FC236}">
                <a16:creationId xmlns:a16="http://schemas.microsoft.com/office/drawing/2014/main" id="{757F167A-8B42-6644-3E33-F050C78BEE16}"/>
              </a:ext>
            </a:extLst>
          </p:cNvPr>
          <p:cNvCxnSpPr>
            <a:cxnSpLocks/>
            <a:stCxn id="43" idx="2"/>
            <a:endCxn id="27" idx="1"/>
          </p:cNvCxnSpPr>
          <p:nvPr/>
        </p:nvCxnSpPr>
        <p:spPr>
          <a:xfrm rot="16200000" flipH="1">
            <a:off x="3440846" y="4389081"/>
            <a:ext cx="1115904" cy="81714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0" name="Oval 13">
            <a:extLst>
              <a:ext uri="{FF2B5EF4-FFF2-40B4-BE49-F238E27FC236}">
                <a16:creationId xmlns:a16="http://schemas.microsoft.com/office/drawing/2014/main" id="{4B6F7E28-6F9A-B6CC-D8DD-34C3B8862C5E}"/>
              </a:ext>
            </a:extLst>
          </p:cNvPr>
          <p:cNvSpPr>
            <a:spLocks noChangeAspect="1"/>
          </p:cNvSpPr>
          <p:nvPr/>
        </p:nvSpPr>
        <p:spPr>
          <a:xfrm>
            <a:off x="8502341" y="3664625"/>
            <a:ext cx="696539" cy="4099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r>
              <a:rPr lang="es-CL" sz="700">
                <a:solidFill>
                  <a:schemeClr val="tx1"/>
                </a:solidFill>
              </a:rPr>
              <a:t>[Por completar]</a:t>
            </a:r>
          </a:p>
        </p:txBody>
      </p:sp>
      <p:sp>
        <p:nvSpPr>
          <p:cNvPr id="20" name="CuadroTexto 19">
            <a:extLst>
              <a:ext uri="{FF2B5EF4-FFF2-40B4-BE49-F238E27FC236}">
                <a16:creationId xmlns:a16="http://schemas.microsoft.com/office/drawing/2014/main" id="{53C18AC1-8CF4-DE3A-AF0A-464E208FE836}"/>
              </a:ext>
            </a:extLst>
          </p:cNvPr>
          <p:cNvSpPr txBox="1"/>
          <p:nvPr/>
        </p:nvSpPr>
        <p:spPr>
          <a:xfrm>
            <a:off x="5739336" y="4103307"/>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NO</a:t>
            </a:r>
          </a:p>
        </p:txBody>
      </p:sp>
      <p:cxnSp>
        <p:nvCxnSpPr>
          <p:cNvPr id="21" name="Conector recto de flecha 20">
            <a:extLst>
              <a:ext uri="{FF2B5EF4-FFF2-40B4-BE49-F238E27FC236}">
                <a16:creationId xmlns:a16="http://schemas.microsoft.com/office/drawing/2014/main" id="{375BBDD5-D18E-5ACC-4CB4-E5D6C54F4B3E}"/>
              </a:ext>
            </a:extLst>
          </p:cNvPr>
          <p:cNvCxnSpPr>
            <a:cxnSpLocks/>
            <a:stCxn id="49" idx="3"/>
            <a:endCxn id="4" idx="1"/>
          </p:cNvCxnSpPr>
          <p:nvPr/>
        </p:nvCxnSpPr>
        <p:spPr>
          <a:xfrm flipV="1">
            <a:off x="5944652" y="3867675"/>
            <a:ext cx="283832" cy="437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06006F1C-E75F-6724-C7D1-21F64997E6CF}"/>
              </a:ext>
            </a:extLst>
          </p:cNvPr>
          <p:cNvCxnSpPr>
            <a:cxnSpLocks/>
            <a:stCxn id="69" idx="3"/>
            <a:endCxn id="110" idx="2"/>
          </p:cNvCxnSpPr>
          <p:nvPr/>
        </p:nvCxnSpPr>
        <p:spPr>
          <a:xfrm>
            <a:off x="8219729" y="3866520"/>
            <a:ext cx="282612" cy="305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angular 39">
            <a:extLst>
              <a:ext uri="{FF2B5EF4-FFF2-40B4-BE49-F238E27FC236}">
                <a16:creationId xmlns:a16="http://schemas.microsoft.com/office/drawing/2014/main" id="{8E168144-A20C-A195-0D8D-FBA5A59564AD}"/>
              </a:ext>
            </a:extLst>
          </p:cNvPr>
          <p:cNvCxnSpPr>
            <a:stCxn id="6" idx="4"/>
            <a:endCxn id="22" idx="1"/>
          </p:cNvCxnSpPr>
          <p:nvPr/>
        </p:nvCxnSpPr>
        <p:spPr>
          <a:xfrm rot="16200000" flipH="1">
            <a:off x="1133809" y="3152960"/>
            <a:ext cx="1181603" cy="275816"/>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E7CEC57F-8FB8-2909-CDB6-FEFCA77F1980}"/>
              </a:ext>
            </a:extLst>
          </p:cNvPr>
          <p:cNvCxnSpPr>
            <a:stCxn id="22" idx="3"/>
            <a:endCxn id="43" idx="1"/>
          </p:cNvCxnSpPr>
          <p:nvPr/>
        </p:nvCxnSpPr>
        <p:spPr>
          <a:xfrm flipV="1">
            <a:off x="2817029" y="3874396"/>
            <a:ext cx="375618" cy="727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17319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B6F7-7FBC-8053-C8AD-E1BE827A1D3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1E84595-EE84-107C-8125-E902101C304B}"/>
              </a:ext>
            </a:extLst>
          </p:cNvPr>
          <p:cNvGraphicFramePr>
            <a:graphicFrameLocks noChangeAspect="1"/>
          </p:cNvGraphicFramePr>
          <p:nvPr>
            <p:custDataLst>
              <p:tags r:id="rId1"/>
            </p:custDataLst>
            <p:extLst>
              <p:ext uri="{D42A27DB-BD31-4B8C-83A1-F6EECF244321}">
                <p14:modId xmlns:p14="http://schemas.microsoft.com/office/powerpoint/2010/main" val="1703158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B1E84595-EE84-107C-8125-E902101C30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7BA8832-2D7D-10AA-4974-1ED86FE78119}"/>
              </a:ext>
            </a:extLst>
          </p:cNvPr>
          <p:cNvSpPr>
            <a:spLocks noGrp="1"/>
          </p:cNvSpPr>
          <p:nvPr>
            <p:ph type="title"/>
          </p:nvPr>
        </p:nvSpPr>
        <p:spPr>
          <a:xfrm>
            <a:off x="630000" y="622800"/>
            <a:ext cx="10933350" cy="332399"/>
          </a:xfrm>
        </p:spPr>
        <p:txBody>
          <a:bodyPr vert="horz"/>
          <a:lstStyle/>
          <a:p>
            <a:r>
              <a:rPr lang="es-CL">
                <a:solidFill>
                  <a:schemeClr val="tx1"/>
                </a:solidFill>
              </a:rPr>
              <a:t>[Código] Actividades y tareas| [Nombre del subproceso]</a:t>
            </a:r>
            <a:r>
              <a:rPr lang="es-CL" sz="2400">
                <a:solidFill>
                  <a:schemeClr val="tx1"/>
                </a:solidFill>
              </a:rPr>
              <a:t/>
            </a:r>
            <a:r>
              <a:rPr lang="es-ES" sz="2400"/>
              <a:t/>
            </a:r>
            <a:endParaRPr lang="es-CL"/>
          </a:p>
        </p:txBody>
      </p:sp>
      <p:graphicFrame>
        <p:nvGraphicFramePr>
          <p:cNvPr id="20" name="Table 19">
            <a:extLst>
              <a:ext uri="{FF2B5EF4-FFF2-40B4-BE49-F238E27FC236}">
                <a16:creationId xmlns:a16="http://schemas.microsoft.com/office/drawing/2014/main" id="{686C6CB6-77E4-BE52-9005-3D2953F11B88}"/>
              </a:ext>
            </a:extLst>
          </p:cNvPr>
          <p:cNvGraphicFramePr>
            <a:graphicFrameLocks noGrp="1"/>
          </p:cNvGraphicFramePr>
          <p:nvPr>
            <p:extLst>
              <p:ext uri="{D42A27DB-BD31-4B8C-83A1-F6EECF244321}">
                <p14:modId xmlns:p14="http://schemas.microsoft.com/office/powerpoint/2010/main" val="3604845468"/>
              </p:ext>
            </p:extLst>
          </p:nvPr>
        </p:nvGraphicFramePr>
        <p:xfrm>
          <a:off x="1127052" y="1007696"/>
          <a:ext cx="10552509" cy="3456616"/>
        </p:xfrm>
        <a:graphic>
          <a:graphicData uri="http://schemas.openxmlformats.org/drawingml/2006/table">
            <a:tbl>
              <a:tblPr>
                <a:tableStyleId>{2D5ABB26-0587-4C30-8999-92F81FD0307C}</a:tableStyleId>
              </a:tblPr>
              <a:tblGrid>
                <a:gridCol w="2581768">
                  <a:extLst>
                    <a:ext uri="{9D8B030D-6E8A-4147-A177-3AD203B41FA5}">
                      <a16:colId xmlns:a16="http://schemas.microsoft.com/office/drawing/2014/main" val="741832067"/>
                    </a:ext>
                  </a:extLst>
                </a:gridCol>
                <a:gridCol w="4542295">
                  <a:extLst>
                    <a:ext uri="{9D8B030D-6E8A-4147-A177-3AD203B41FA5}">
                      <a16:colId xmlns:a16="http://schemas.microsoft.com/office/drawing/2014/main" val="2629782098"/>
                    </a:ext>
                  </a:extLst>
                </a:gridCol>
                <a:gridCol w="3428446">
                  <a:extLst>
                    <a:ext uri="{9D8B030D-6E8A-4147-A177-3AD203B41FA5}">
                      <a16:colId xmlns:a16="http://schemas.microsoft.com/office/drawing/2014/main" val="1732901862"/>
                    </a:ext>
                  </a:extLst>
                </a:gridCol>
              </a:tblGrid>
              <a:tr h="439096">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panose="020F0502020204030204" pitchFamily="34" charset="0"/>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0">
                <a:tc rowSpan="6">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335182820"/>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2421665835"/>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mn-lt"/>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019575384"/>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Calibri"/>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35033290"/>
                  </a:ext>
                </a:extLst>
              </a:tr>
              <a:tr h="0">
                <a:tc vMerge="1">
                  <a:txBody>
                    <a:bodyPr/>
                    <a:lstStyle/>
                    <a:p>
                      <a:endParaRPr lang="en-US"/>
                    </a:p>
                  </a:txBody>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5149757"/>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362389988"/>
                  </a:ext>
                </a:extLst>
              </a:tr>
              <a:tr h="0">
                <a:tc rowSpan="3">
                  <a:txBody>
                    <a:bodyPr/>
                    <a:lstStyle/>
                    <a:p>
                      <a:pPr marL="0" lvl="0" indent="0" algn="l">
                        <a:lnSpc>
                          <a:spcPct val="100000"/>
                        </a:lnSpc>
                        <a:spcBef>
                          <a:spcPts val="0"/>
                        </a:spcBef>
                        <a:spcAft>
                          <a:spcPts val="0"/>
                        </a:spcAft>
                        <a:buNone/>
                      </a:pPr>
                      <a:r>
                        <a:rPr lang="es-ES" sz="1100" b="0" i="0" u="none" strike="noStrike">
                          <a:solidFill>
                            <a:srgbClr val="696158"/>
                          </a:solidFill>
                          <a:effectLst/>
                          <a:latin typeface="Calibri"/>
                        </a:rPr>
                        <a:t>[Por completar]</a:t>
                      </a:r>
                    </a:p>
                  </a:txBody>
                  <a:tcPr marL="27432" marR="27432" marT="27432" marB="27432">
                    <a:lnT w="9525" cap="flat" cmpd="sng" algn="ctr">
                      <a:solidFill>
                        <a:srgbClr val="9A9A9A"/>
                      </a:solidFill>
                      <a:prstDash val="solid"/>
                      <a:round/>
                      <a:headEnd type="none" w="med" len="med"/>
                      <a:tailEnd type="none" w="med" len="med"/>
                    </a:lnT>
                    <a:lnB w="9524">
                      <a:solidFill>
                        <a:srgbClr val="9A9A9A"/>
                      </a:solidFill>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None/>
                      </a:pPr>
                      <a:r>
                        <a:rPr lang="es-CL"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54378478"/>
                  </a:ext>
                </a:extLst>
              </a:tr>
              <a:tr h="0">
                <a:tc vMerge="1">
                  <a:txBody>
                    <a:bodyPr/>
                    <a:lstStyle/>
                    <a:p>
                      <a:endParaRPr/>
                    </a:p>
                  </a:txBody>
                  <a:tcPr marL="27432" marR="27432" marT="27432" marB="27432">
                    <a:lnT w="9525"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90000"/>
                        </a:lnSpc>
                        <a:spcBef>
                          <a:spcPts val="0"/>
                        </a:spcBef>
                        <a:spcAft>
                          <a:spcPts val="0"/>
                        </a:spcAft>
                        <a:buFontTx/>
                        <a:buNone/>
                      </a:pPr>
                      <a:r>
                        <a:rPr lang="es-ES" sz="1100" b="0" i="0" u="none" strike="noStrike">
                          <a:solidFill>
                            <a:srgbClr val="696158"/>
                          </a:solidFill>
                          <a:effectLst/>
                          <a:latin typeface="Calibri"/>
                        </a:rPr>
                        <a:t>[Por completar]</a:t>
                      </a:r>
                      <a:r>
                        <a:rPr lang="es-ES" sz="1100" b="0" i="0" u="none" strike="noStrike">
                          <a:solidFill>
                            <a:srgbClr val="696158"/>
                          </a:solidFill>
                          <a:effectLst/>
                          <a:latin typeface="+mn-lt"/>
                        </a:rPr>
                        <a:t/>
                      </a:r>
                      <a:endParaRPr lang="es-ES"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tc>
                  <a:txBody>
                    <a:bodyPr/>
                    <a:lstStyle/>
                    <a:p>
                      <a:pPr marL="0" lvl="0" indent="0" algn="l" defTabSz="914400">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extLst>
                  <a:ext uri="{0D108BD9-81ED-4DB2-BD59-A6C34878D82A}">
                    <a16:rowId xmlns:a16="http://schemas.microsoft.com/office/drawing/2014/main" val="674128476"/>
                  </a:ext>
                </a:extLst>
              </a:tr>
              <a:tr h="0">
                <a:tc vMerge="1">
                  <a:txBody>
                    <a:bodyPr/>
                    <a:lstStyle/>
                    <a:p>
                      <a:pPr marL="0" lvl="0" indent="0" algn="l">
                        <a:lnSpc>
                          <a:spcPct val="100000"/>
                        </a:lnSpc>
                        <a:spcBef>
                          <a:spcPts val="0"/>
                        </a:spcBef>
                        <a:spcAft>
                          <a:spcPts val="0"/>
                        </a:spcAft>
                        <a:buNone/>
                      </a:pPr>
                      <a:endParaRPr lang="es-ES" sz="1100" b="0" i="0" u="none" strike="noStrike">
                        <a:solidFill>
                          <a:srgbClr val="696158"/>
                        </a:solidFill>
                        <a:effectLst/>
                        <a:latin typeface="Calibri"/>
                      </a:endParaRPr>
                    </a:p>
                  </a:txBody>
                  <a:tcPr marL="27432" marR="27432" marT="27432" marB="27432">
                    <a:lnT w="9524"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90000"/>
                        </a:lnSpc>
                        <a:spcBef>
                          <a:spcPts val="0"/>
                        </a:spcBef>
                        <a:spcAft>
                          <a:spcPts val="0"/>
                        </a:spcAft>
                        <a:buFontTx/>
                        <a:buNone/>
                      </a:pPr>
                      <a:r>
                        <a:rPr lang="es-ES" sz="1100" b="0" i="0" u="none" strike="noStrike">
                          <a:solidFill>
                            <a:srgbClr val="696158"/>
                          </a:solidFill>
                          <a:effectLst/>
                          <a:latin typeface="+mn-lt"/>
                        </a:rPr>
                        <a:t>[Por completar]</a:t>
                      </a:r>
                      <a:endParaRPr lang="es-ES" sz="1100" b="0" i="0" u="none" strike="noStrike">
                        <a:solidFill>
                          <a:srgbClr val="696158"/>
                        </a:solidFill>
                        <a:effectLst/>
                        <a:latin typeface="Calibri"/>
                      </a:endParaRPr>
                    </a:p>
                  </a:txBody>
                  <a:tcPr marL="27432" marR="27432" marT="27432" marB="27432" anchor="ctr">
                    <a:lnT w="9524" cap="flat" cmpd="sng" algn="ctr">
                      <a:solidFill>
                        <a:schemeClr val="tx1"/>
                      </a:solidFill>
                      <a:prstDash val="solid"/>
                      <a:round/>
                      <a:headEnd type="none" w="med" len="med"/>
                      <a:tailEnd type="none" w="med" len="med"/>
                    </a:lnT>
                    <a:lnB w="9524">
                      <a:solidFill>
                        <a:schemeClr val="tx1"/>
                      </a:solidFill>
                    </a:lnB>
                  </a:tcPr>
                </a:tc>
                <a:tc>
                  <a:txBody>
                    <a:bodyPr/>
                    <a:lstStyle/>
                    <a:p>
                      <a:pPr marL="0" lvl="0" indent="0" algn="l" defTabSz="914400">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p>
                  </a:txBody>
                  <a:tcPr marL="27432" marR="27432" marT="27432" marB="27432" anchor="ctr">
                    <a:lnT w="9524" cap="flat" cmpd="sng" algn="ctr">
                      <a:solidFill>
                        <a:schemeClr val="tx1"/>
                      </a:solidFill>
                      <a:prstDash val="solid"/>
                      <a:round/>
                      <a:headEnd type="none" w="med" len="med"/>
                      <a:tailEnd type="none" w="med" len="med"/>
                    </a:lnT>
                    <a:lnB w="9524">
                      <a:solidFill>
                        <a:schemeClr val="tx1"/>
                      </a:solidFill>
                    </a:lnB>
                  </a:tcPr>
                </a:tc>
                <a:extLst>
                  <a:ext uri="{0D108BD9-81ED-4DB2-BD59-A6C34878D82A}">
                    <a16:rowId xmlns:a16="http://schemas.microsoft.com/office/drawing/2014/main" val="2612808789"/>
                  </a:ext>
                </a:extLst>
              </a:tr>
              <a:tr h="0">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ES" sz="1100" b="0" i="0" u="none" strike="noStrike">
                          <a:solidFill>
                            <a:srgbClr val="696158"/>
                          </a:solidFill>
                          <a:effectLst/>
                          <a:latin typeface="Calibri" panose="020F0502020204030204" pitchFamily="34" charset="0"/>
                        </a:rPr>
                        <a:t>[Por completar]</a:t>
                      </a:r>
                    </a:p>
                  </a:txBody>
                  <a:tcPr marL="27432" marR="27432" marT="27432" marB="27432">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9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panose="020F0502020204030204" pitchFamily="34" charset="0"/>
                        </a:rPr>
                        <a:t>[Por completar]</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26753098"/>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0" i="0" u="none" strike="noStrike">
                          <a:solidFill>
                            <a:srgbClr val="696158"/>
                          </a:solidFill>
                          <a:effectLst/>
                          <a:latin typeface="Calibri" panose="020F0502020204030204" pitchFamily="34" charset="0"/>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29558436"/>
                  </a:ext>
                </a:extLst>
              </a:tr>
            </a:tbl>
          </a:graphicData>
        </a:graphic>
      </p:graphicFrame>
      <p:sp>
        <p:nvSpPr>
          <p:cNvPr id="21" name="Rectangle: Rounded Corners 20">
            <a:extLst>
              <a:ext uri="{FF2B5EF4-FFF2-40B4-BE49-F238E27FC236}">
                <a16:creationId xmlns:a16="http://schemas.microsoft.com/office/drawing/2014/main" id="{0C6BEE0F-E927-C34A-BA1B-0C1E7542C94A}"/>
              </a:ext>
            </a:extLst>
          </p:cNvPr>
          <p:cNvSpPr/>
          <p:nvPr/>
        </p:nvSpPr>
        <p:spPr>
          <a:xfrm>
            <a:off x="414665" y="14372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p>
        </p:txBody>
      </p:sp>
      <p:sp>
        <p:nvSpPr>
          <p:cNvPr id="3" name="Rectangle: Rounded Corners 2">
            <a:extLst>
              <a:ext uri="{FF2B5EF4-FFF2-40B4-BE49-F238E27FC236}">
                <a16:creationId xmlns:a16="http://schemas.microsoft.com/office/drawing/2014/main" id="{6E2143B2-BABE-ED8A-F0F1-B2C988EC31E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ES"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5" name="Rectangle: Rounded Corners 3">
            <a:extLst>
              <a:ext uri="{FF2B5EF4-FFF2-40B4-BE49-F238E27FC236}">
                <a16:creationId xmlns:a16="http://schemas.microsoft.com/office/drawing/2014/main" id="{B7C1D044-20F6-0CC7-B939-74B946956485}"/>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6" name="Rectangle: Rounded Corners 36">
            <a:extLst>
              <a:ext uri="{FF2B5EF4-FFF2-40B4-BE49-F238E27FC236}">
                <a16:creationId xmlns:a16="http://schemas.microsoft.com/office/drawing/2014/main" id="{FEB426FC-50CD-E2CB-E742-2CC9906D2660}"/>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D</a:t>
            </a:r>
          </a:p>
        </p:txBody>
      </p:sp>
      <p:sp>
        <p:nvSpPr>
          <p:cNvPr id="7" name="Rectangle: Rounded Corners 22">
            <a:extLst>
              <a:ext uri="{FF2B5EF4-FFF2-40B4-BE49-F238E27FC236}">
                <a16:creationId xmlns:a16="http://schemas.microsoft.com/office/drawing/2014/main" id="{3B8E7463-1871-B9D7-6669-4D8315FA1785}"/>
              </a:ext>
            </a:extLst>
          </p:cNvPr>
          <p:cNvSpPr/>
          <p:nvPr/>
        </p:nvSpPr>
        <p:spPr>
          <a:xfrm>
            <a:off x="414665" y="305409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Rounded Corners 22">
            <a:extLst>
              <a:ext uri="{FF2B5EF4-FFF2-40B4-BE49-F238E27FC236}">
                <a16:creationId xmlns:a16="http://schemas.microsoft.com/office/drawing/2014/main" id="{12C8AF0B-BFE8-53D4-CE21-6D4A85D100FB}"/>
              </a:ext>
            </a:extLst>
          </p:cNvPr>
          <p:cNvSpPr/>
          <p:nvPr/>
        </p:nvSpPr>
        <p:spPr>
          <a:xfrm>
            <a:off x="414665" y="391752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3627087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C3E0C-E355-1025-F076-A8375FBD453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6AD97AD-01A6-4EC0-6FE0-10EBF6B76C1B}"/>
              </a:ext>
            </a:extLst>
          </p:cNvPr>
          <p:cNvGraphicFramePr>
            <a:graphicFrameLocks noChangeAspect="1"/>
          </p:cNvGraphicFramePr>
          <p:nvPr>
            <p:custDataLst>
              <p:tags r:id="rId1"/>
            </p:custDataLst>
            <p:extLst>
              <p:ext uri="{D42A27DB-BD31-4B8C-83A1-F6EECF244321}">
                <p14:modId xmlns:p14="http://schemas.microsoft.com/office/powerpoint/2010/main" val="2992550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04" imgH="405" progId="TCLayout.ActiveDocument.1">
                  <p:embed/>
                </p:oleObj>
              </mc:Choice>
              <mc:Fallback>
                <p:oleObj name="Diapositiva de think-cell" r:id="rId5" imgW="404" imgH="405" progId="TCLayout.ActiveDocument.1">
                  <p:embed/>
                  <p:pic>
                    <p:nvPicPr>
                      <p:cNvPr id="8" name="think-cell data - do not delete" hidden="1">
                        <a:extLst>
                          <a:ext uri="{FF2B5EF4-FFF2-40B4-BE49-F238E27FC236}">
                            <a16:creationId xmlns:a16="http://schemas.microsoft.com/office/drawing/2014/main" id="{36AD97AD-01A6-4EC0-6FE0-10EBF6B76C1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1" name="Text Placeholder 3">
            <a:extLst>
              <a:ext uri="{FF2B5EF4-FFF2-40B4-BE49-F238E27FC236}">
                <a16:creationId xmlns:a16="http://schemas.microsoft.com/office/drawing/2014/main" id="{755283E6-E558-FBD0-F389-832DB556103B}"/>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75839C6D-9C95-93CB-C54B-92416F0424F2}"/>
              </a:ext>
            </a:extLst>
          </p:cNvPr>
          <p:cNvSpPr>
            <a:spLocks noGrp="1"/>
          </p:cNvSpPr>
          <p:nvPr>
            <p:ph type="title"/>
          </p:nvPr>
        </p:nvSpPr>
        <p:spPr>
          <a:xfrm>
            <a:off x="262919" y="612990"/>
            <a:ext cx="9199061" cy="332399"/>
          </a:xfrm>
        </p:spPr>
        <p:txBody>
          <a:bodyPr vert="horz"/>
          <a:lstStyle/>
          <a:p>
            <a:r>
              <a:rPr lang="de-DE">
                <a:solidFill>
                  <a:schemeClr val="tx1"/>
                </a:solidFill>
              </a:rPr>
              <a:t>[Código] Flujograma subproceso| [Nombre del subproceso]</a:t>
            </a:r>
            <a:r>
              <a:rPr lang="en-US" err="1"/>
              <a:t/>
            </a:r>
            <a:r>
              <a:rPr lang="en-US"/>
              <a:t/>
            </a:r>
            <a:r>
              <a:rPr lang="en-US" err="1"/>
              <a:t/>
            </a:r>
            <a:r>
              <a:rPr lang="en-US"/>
              <a:t/>
            </a:r>
            <a:r>
              <a:rPr lang="en-US" err="1"/>
              <a:t/>
            </a:r>
            <a:endParaRPr lang="de-DE"/>
          </a:p>
        </p:txBody>
      </p:sp>
      <p:sp>
        <p:nvSpPr>
          <p:cNvPr id="5" name="Text Placeholder 3">
            <a:extLst>
              <a:ext uri="{FF2B5EF4-FFF2-40B4-BE49-F238E27FC236}">
                <a16:creationId xmlns:a16="http://schemas.microsoft.com/office/drawing/2014/main" id="{B070ACA6-6DFF-9554-76F9-41C1D55108E4}"/>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de-DE"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[Por completar]</a:t>
            </a:r>
          </a:p>
        </p:txBody>
      </p:sp>
      <p:sp>
        <p:nvSpPr>
          <p:cNvPr id="35" name="Rectangle: Rounded Corners 34">
            <a:extLst>
              <a:ext uri="{FF2B5EF4-FFF2-40B4-BE49-F238E27FC236}">
                <a16:creationId xmlns:a16="http://schemas.microsoft.com/office/drawing/2014/main" id="{B4BDD9B0-D4DD-761A-2B07-F766AEAD55D3}"/>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794024B2-53C2-87D7-FA31-4274D17F9BFA}"/>
              </a:ext>
            </a:extLst>
          </p:cNvPr>
          <p:cNvSpPr/>
          <p:nvPr/>
        </p:nvSpPr>
        <p:spPr>
          <a:xfrm>
            <a:off x="1350201" y="1170595"/>
            <a:ext cx="7921389"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de-DE" sz="1000" b="0" i="0" u="none" strike="noStrike" kern="1200" cap="none" spc="0" normalizeH="0" baseline="0" noProof="0">
                <a:ln>
                  <a:noFill/>
                </a:ln>
                <a:solidFill>
                  <a:srgbClr val="696158"/>
                </a:solidFill>
                <a:effectLst/>
                <a:uLnTx/>
                <a:uFillTx/>
                <a:latin typeface="Calibri"/>
                <a:ea typeface="+mn-ea"/>
                <a:cs typeface="+mn-cs"/>
              </a:rPr>
              <a:t>[Objetivo del subproceso]</a:t>
            </a:r>
            <a:r>
              <a:rPr lang="de-DE" sz="1000">
                <a:solidFill>
                  <a:srgbClr val="696158"/>
                </a:solidFill>
                <a:latin typeface="Calibri"/>
              </a:rPr>
              <a:t/>
            </a:r>
            <a:r>
              <a:rPr kumimoji="0" lang="de-DE" sz="1000" b="0" i="0" u="none" strike="noStrike" kern="1200" cap="none" spc="0" normalizeH="0" baseline="0" noProof="0">
                <a:ln>
                  <a:noFill/>
                </a:ln>
                <a:solidFill>
                  <a:srgbClr val="696158"/>
                </a:solidFill>
                <a:effectLst/>
                <a:uLnTx/>
                <a:uFillTx/>
                <a:latin typeface="Calibri"/>
                <a:ea typeface="+mn-ea"/>
                <a:cs typeface="+mn-cs"/>
              </a:rPr>
              <a:t/>
            </a:r>
          </a:p>
        </p:txBody>
      </p:sp>
      <p:sp>
        <p:nvSpPr>
          <p:cNvPr id="53" name="Rectangle 52">
            <a:extLst>
              <a:ext uri="{FF2B5EF4-FFF2-40B4-BE49-F238E27FC236}">
                <a16:creationId xmlns:a16="http://schemas.microsoft.com/office/drawing/2014/main" id="{6684128D-B73A-A1DC-D167-6413A47E09D4}"/>
              </a:ext>
            </a:extLst>
          </p:cNvPr>
          <p:cNvSpPr/>
          <p:nvPr/>
        </p:nvSpPr>
        <p:spPr>
          <a:xfrm>
            <a:off x="9470073" y="1399"/>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5C94576D-3927-6677-254A-DDA9EDAE9077}"/>
              </a:ext>
            </a:extLst>
          </p:cNvPr>
          <p:cNvGrpSpPr/>
          <p:nvPr/>
        </p:nvGrpSpPr>
        <p:grpSpPr>
          <a:xfrm>
            <a:off x="9558020" y="622299"/>
            <a:ext cx="2371061" cy="1569763"/>
            <a:chOff x="9548037" y="1292505"/>
            <a:chExt cx="2371061" cy="953573"/>
          </a:xfrm>
        </p:grpSpPr>
        <p:sp>
          <p:nvSpPr>
            <p:cNvPr id="54" name="Rectangle: Rounded Corners 53">
              <a:extLst>
                <a:ext uri="{FF2B5EF4-FFF2-40B4-BE49-F238E27FC236}">
                  <a16:creationId xmlns:a16="http://schemas.microsoft.com/office/drawing/2014/main" id="{DB9D3C51-4F32-2C00-7EBA-6F2C51A258AF}"/>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8D9E74FA-483A-321B-1DE0-CE73660A7D1F}"/>
                </a:ext>
              </a:extLst>
            </p:cNvPr>
            <p:cNvSpPr txBox="1"/>
            <p:nvPr/>
          </p:nvSpPr>
          <p:spPr>
            <a:xfrm>
              <a:off x="9548038" y="1577998"/>
              <a:ext cx="2371060" cy="66808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[Por completar]</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endParaRPr lang="en-U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[Por completar]</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[Por completar]</a:t>
              </a:r>
              <a:r>
                <a:rPr lang="de-DE" sz="1200">
                  <a:latin typeface="Calibri"/>
                  <a:sym typeface="+mn-lt"/>
                </a:rPr>
                <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a:lnSpc>
                  <a:spcPct val="100000"/>
                </a:lnSpc>
                <a:spcBef>
                  <a:spcPts val="0"/>
                </a:spcBef>
                <a:spcAft>
                  <a:spcPts val="0"/>
                </a:spcAft>
                <a:buClr>
                  <a:srgbClr val="EA7600"/>
                </a:buClr>
                <a:buSzPct val="100000"/>
                <a:buFont typeface="Trebuchet MS" panose="020B0603020202020204" pitchFamily="34" charset="0"/>
                <a:buChar char="•"/>
                <a:tabLst/>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de-DE" sz="1200">
                <a:latin typeface="Calibri"/>
                <a:ea typeface="Calibri"/>
                <a:cs typeface="Calibri"/>
              </a:endParaRPr>
            </a:p>
          </p:txBody>
        </p:sp>
      </p:grpSp>
      <p:grpSp>
        <p:nvGrpSpPr>
          <p:cNvPr id="24" name="Group 23">
            <a:extLst>
              <a:ext uri="{FF2B5EF4-FFF2-40B4-BE49-F238E27FC236}">
                <a16:creationId xmlns:a16="http://schemas.microsoft.com/office/drawing/2014/main" id="{521C9CB1-1F77-35E3-2FB3-E5FC2731B4FA}"/>
              </a:ext>
            </a:extLst>
          </p:cNvPr>
          <p:cNvGrpSpPr/>
          <p:nvPr/>
        </p:nvGrpSpPr>
        <p:grpSpPr>
          <a:xfrm>
            <a:off x="9548037" y="2696008"/>
            <a:ext cx="2371061" cy="1208690"/>
            <a:chOff x="9548037" y="3000808"/>
            <a:chExt cx="2371061" cy="1208690"/>
          </a:xfrm>
        </p:grpSpPr>
        <p:sp>
          <p:nvSpPr>
            <p:cNvPr id="58" name="Rectangle: Rounded Corners 57">
              <a:extLst>
                <a:ext uri="{FF2B5EF4-FFF2-40B4-BE49-F238E27FC236}">
                  <a16:creationId xmlns:a16="http://schemas.microsoft.com/office/drawing/2014/main" id="{73641F5B-46EB-A8C6-D03D-E92B3E93D715}"/>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D6C0F90A-261A-F6AD-8861-36576D1EC022}"/>
                </a:ext>
              </a:extLst>
            </p:cNvPr>
            <p:cNvSpPr txBox="1"/>
            <p:nvPr/>
          </p:nvSpPr>
          <p:spPr>
            <a:xfrm>
              <a:off x="9548038" y="3286301"/>
              <a:ext cx="2371060" cy="9231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lang="de-DE" sz="1200">
                  <a:latin typeface="Calibri"/>
                  <a:sym typeface="+mn-lt"/>
                </a:rPr>
                <a:t>[Por completar]</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endParaRPr lang="en-U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de-DE" sz="1200" b="0" i="0" u="none" strike="noStrike" kern="1200" cap="none" spc="0" normalizeH="0" baseline="0" noProof="0" err="1">
                  <a:ln>
                    <a:noFill/>
                  </a:ln>
                  <a:solidFill>
                    <a:srgbClr val="696158"/>
                  </a:solidFill>
                  <a:effectLst/>
                  <a:uLnTx/>
                  <a:uFillTx/>
                  <a:latin typeface="Calibri"/>
                  <a:ea typeface="+mn-ea"/>
                  <a:cs typeface="+mn-cs"/>
                  <a:sym typeface="+mn-lt"/>
                </a:rPr>
                <a:t>[Por completar]</a:t>
              </a: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
              </a: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r>
                <a:rPr lang="de-DE" sz="1200" err="1">
                  <a:latin typeface="Calibri"/>
                  <a:ea typeface="Calibri"/>
                  <a:cs typeface="Calibri"/>
                </a:rPr>
                <a:t>[Por completar]</a:t>
              </a:r>
              <a:r>
                <a:rPr lang="de-DE" sz="1200">
                  <a:latin typeface="Calibri"/>
                  <a:ea typeface="Calibri"/>
                  <a:cs typeface="Calibri"/>
                </a:rPr>
                <a:t/>
              </a:r>
              <a:r>
                <a:rPr lang="de-DE" sz="1200" err="1">
                  <a:latin typeface="Calibri"/>
                  <a:ea typeface="Calibri"/>
                  <a:cs typeface="Calibri"/>
                </a:rPr>
                <a:t/>
              </a:r>
              <a:r>
                <a:rPr lang="de-DE" sz="1200">
                  <a:latin typeface="Calibri"/>
                  <a:ea typeface="Calibri"/>
                  <a:cs typeface="Calibri"/>
                </a:rPr>
                <a:t/>
              </a:r>
              <a:r>
                <a:rPr lang="de-DE" sz="1200" err="1">
                  <a:latin typeface="Calibri"/>
                  <a:ea typeface="Calibri"/>
                  <a:cs typeface="Calibri"/>
                </a:rPr>
                <a:t/>
              </a:r>
              <a:r>
                <a:rPr lang="de-DE" sz="1200">
                  <a:latin typeface="Calibri"/>
                  <a:ea typeface="Calibri"/>
                  <a:cs typeface="Calibri"/>
                </a:rPr>
                <a:t/>
              </a: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de-DE" sz="1200">
                <a:latin typeface="Calibri"/>
                <a:ea typeface="Calibri"/>
                <a:cs typeface="Calibri"/>
              </a:endParaRPr>
            </a:p>
          </p:txBody>
        </p:sp>
      </p:grpSp>
      <p:grpSp>
        <p:nvGrpSpPr>
          <p:cNvPr id="26" name="Group 25">
            <a:extLst>
              <a:ext uri="{FF2B5EF4-FFF2-40B4-BE49-F238E27FC236}">
                <a16:creationId xmlns:a16="http://schemas.microsoft.com/office/drawing/2014/main" id="{352582DE-92FB-8463-BEDB-F483731A7115}"/>
              </a:ext>
            </a:extLst>
          </p:cNvPr>
          <p:cNvGrpSpPr/>
          <p:nvPr/>
        </p:nvGrpSpPr>
        <p:grpSpPr>
          <a:xfrm>
            <a:off x="9548037" y="4099511"/>
            <a:ext cx="2371061" cy="1131708"/>
            <a:chOff x="9548037" y="4099511"/>
            <a:chExt cx="2371061" cy="1131708"/>
          </a:xfrm>
        </p:grpSpPr>
        <p:sp>
          <p:nvSpPr>
            <p:cNvPr id="60" name="Rectangle: Rounded Corners 59">
              <a:extLst>
                <a:ext uri="{FF2B5EF4-FFF2-40B4-BE49-F238E27FC236}">
                  <a16:creationId xmlns:a16="http://schemas.microsoft.com/office/drawing/2014/main" id="{7A91751C-B705-7444-2876-B27BC9FA7830}"/>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0CDE0288-B9AD-6DF7-7ED3-620B730435D2}"/>
                </a:ext>
              </a:extLst>
            </p:cNvPr>
            <p:cNvSpPr txBox="1"/>
            <p:nvPr/>
          </p:nvSpPr>
          <p:spPr>
            <a:xfrm>
              <a:off x="9548038" y="4385005"/>
              <a:ext cx="2371060" cy="846214"/>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[Por completar]</a:t>
              </a: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r>
                <a:rPr kumimoji="0" lang="de-DE" sz="1200" b="0" i="0" u="none" strike="noStrike" kern="1200" cap="none" spc="0" normalizeH="0" baseline="0" noProof="0">
                  <a:ln>
                    <a:noFill/>
                  </a:ln>
                  <a:solidFill>
                    <a:srgbClr val="696158"/>
                  </a:solidFill>
                  <a:effectLst/>
                  <a:uLnTx/>
                  <a:uFillTx/>
                  <a:latin typeface="Calibri"/>
                  <a:ea typeface="+mn-ea"/>
                  <a:cs typeface="+mn-cs"/>
                  <a:sym typeface="+mn-lt"/>
                </a:rPr>
                <a:t>[Por completar]</a:t>
              </a:r>
            </a:p>
          </p:txBody>
        </p:sp>
      </p:grpSp>
      <p:grpSp>
        <p:nvGrpSpPr>
          <p:cNvPr id="29" name="Group 28">
            <a:extLst>
              <a:ext uri="{FF2B5EF4-FFF2-40B4-BE49-F238E27FC236}">
                <a16:creationId xmlns:a16="http://schemas.microsoft.com/office/drawing/2014/main" id="{4AF1BAE7-B242-868C-94ED-F71728331BE4}"/>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2238DAAD-FA08-5CC2-7329-8B486E9A2503}"/>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53188E8C-399E-017C-4EE3-2111FF1C90F3}"/>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defRPr/>
              </a:pPr>
              <a:r>
                <a:rPr lang="de-DE" sz="1200" err="1">
                  <a:latin typeface="Calibri"/>
                  <a:ea typeface="Calibri"/>
                  <a:cs typeface="Calibri"/>
                </a:rPr>
                <a:t>[Por completar]</a:t>
              </a:r>
              <a:r>
                <a:rPr lang="de-DE" sz="1200">
                  <a:latin typeface="Calibri"/>
                  <a:ea typeface="Calibri"/>
                  <a:cs typeface="Calibri"/>
                </a:rPr>
                <a:t/>
              </a:r>
              <a:r>
                <a:rPr lang="de-DE" sz="1200" err="1">
                  <a:latin typeface="Calibri"/>
                  <a:ea typeface="Calibri"/>
                  <a:cs typeface="Calibri"/>
                </a:rPr>
                <a:t/>
              </a:r>
              <a:r>
                <a:rPr lang="de-DE" sz="1200">
                  <a:latin typeface="Calibri"/>
                  <a:ea typeface="Calibri"/>
                  <a:cs typeface="Calibri"/>
                </a:rPr>
                <a:t/>
              </a:r>
              <a:endParaRPr lang="de-DE" sz="1200" b="0" i="0" u="none" strike="noStrike" kern="1200" cap="none" spc="0" normalizeH="0" baseline="0" noProof="0">
                <a:ln>
                  <a:noFill/>
                </a:ln>
                <a:solidFill>
                  <a:srgbClr val="696158"/>
                </a:solidFill>
                <a:effectLst/>
                <a:uLnTx/>
                <a:uFillTx/>
                <a:latin typeface="Calibri"/>
                <a:ea typeface="Calibri"/>
                <a:cs typeface="Calibri"/>
              </a:endParaRPr>
            </a:p>
          </p:txBody>
        </p:sp>
      </p:grpSp>
      <p:sp>
        <p:nvSpPr>
          <p:cNvPr id="28" name="Rectangle: Rounded Corners 27">
            <a:extLst>
              <a:ext uri="{FF2B5EF4-FFF2-40B4-BE49-F238E27FC236}">
                <a16:creationId xmlns:a16="http://schemas.microsoft.com/office/drawing/2014/main" id="{3C48ED0B-1842-5020-2D39-AB4CA197E0D8}"/>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de-DE"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7" name="Rectangle: Rounded Corners 3">
            <a:extLst>
              <a:ext uri="{FF2B5EF4-FFF2-40B4-BE49-F238E27FC236}">
                <a16:creationId xmlns:a16="http://schemas.microsoft.com/office/drawing/2014/main" id="{5B31F4C9-6DBC-83B8-54F2-D0EAEA88DD0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8" name="Rectangle: Rounded Corners 36">
            <a:extLst>
              <a:ext uri="{FF2B5EF4-FFF2-40B4-BE49-F238E27FC236}">
                <a16:creationId xmlns:a16="http://schemas.microsoft.com/office/drawing/2014/main" id="{84555A88-81E2-B6FE-FFBC-2772F6AD5E1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de-DE" sz="1100" b="1" i="0" u="none" strike="noStrike" kern="1200" cap="none" spc="0" normalizeH="0" baseline="0" noProof="0">
                <a:ln>
                  <a:noFill/>
                </a:ln>
                <a:solidFill>
                  <a:srgbClr val="EA7600"/>
                </a:solidFill>
                <a:effectLst/>
                <a:uLnTx/>
                <a:uFillTx/>
                <a:latin typeface="Calibri"/>
                <a:ea typeface="+mn-ea"/>
                <a:cs typeface="+mn-cs"/>
              </a:rPr>
              <a:t>Fase D</a:t>
            </a:r>
          </a:p>
        </p:txBody>
      </p:sp>
      <p:sp>
        <p:nvSpPr>
          <p:cNvPr id="12" name="10 Rectángulo">
            <a:extLst>
              <a:ext uri="{FF2B5EF4-FFF2-40B4-BE49-F238E27FC236}">
                <a16:creationId xmlns:a16="http://schemas.microsoft.com/office/drawing/2014/main" id="{10847BA3-6FEC-1271-C2DA-F12E8A10389D}"/>
              </a:ext>
            </a:extLst>
          </p:cNvPr>
          <p:cNvSpPr/>
          <p:nvPr/>
        </p:nvSpPr>
        <p:spPr>
          <a:xfrm>
            <a:off x="4526823" y="4634596"/>
            <a:ext cx="790602" cy="405278"/>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endParaRPr lang="es-ES" sz="800">
              <a:solidFill>
                <a:srgbClr val="696158"/>
              </a:solidFill>
              <a:latin typeface="Calibri"/>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43" name="Oval 13">
            <a:extLst>
              <a:ext uri="{FF2B5EF4-FFF2-40B4-BE49-F238E27FC236}">
                <a16:creationId xmlns:a16="http://schemas.microsoft.com/office/drawing/2014/main" id="{A1C18197-F768-97CF-86BB-5C368AE72769}"/>
              </a:ext>
            </a:extLst>
          </p:cNvPr>
          <p:cNvSpPr/>
          <p:nvPr/>
        </p:nvSpPr>
        <p:spPr>
          <a:xfrm>
            <a:off x="1023046" y="4651781"/>
            <a:ext cx="485417" cy="37276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r>
              <a:rPr lang="es-CL" sz="800">
                <a:solidFill>
                  <a:schemeClr val="tx1"/>
                </a:solidFill>
              </a:rPr>
              <a:t>Fin</a:t>
            </a:r>
            <a:endParaRPr lang="es-CL" sz="900">
              <a:solidFill>
                <a:schemeClr val="tx1"/>
              </a:solidFill>
            </a:endParaRPr>
          </a:p>
        </p:txBody>
      </p:sp>
      <p:grpSp>
        <p:nvGrpSpPr>
          <p:cNvPr id="56" name="Grupo 55">
            <a:extLst>
              <a:ext uri="{FF2B5EF4-FFF2-40B4-BE49-F238E27FC236}">
                <a16:creationId xmlns:a16="http://schemas.microsoft.com/office/drawing/2014/main" id="{7747F255-DBBC-26E1-1198-EC265233041B}"/>
              </a:ext>
            </a:extLst>
          </p:cNvPr>
          <p:cNvGrpSpPr/>
          <p:nvPr/>
        </p:nvGrpSpPr>
        <p:grpSpPr>
          <a:xfrm>
            <a:off x="1788762" y="3273988"/>
            <a:ext cx="1091624" cy="519376"/>
            <a:chOff x="1730394" y="3273988"/>
            <a:chExt cx="1091624" cy="519376"/>
          </a:xfrm>
        </p:grpSpPr>
        <p:sp>
          <p:nvSpPr>
            <p:cNvPr id="15" name="Rectangle: Rounded Corners 10">
              <a:extLst>
                <a:ext uri="{FF2B5EF4-FFF2-40B4-BE49-F238E27FC236}">
                  <a16:creationId xmlns:a16="http://schemas.microsoft.com/office/drawing/2014/main" id="{E537444A-4F2E-59B4-2009-08631A154440}"/>
                </a:ext>
              </a:extLst>
            </p:cNvPr>
            <p:cNvSpPr/>
            <p:nvPr/>
          </p:nvSpPr>
          <p:spPr>
            <a:xfrm>
              <a:off x="1730394" y="3346981"/>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endParaRPr lang="es-ES">
                <a:solidFill>
                  <a:schemeClr val="tx1"/>
                </a:solidFill>
              </a:endParaRPr>
            </a:p>
          </p:txBody>
        </p:sp>
        <p:sp>
          <p:nvSpPr>
            <p:cNvPr id="21" name="Rectangle: Rounded Corners 45">
              <a:extLst>
                <a:ext uri="{FF2B5EF4-FFF2-40B4-BE49-F238E27FC236}">
                  <a16:creationId xmlns:a16="http://schemas.microsoft.com/office/drawing/2014/main" id="{886F10F3-8216-8C8D-102A-6B16166A2A4B}"/>
                </a:ext>
              </a:extLst>
            </p:cNvPr>
            <p:cNvSpPr/>
            <p:nvPr/>
          </p:nvSpPr>
          <p:spPr>
            <a:xfrm>
              <a:off x="2064782" y="3273988"/>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chemeClr val="bg1"/>
                  </a:solidFill>
                </a:rPr>
                <a:t>[Código]</a:t>
              </a:r>
              <a:endParaRPr lang="es-CL" sz="880" b="1">
                <a:solidFill>
                  <a:schemeClr val="bg1"/>
                </a:solidFill>
              </a:endParaRPr>
            </a:p>
          </p:txBody>
        </p:sp>
      </p:grpSp>
      <p:grpSp>
        <p:nvGrpSpPr>
          <p:cNvPr id="49" name="Grupo 48">
            <a:extLst>
              <a:ext uri="{FF2B5EF4-FFF2-40B4-BE49-F238E27FC236}">
                <a16:creationId xmlns:a16="http://schemas.microsoft.com/office/drawing/2014/main" id="{5F842C24-9EE6-CA4D-80BA-1B4E9D552D96}"/>
              </a:ext>
            </a:extLst>
          </p:cNvPr>
          <p:cNvGrpSpPr/>
          <p:nvPr/>
        </p:nvGrpSpPr>
        <p:grpSpPr>
          <a:xfrm>
            <a:off x="3232517" y="3273988"/>
            <a:ext cx="1091624" cy="519376"/>
            <a:chOff x="2862862" y="3273988"/>
            <a:chExt cx="1091624" cy="519376"/>
          </a:xfrm>
        </p:grpSpPr>
        <p:sp>
          <p:nvSpPr>
            <p:cNvPr id="3" name="Rectangle: Rounded Corners 10">
              <a:extLst>
                <a:ext uri="{FF2B5EF4-FFF2-40B4-BE49-F238E27FC236}">
                  <a16:creationId xmlns:a16="http://schemas.microsoft.com/office/drawing/2014/main" id="{EE93FC6A-94C4-3BB4-BFE5-78B08AF72546}"/>
                </a:ext>
              </a:extLst>
            </p:cNvPr>
            <p:cNvSpPr/>
            <p:nvPr/>
          </p:nvSpPr>
          <p:spPr>
            <a:xfrm>
              <a:off x="2862862" y="3346981"/>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endParaRPr lang="es-ES"/>
            </a:p>
          </p:txBody>
        </p:sp>
        <p:sp>
          <p:nvSpPr>
            <p:cNvPr id="4" name="Rectangle: Rounded Corners 45">
              <a:extLst>
                <a:ext uri="{FF2B5EF4-FFF2-40B4-BE49-F238E27FC236}">
                  <a16:creationId xmlns:a16="http://schemas.microsoft.com/office/drawing/2014/main" id="{D7D65F8D-3CDC-09F5-7CD8-6459CAD80187}"/>
                </a:ext>
              </a:extLst>
            </p:cNvPr>
            <p:cNvSpPr/>
            <p:nvPr/>
          </p:nvSpPr>
          <p:spPr>
            <a:xfrm>
              <a:off x="3187523" y="3273988"/>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chemeClr val="bg1"/>
                  </a:solidFill>
                </a:rPr>
                <a:t>[Código]</a:t>
              </a:r>
              <a:endParaRPr lang="es-CL" sz="880" b="1">
                <a:solidFill>
                  <a:schemeClr val="bg1"/>
                </a:solidFill>
              </a:endParaRPr>
            </a:p>
          </p:txBody>
        </p:sp>
      </p:grpSp>
      <p:grpSp>
        <p:nvGrpSpPr>
          <p:cNvPr id="46" name="Grupo 45">
            <a:extLst>
              <a:ext uri="{FF2B5EF4-FFF2-40B4-BE49-F238E27FC236}">
                <a16:creationId xmlns:a16="http://schemas.microsoft.com/office/drawing/2014/main" id="{0626B6AC-B297-A27E-DC8D-E935A1EF13CB}"/>
              </a:ext>
            </a:extLst>
          </p:cNvPr>
          <p:cNvGrpSpPr/>
          <p:nvPr/>
        </p:nvGrpSpPr>
        <p:grpSpPr>
          <a:xfrm>
            <a:off x="4718575" y="3052441"/>
            <a:ext cx="1270061" cy="958417"/>
            <a:chOff x="4047364" y="3052441"/>
            <a:chExt cx="1270061" cy="958417"/>
          </a:xfrm>
        </p:grpSpPr>
        <p:sp>
          <p:nvSpPr>
            <p:cNvPr id="9" name="Rectangle: Rounded Corners 10">
              <a:extLst>
                <a:ext uri="{FF2B5EF4-FFF2-40B4-BE49-F238E27FC236}">
                  <a16:creationId xmlns:a16="http://schemas.microsoft.com/office/drawing/2014/main" id="{367D7935-EA7E-7FFB-E952-F4FA182DF17F}"/>
                </a:ext>
              </a:extLst>
            </p:cNvPr>
            <p:cNvSpPr/>
            <p:nvPr/>
          </p:nvSpPr>
          <p:spPr>
            <a:xfrm>
              <a:off x="4047364" y="3125434"/>
              <a:ext cx="1270061" cy="885424"/>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[Objetivo del subproceso]</a:t>
              </a:r>
              <a:r>
                <a:rPr lang="es-ES" sz="900" err="1">
                  <a:solidFill>
                    <a:schemeClr val="tx1"/>
                  </a:solidFill>
                </a:rPr>
                <a:t/>
              </a:r>
              <a:r>
                <a:rPr lang="es-ES" sz="900">
                  <a:solidFill>
                    <a:schemeClr val="tx1"/>
                  </a:solidFill>
                </a:rPr>
                <a:t/>
              </a:r>
            </a:p>
          </p:txBody>
        </p:sp>
        <p:sp>
          <p:nvSpPr>
            <p:cNvPr id="13" name="Rectangle: Rounded Corners 45">
              <a:extLst>
                <a:ext uri="{FF2B5EF4-FFF2-40B4-BE49-F238E27FC236}">
                  <a16:creationId xmlns:a16="http://schemas.microsoft.com/office/drawing/2014/main" id="{F35BF8C8-663A-8BD2-7AB1-66171F0B9FD7}"/>
                </a:ext>
              </a:extLst>
            </p:cNvPr>
            <p:cNvSpPr/>
            <p:nvPr/>
          </p:nvSpPr>
          <p:spPr>
            <a:xfrm>
              <a:off x="4469306" y="3052441"/>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chemeClr val="bg1"/>
                  </a:solidFill>
                </a:rPr>
                <a:t>[Código]</a:t>
              </a:r>
              <a:endParaRPr lang="es-CL" sz="880" b="1">
                <a:solidFill>
                  <a:schemeClr val="bg1"/>
                </a:solidFill>
              </a:endParaRPr>
            </a:p>
          </p:txBody>
        </p:sp>
      </p:grpSp>
      <p:sp>
        <p:nvSpPr>
          <p:cNvPr id="22" name="Oval 32">
            <a:extLst>
              <a:ext uri="{FF2B5EF4-FFF2-40B4-BE49-F238E27FC236}">
                <a16:creationId xmlns:a16="http://schemas.microsoft.com/office/drawing/2014/main" id="{D434F4C3-F71E-82C1-AA89-2B620FCD00B1}"/>
              </a:ext>
            </a:extLst>
          </p:cNvPr>
          <p:cNvSpPr/>
          <p:nvPr/>
        </p:nvSpPr>
        <p:spPr>
          <a:xfrm>
            <a:off x="1072823" y="1977960"/>
            <a:ext cx="970833" cy="787276"/>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r>
              <a:rPr lang="es-CL" sz="900">
                <a:solidFill>
                  <a:schemeClr val="tx1"/>
                </a:solidFill>
              </a:rPr>
              <a:t>[Por completar]</a:t>
            </a:r>
          </a:p>
        </p:txBody>
      </p:sp>
      <p:cxnSp>
        <p:nvCxnSpPr>
          <p:cNvPr id="27" name="Straight Arrow Connector 33">
            <a:extLst>
              <a:ext uri="{FF2B5EF4-FFF2-40B4-BE49-F238E27FC236}">
                <a16:creationId xmlns:a16="http://schemas.microsoft.com/office/drawing/2014/main" id="{D6680518-52BB-4C35-B18A-9B0F2F58C90C}"/>
              </a:ext>
            </a:extLst>
          </p:cNvPr>
          <p:cNvCxnSpPr>
            <a:cxnSpLocks/>
            <a:stCxn id="15" idx="3"/>
            <a:endCxn id="3" idx="1"/>
          </p:cNvCxnSpPr>
          <p:nvPr/>
        </p:nvCxnSpPr>
        <p:spPr>
          <a:xfrm>
            <a:off x="2880386" y="3570173"/>
            <a:ext cx="352131"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3">
            <a:extLst>
              <a:ext uri="{FF2B5EF4-FFF2-40B4-BE49-F238E27FC236}">
                <a16:creationId xmlns:a16="http://schemas.microsoft.com/office/drawing/2014/main" id="{42227A2A-D3AA-DC36-5768-C7996C4C4F06}"/>
              </a:ext>
            </a:extLst>
          </p:cNvPr>
          <p:cNvCxnSpPr>
            <a:cxnSpLocks/>
            <a:stCxn id="3" idx="3"/>
            <a:endCxn id="9" idx="1"/>
          </p:cNvCxnSpPr>
          <p:nvPr/>
        </p:nvCxnSpPr>
        <p:spPr>
          <a:xfrm flipV="1">
            <a:off x="4324141" y="3568146"/>
            <a:ext cx="394434" cy="202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1" name="Rombo 10">
            <a:extLst>
              <a:ext uri="{FF2B5EF4-FFF2-40B4-BE49-F238E27FC236}">
                <a16:creationId xmlns:a16="http://schemas.microsoft.com/office/drawing/2014/main" id="{15278A1A-74D1-5B2B-BA54-BFA8DD0BDC4A}"/>
              </a:ext>
            </a:extLst>
          </p:cNvPr>
          <p:cNvSpPr/>
          <p:nvPr/>
        </p:nvSpPr>
        <p:spPr>
          <a:xfrm>
            <a:off x="6673651" y="3132096"/>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grpSp>
        <p:nvGrpSpPr>
          <p:cNvPr id="73" name="Grupo 72">
            <a:extLst>
              <a:ext uri="{FF2B5EF4-FFF2-40B4-BE49-F238E27FC236}">
                <a16:creationId xmlns:a16="http://schemas.microsoft.com/office/drawing/2014/main" id="{638FE5C3-10E0-D6FC-BC03-E09C9FE45AD0}"/>
              </a:ext>
            </a:extLst>
          </p:cNvPr>
          <p:cNvGrpSpPr/>
          <p:nvPr/>
        </p:nvGrpSpPr>
        <p:grpSpPr>
          <a:xfrm>
            <a:off x="5623543" y="1947734"/>
            <a:ext cx="1091624" cy="756430"/>
            <a:chOff x="5623543" y="1850454"/>
            <a:chExt cx="1091624" cy="756430"/>
          </a:xfrm>
        </p:grpSpPr>
        <p:sp>
          <p:nvSpPr>
            <p:cNvPr id="37" name="Rectangle: Rounded Corners 10">
              <a:extLst>
                <a:ext uri="{FF2B5EF4-FFF2-40B4-BE49-F238E27FC236}">
                  <a16:creationId xmlns:a16="http://schemas.microsoft.com/office/drawing/2014/main" id="{94D8D2A3-2B27-6DCF-0DE9-114390B48CFB}"/>
                </a:ext>
              </a:extLst>
            </p:cNvPr>
            <p:cNvSpPr/>
            <p:nvPr/>
          </p:nvSpPr>
          <p:spPr>
            <a:xfrm>
              <a:off x="5623543" y="1923447"/>
              <a:ext cx="1091624" cy="68343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endParaRPr lang="es-ES"/>
            </a:p>
          </p:txBody>
        </p:sp>
        <p:sp>
          <p:nvSpPr>
            <p:cNvPr id="38" name="Rectangle: Rounded Corners 45">
              <a:extLst>
                <a:ext uri="{FF2B5EF4-FFF2-40B4-BE49-F238E27FC236}">
                  <a16:creationId xmlns:a16="http://schemas.microsoft.com/office/drawing/2014/main" id="{C8D857ED-5722-CB73-709E-FDF2583CCA5F}"/>
                </a:ext>
              </a:extLst>
            </p:cNvPr>
            <p:cNvSpPr/>
            <p:nvPr/>
          </p:nvSpPr>
          <p:spPr>
            <a:xfrm>
              <a:off x="5957932" y="1850454"/>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chemeClr val="bg1"/>
                  </a:solidFill>
                </a:rPr>
                <a:t>[Código]</a:t>
              </a:r>
              <a:endParaRPr lang="es-CL" sz="880" b="1">
                <a:solidFill>
                  <a:schemeClr val="bg1"/>
                </a:solidFill>
              </a:endParaRPr>
            </a:p>
          </p:txBody>
        </p:sp>
      </p:grpSp>
      <p:cxnSp>
        <p:nvCxnSpPr>
          <p:cNvPr id="52" name="Conector: angular 51">
            <a:extLst>
              <a:ext uri="{FF2B5EF4-FFF2-40B4-BE49-F238E27FC236}">
                <a16:creationId xmlns:a16="http://schemas.microsoft.com/office/drawing/2014/main" id="{57E0E358-3EAC-783E-0BBC-1A732A78EA6E}"/>
              </a:ext>
            </a:extLst>
          </p:cNvPr>
          <p:cNvCxnSpPr>
            <a:cxnSpLocks/>
            <a:endCxn id="9" idx="1"/>
          </p:cNvCxnSpPr>
          <p:nvPr/>
        </p:nvCxnSpPr>
        <p:spPr>
          <a:xfrm rot="10800000" flipV="1">
            <a:off x="4718575" y="2362446"/>
            <a:ext cx="904968" cy="1205700"/>
          </a:xfrm>
          <a:prstGeom prst="bentConnector3">
            <a:avLst>
              <a:gd name="adj1" fmla="val 12526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id="{AA805887-ABA4-90AD-6F89-6C8A0E50517B}"/>
              </a:ext>
            </a:extLst>
          </p:cNvPr>
          <p:cNvSpPr txBox="1"/>
          <p:nvPr/>
        </p:nvSpPr>
        <p:spPr>
          <a:xfrm>
            <a:off x="7515025" y="3377761"/>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67" name="CuadroTexto 66">
            <a:extLst>
              <a:ext uri="{FF2B5EF4-FFF2-40B4-BE49-F238E27FC236}">
                <a16:creationId xmlns:a16="http://schemas.microsoft.com/office/drawing/2014/main" id="{B0CD09E9-E530-7F3F-C903-5FB9C7F0927E}"/>
              </a:ext>
            </a:extLst>
          </p:cNvPr>
          <p:cNvSpPr txBox="1"/>
          <p:nvPr/>
        </p:nvSpPr>
        <p:spPr>
          <a:xfrm>
            <a:off x="7039350" y="401391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10" name="Rombo 10">
            <a:extLst>
              <a:ext uri="{FF2B5EF4-FFF2-40B4-BE49-F238E27FC236}">
                <a16:creationId xmlns:a16="http://schemas.microsoft.com/office/drawing/2014/main" id="{BCDC076C-C597-7530-0517-A87E180EEDFF}"/>
              </a:ext>
            </a:extLst>
          </p:cNvPr>
          <p:cNvSpPr/>
          <p:nvPr/>
        </p:nvSpPr>
        <p:spPr>
          <a:xfrm>
            <a:off x="3169878" y="4401686"/>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0" name="CuadroTexto 64">
            <a:extLst>
              <a:ext uri="{FF2B5EF4-FFF2-40B4-BE49-F238E27FC236}">
                <a16:creationId xmlns:a16="http://schemas.microsoft.com/office/drawing/2014/main" id="{48902A2B-CC25-C829-6B7C-7F2E1287AECF}"/>
              </a:ext>
            </a:extLst>
          </p:cNvPr>
          <p:cNvSpPr txBox="1"/>
          <p:nvPr/>
        </p:nvSpPr>
        <p:spPr>
          <a:xfrm>
            <a:off x="3620970" y="525838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30" name="CuadroTexto 66">
            <a:extLst>
              <a:ext uri="{FF2B5EF4-FFF2-40B4-BE49-F238E27FC236}">
                <a16:creationId xmlns:a16="http://schemas.microsoft.com/office/drawing/2014/main" id="{43487F48-543D-4DD4-0085-897563FB1D18}"/>
              </a:ext>
            </a:extLst>
          </p:cNvPr>
          <p:cNvSpPr txBox="1"/>
          <p:nvPr/>
        </p:nvSpPr>
        <p:spPr>
          <a:xfrm>
            <a:off x="2778708" y="4680038"/>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cxnSp>
        <p:nvCxnSpPr>
          <p:cNvPr id="33" name="Conector recto de flecha 32">
            <a:extLst>
              <a:ext uri="{FF2B5EF4-FFF2-40B4-BE49-F238E27FC236}">
                <a16:creationId xmlns:a16="http://schemas.microsoft.com/office/drawing/2014/main" id="{0ACC435E-BA0A-0CD8-4875-9A44AB43899D}"/>
              </a:ext>
            </a:extLst>
          </p:cNvPr>
          <p:cNvCxnSpPr>
            <a:cxnSpLocks/>
            <a:stCxn id="10" idx="1"/>
          </p:cNvCxnSpPr>
          <p:nvPr/>
        </p:nvCxnSpPr>
        <p:spPr>
          <a:xfrm flipH="1" flipV="1">
            <a:off x="2780262" y="4835014"/>
            <a:ext cx="389616" cy="228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354A2ABB-A60A-8927-ABE0-6410F8C9A961}"/>
              </a:ext>
            </a:extLst>
          </p:cNvPr>
          <p:cNvCxnSpPr>
            <a:cxnSpLocks/>
            <a:stCxn id="12" idx="1"/>
            <a:endCxn id="10" idx="3"/>
          </p:cNvCxnSpPr>
          <p:nvPr/>
        </p:nvCxnSpPr>
        <p:spPr>
          <a:xfrm flipH="1">
            <a:off x="4142064" y="4837235"/>
            <a:ext cx="384759" cy="6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85" name="Conector recto de flecha 84">
            <a:extLst>
              <a:ext uri="{FF2B5EF4-FFF2-40B4-BE49-F238E27FC236}">
                <a16:creationId xmlns:a16="http://schemas.microsoft.com/office/drawing/2014/main" id="{78D6B300-ABD0-BF2D-83E6-5577AD4BC95A}"/>
              </a:ext>
            </a:extLst>
          </p:cNvPr>
          <p:cNvCxnSpPr>
            <a:cxnSpLocks/>
            <a:stCxn id="9" idx="3"/>
            <a:endCxn id="11" idx="1"/>
          </p:cNvCxnSpPr>
          <p:nvPr/>
        </p:nvCxnSpPr>
        <p:spPr>
          <a:xfrm flipV="1">
            <a:off x="5988636" y="3567706"/>
            <a:ext cx="685015" cy="44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8" name="Conector: angular 107">
            <a:extLst>
              <a:ext uri="{FF2B5EF4-FFF2-40B4-BE49-F238E27FC236}">
                <a16:creationId xmlns:a16="http://schemas.microsoft.com/office/drawing/2014/main" id="{5167CF39-9663-7872-9FA1-04AE6B151C5B}"/>
              </a:ext>
            </a:extLst>
          </p:cNvPr>
          <p:cNvCxnSpPr>
            <a:cxnSpLocks/>
            <a:stCxn id="22" idx="4"/>
            <a:endCxn id="15" idx="1"/>
          </p:cNvCxnSpPr>
          <p:nvPr/>
        </p:nvCxnSpPr>
        <p:spPr>
          <a:xfrm rot="16200000" flipH="1">
            <a:off x="1271033" y="3052443"/>
            <a:ext cx="804937" cy="230522"/>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09" name="Rectangle: Rounded Corners 10">
            <a:extLst>
              <a:ext uri="{FF2B5EF4-FFF2-40B4-BE49-F238E27FC236}">
                <a16:creationId xmlns:a16="http://schemas.microsoft.com/office/drawing/2014/main" id="{3ECDC237-71A3-C791-FF6B-E325AD30BFD0}"/>
              </a:ext>
            </a:extLst>
          </p:cNvPr>
          <p:cNvSpPr/>
          <p:nvPr/>
        </p:nvSpPr>
        <p:spPr>
          <a:xfrm>
            <a:off x="7888978" y="5105072"/>
            <a:ext cx="1091624" cy="683437"/>
          </a:xfrm>
          <a:prstGeom prst="roundRect">
            <a:avLst>
              <a:gd name="adj" fmla="val 9524"/>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pPr>
            <a:r>
              <a:rPr lang="es-ES" sz="800">
                <a:solidFill>
                  <a:srgbClr val="696158"/>
                </a:solidFill>
                <a:latin typeface="Calibri"/>
              </a:rPr>
              <a:t>[Por completar]</a:t>
            </a:r>
          </a:p>
        </p:txBody>
      </p:sp>
      <p:sp>
        <p:nvSpPr>
          <p:cNvPr id="114" name="Rombo 113">
            <a:extLst>
              <a:ext uri="{FF2B5EF4-FFF2-40B4-BE49-F238E27FC236}">
                <a16:creationId xmlns:a16="http://schemas.microsoft.com/office/drawing/2014/main" id="{FFB474E3-DDE3-FCB0-D8F8-9409BFB97810}"/>
              </a:ext>
            </a:extLst>
          </p:cNvPr>
          <p:cNvSpPr/>
          <p:nvPr/>
        </p:nvSpPr>
        <p:spPr>
          <a:xfrm>
            <a:off x="7948472" y="313457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r>
              <a:rPr lang="es-CL" sz="700">
                <a:solidFill>
                  <a:srgbClr val="696158"/>
                </a:solidFill>
                <a:latin typeface="Calibri"/>
              </a:rPr>
              <a:t/>
            </a: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cxnSp>
        <p:nvCxnSpPr>
          <p:cNvPr id="121" name="Conector recto de flecha 120">
            <a:extLst>
              <a:ext uri="{FF2B5EF4-FFF2-40B4-BE49-F238E27FC236}">
                <a16:creationId xmlns:a16="http://schemas.microsoft.com/office/drawing/2014/main" id="{74A9661D-B7DE-DDA9-F493-B85A01FB8E96}"/>
              </a:ext>
            </a:extLst>
          </p:cNvPr>
          <p:cNvCxnSpPr>
            <a:stCxn id="11" idx="3"/>
            <a:endCxn id="114" idx="1"/>
          </p:cNvCxnSpPr>
          <p:nvPr/>
        </p:nvCxnSpPr>
        <p:spPr>
          <a:xfrm>
            <a:off x="7645837" y="3567706"/>
            <a:ext cx="302635" cy="247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22" name="CuadroTexto 121">
            <a:extLst>
              <a:ext uri="{FF2B5EF4-FFF2-40B4-BE49-F238E27FC236}">
                <a16:creationId xmlns:a16="http://schemas.microsoft.com/office/drawing/2014/main" id="{98FC0B87-F697-69E8-F4D7-50F5995292FF}"/>
              </a:ext>
            </a:extLst>
          </p:cNvPr>
          <p:cNvSpPr txBox="1"/>
          <p:nvPr/>
        </p:nvSpPr>
        <p:spPr>
          <a:xfrm>
            <a:off x="8422275" y="416183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cxnSp>
        <p:nvCxnSpPr>
          <p:cNvPr id="124" name="Conector recto de flecha 123">
            <a:extLst>
              <a:ext uri="{FF2B5EF4-FFF2-40B4-BE49-F238E27FC236}">
                <a16:creationId xmlns:a16="http://schemas.microsoft.com/office/drawing/2014/main" id="{2168B078-9AE3-C4C0-C2D7-7C23141294FB}"/>
              </a:ext>
            </a:extLst>
          </p:cNvPr>
          <p:cNvCxnSpPr>
            <a:cxnSpLocks/>
            <a:stCxn id="114" idx="2"/>
            <a:endCxn id="109" idx="0"/>
          </p:cNvCxnSpPr>
          <p:nvPr/>
        </p:nvCxnSpPr>
        <p:spPr>
          <a:xfrm>
            <a:off x="8434565" y="4005790"/>
            <a:ext cx="225" cy="109928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27" name="Conector: angular 126">
            <a:extLst>
              <a:ext uri="{FF2B5EF4-FFF2-40B4-BE49-F238E27FC236}">
                <a16:creationId xmlns:a16="http://schemas.microsoft.com/office/drawing/2014/main" id="{72534A58-D549-9872-D44A-618D655346EF}"/>
              </a:ext>
            </a:extLst>
          </p:cNvPr>
          <p:cNvCxnSpPr>
            <a:cxnSpLocks/>
            <a:stCxn id="114" idx="3"/>
          </p:cNvCxnSpPr>
          <p:nvPr/>
        </p:nvCxnSpPr>
        <p:spPr>
          <a:xfrm flipH="1" flipV="1">
            <a:off x="6715167" y="2362446"/>
            <a:ext cx="2205491" cy="1207735"/>
          </a:xfrm>
          <a:prstGeom prst="bentConnector3">
            <a:avLst>
              <a:gd name="adj1" fmla="val -10365"/>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30" name="CuadroTexto 129">
            <a:extLst>
              <a:ext uri="{FF2B5EF4-FFF2-40B4-BE49-F238E27FC236}">
                <a16:creationId xmlns:a16="http://schemas.microsoft.com/office/drawing/2014/main" id="{E74E7B09-DBAA-DC05-CB5C-A7F04476BAA7}"/>
              </a:ext>
            </a:extLst>
          </p:cNvPr>
          <p:cNvSpPr txBox="1"/>
          <p:nvPr/>
        </p:nvSpPr>
        <p:spPr>
          <a:xfrm>
            <a:off x="8766524" y="3370004"/>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grpSp>
        <p:nvGrpSpPr>
          <p:cNvPr id="45" name="Grupo 44">
            <a:extLst>
              <a:ext uri="{FF2B5EF4-FFF2-40B4-BE49-F238E27FC236}">
                <a16:creationId xmlns:a16="http://schemas.microsoft.com/office/drawing/2014/main" id="{AFF8C2BC-0EA1-E92B-F937-0FA4990E1F76}"/>
              </a:ext>
            </a:extLst>
          </p:cNvPr>
          <p:cNvGrpSpPr/>
          <p:nvPr/>
        </p:nvGrpSpPr>
        <p:grpSpPr>
          <a:xfrm>
            <a:off x="5787167" y="4353053"/>
            <a:ext cx="1091624" cy="825200"/>
            <a:chOff x="5787167" y="4353053"/>
            <a:chExt cx="1091624" cy="825200"/>
          </a:xfrm>
        </p:grpSpPr>
        <p:sp>
          <p:nvSpPr>
            <p:cNvPr id="19" name="Rectangle: Rounded Corners 10">
              <a:extLst>
                <a:ext uri="{FF2B5EF4-FFF2-40B4-BE49-F238E27FC236}">
                  <a16:creationId xmlns:a16="http://schemas.microsoft.com/office/drawing/2014/main" id="{47E10E67-8F01-6B0D-85A7-4F8BF92AB758}"/>
                </a:ext>
              </a:extLst>
            </p:cNvPr>
            <p:cNvSpPr/>
            <p:nvPr/>
          </p:nvSpPr>
          <p:spPr>
            <a:xfrm>
              <a:off x="5787167" y="4494816"/>
              <a:ext cx="1091624" cy="68343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r>
                <a:rPr lang="es-ES" sz="900">
                  <a:solidFill>
                    <a:schemeClr val="tx1"/>
                  </a:solidFill>
                </a:rPr>
                <a:t>[Por completar]</a:t>
              </a:r>
            </a:p>
          </p:txBody>
        </p:sp>
        <p:sp>
          <p:nvSpPr>
            <p:cNvPr id="23" name="Rectangle: Rounded Corners 45">
              <a:extLst>
                <a:ext uri="{FF2B5EF4-FFF2-40B4-BE49-F238E27FC236}">
                  <a16:creationId xmlns:a16="http://schemas.microsoft.com/office/drawing/2014/main" id="{77BCA9F9-C760-0EEE-F768-3B56945E17F1}"/>
                </a:ext>
              </a:extLst>
            </p:cNvPr>
            <p:cNvSpPr/>
            <p:nvPr/>
          </p:nvSpPr>
          <p:spPr>
            <a:xfrm>
              <a:off x="6133251" y="4353053"/>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chemeClr val="bg1"/>
                  </a:solidFill>
                </a:rPr>
                <a:t>[Código]</a:t>
              </a:r>
              <a:endParaRPr lang="es-CL" sz="880" b="1">
                <a:solidFill>
                  <a:schemeClr val="bg1"/>
                </a:solidFill>
              </a:endParaRPr>
            </a:p>
          </p:txBody>
        </p:sp>
      </p:grpSp>
      <p:cxnSp>
        <p:nvCxnSpPr>
          <p:cNvPr id="41" name="Conector recto de flecha 40">
            <a:extLst>
              <a:ext uri="{FF2B5EF4-FFF2-40B4-BE49-F238E27FC236}">
                <a16:creationId xmlns:a16="http://schemas.microsoft.com/office/drawing/2014/main" id="{13E6047A-F23D-FFE6-ADF6-1C6A1D2A99AF}"/>
              </a:ext>
            </a:extLst>
          </p:cNvPr>
          <p:cNvCxnSpPr>
            <a:cxnSpLocks/>
            <a:stCxn id="19" idx="1"/>
            <a:endCxn id="12" idx="3"/>
          </p:cNvCxnSpPr>
          <p:nvPr/>
        </p:nvCxnSpPr>
        <p:spPr>
          <a:xfrm flipH="1">
            <a:off x="5317425" y="4836535"/>
            <a:ext cx="469742" cy="7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pSp>
        <p:nvGrpSpPr>
          <p:cNvPr id="6" name="Grupo 5">
            <a:extLst>
              <a:ext uri="{FF2B5EF4-FFF2-40B4-BE49-F238E27FC236}">
                <a16:creationId xmlns:a16="http://schemas.microsoft.com/office/drawing/2014/main" id="{64FC272F-4DDF-374F-E6D4-F4717B4F79C3}"/>
              </a:ext>
            </a:extLst>
          </p:cNvPr>
          <p:cNvGrpSpPr/>
          <p:nvPr/>
        </p:nvGrpSpPr>
        <p:grpSpPr>
          <a:xfrm>
            <a:off x="1694333" y="4446562"/>
            <a:ext cx="1085929" cy="683282"/>
            <a:chOff x="3305113" y="2796247"/>
            <a:chExt cx="1446303" cy="741706"/>
          </a:xfrm>
        </p:grpSpPr>
        <p:sp>
          <p:nvSpPr>
            <p:cNvPr id="14" name="Rectangle: Rounded Corners 8">
              <a:extLst>
                <a:ext uri="{FF2B5EF4-FFF2-40B4-BE49-F238E27FC236}">
                  <a16:creationId xmlns:a16="http://schemas.microsoft.com/office/drawing/2014/main" id="{CF63DFD0-C11E-DC10-218E-DE0350AECDE6}"/>
                </a:ext>
              </a:extLst>
            </p:cNvPr>
            <p:cNvSpPr/>
            <p:nvPr/>
          </p:nvSpPr>
          <p:spPr>
            <a:xfrm>
              <a:off x="3305113" y="2897873"/>
              <a:ext cx="1446303"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800" b="0" i="0" u="none" strike="noStrike" kern="1200" cap="none" spc="0" normalizeH="0" baseline="0" noProof="0">
                  <a:ln>
                    <a:noFill/>
                  </a:ln>
                  <a:solidFill>
                    <a:srgbClr val="696158"/>
                  </a:solidFill>
                  <a:effectLst/>
                  <a:uLnTx/>
                  <a:uFillTx/>
                  <a:latin typeface="Calibri"/>
                  <a:ea typeface="+mn-ea"/>
                  <a:cs typeface="+mn-cs"/>
                </a:rPr>
                <a:t>[Por completar]</a:t>
              </a: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16" name="Rectangle: Rounded Corners 43">
              <a:extLst>
                <a:ext uri="{FF2B5EF4-FFF2-40B4-BE49-F238E27FC236}">
                  <a16:creationId xmlns:a16="http://schemas.microsoft.com/office/drawing/2014/main" id="{F3CB545C-76F9-5E3E-4323-58B3B1D7CC67}"/>
                </a:ext>
              </a:extLst>
            </p:cNvPr>
            <p:cNvSpPr/>
            <p:nvPr/>
          </p:nvSpPr>
          <p:spPr>
            <a:xfrm>
              <a:off x="3833283" y="279624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[Código]</a:t>
              </a:r>
              <a:r>
                <a:rPr lang="es-CL" sz="900" b="1">
                  <a:solidFill>
                    <a:prstClr val="white"/>
                  </a:solidFill>
                  <a:latin typeface="Calibri"/>
                </a:rPr>
                <a:t/>
              </a:r>
              <a:endParaRPr kumimoji="0" lang="es-CL" sz="900" b="1" i="0" u="none" strike="noStrike" kern="1200" cap="none" spc="0" normalizeH="0" baseline="0" noProof="0">
                <a:ln>
                  <a:noFill/>
                </a:ln>
                <a:solidFill>
                  <a:prstClr val="white"/>
                </a:solidFill>
                <a:effectLst/>
                <a:uLnTx/>
                <a:uFillTx/>
                <a:latin typeface="Calibri"/>
                <a:ea typeface="+mn-ea"/>
                <a:cs typeface="+mn-cs"/>
              </a:endParaRPr>
            </a:p>
          </p:txBody>
        </p:sp>
      </p:grpSp>
      <p:cxnSp>
        <p:nvCxnSpPr>
          <p:cNvPr id="39" name="Conector: angular 38">
            <a:extLst>
              <a:ext uri="{FF2B5EF4-FFF2-40B4-BE49-F238E27FC236}">
                <a16:creationId xmlns:a16="http://schemas.microsoft.com/office/drawing/2014/main" id="{962A6AEB-CA1B-5693-C357-69F8D492D45A}"/>
              </a:ext>
            </a:extLst>
          </p:cNvPr>
          <p:cNvCxnSpPr>
            <a:stCxn id="11" idx="2"/>
            <a:endCxn id="19" idx="3"/>
          </p:cNvCxnSpPr>
          <p:nvPr/>
        </p:nvCxnSpPr>
        <p:spPr>
          <a:xfrm rot="5400000">
            <a:off x="6602658" y="4279449"/>
            <a:ext cx="833220" cy="28095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68" name="Conector: angular 67">
            <a:extLst>
              <a:ext uri="{FF2B5EF4-FFF2-40B4-BE49-F238E27FC236}">
                <a16:creationId xmlns:a16="http://schemas.microsoft.com/office/drawing/2014/main" id="{109B1B7B-FFD4-E242-C08E-2562CA27B873}"/>
              </a:ext>
            </a:extLst>
          </p:cNvPr>
          <p:cNvCxnSpPr>
            <a:stCxn id="10" idx="2"/>
            <a:endCxn id="109" idx="1"/>
          </p:cNvCxnSpPr>
          <p:nvPr/>
        </p:nvCxnSpPr>
        <p:spPr>
          <a:xfrm rot="16200000" flipH="1">
            <a:off x="5685531" y="3243344"/>
            <a:ext cx="173886" cy="423300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B87EAA92-1008-CF49-244A-8FFAD36FC5F9}"/>
              </a:ext>
            </a:extLst>
          </p:cNvPr>
          <p:cNvCxnSpPr>
            <a:stCxn id="14" idx="1"/>
            <a:endCxn id="43" idx="6"/>
          </p:cNvCxnSpPr>
          <p:nvPr/>
        </p:nvCxnSpPr>
        <p:spPr>
          <a:xfrm flipH="1">
            <a:off x="1508463" y="4835014"/>
            <a:ext cx="185870" cy="315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4412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6950BFC3-D8DA-4A85-94F7-54DA5524770B}">
      <p188:commentRel xmlns:p188="http://schemas.microsoft.com/office/powerpoint/2018/8/main" r:id="rId4"/>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A063E-2D88-2D23-8253-15403A35D0B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CEA1733-D5FC-F2E5-1AA0-EC97F49E78F6}"/>
              </a:ext>
            </a:extLst>
          </p:cNvPr>
          <p:cNvGraphicFramePr>
            <a:graphicFrameLocks noChangeAspect="1"/>
          </p:cNvGraphicFramePr>
          <p:nvPr>
            <p:custDataLst>
              <p:tags r:id="rId1"/>
            </p:custDataLst>
            <p:extLst>
              <p:ext uri="{D42A27DB-BD31-4B8C-83A1-F6EECF244321}">
                <p14:modId xmlns:p14="http://schemas.microsoft.com/office/powerpoint/2010/main" val="322192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CEA1733-D5FC-F2E5-1AA0-EC97F49E78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8EB714D-2956-4868-A0C5-B151D018C0CF}"/>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de-DE"/>
              <a:t/>
            </a:r>
            <a:endParaRPr lang="es-CL"/>
          </a:p>
        </p:txBody>
      </p:sp>
      <p:graphicFrame>
        <p:nvGraphicFramePr>
          <p:cNvPr id="20" name="Table 19">
            <a:extLst>
              <a:ext uri="{FF2B5EF4-FFF2-40B4-BE49-F238E27FC236}">
                <a16:creationId xmlns:a16="http://schemas.microsoft.com/office/drawing/2014/main" id="{DBC2356C-6AAF-21D1-EF7F-01C6E38B61DA}"/>
              </a:ext>
            </a:extLst>
          </p:cNvPr>
          <p:cNvGraphicFramePr>
            <a:graphicFrameLocks noGrp="1"/>
          </p:cNvGraphicFramePr>
          <p:nvPr>
            <p:extLst>
              <p:ext uri="{D42A27DB-BD31-4B8C-83A1-F6EECF244321}">
                <p14:modId xmlns:p14="http://schemas.microsoft.com/office/powerpoint/2010/main" val="470955375"/>
              </p:ext>
            </p:extLst>
          </p:nvPr>
        </p:nvGraphicFramePr>
        <p:xfrm>
          <a:off x="1010094" y="1280048"/>
          <a:ext cx="10933347" cy="5164773"/>
        </p:xfrm>
        <a:graphic>
          <a:graphicData uri="http://schemas.openxmlformats.org/drawingml/2006/table">
            <a:tbl>
              <a:tblPr>
                <a:tableStyleId>{2D5ABB26-0587-4C30-8999-92F81FD0307C}</a:tableStyleId>
              </a:tblPr>
              <a:tblGrid>
                <a:gridCol w="2006207">
                  <a:extLst>
                    <a:ext uri="{9D8B030D-6E8A-4147-A177-3AD203B41FA5}">
                      <a16:colId xmlns:a16="http://schemas.microsoft.com/office/drawing/2014/main" val="741832067"/>
                    </a:ext>
                  </a:extLst>
                </a:gridCol>
                <a:gridCol w="4327775">
                  <a:extLst>
                    <a:ext uri="{9D8B030D-6E8A-4147-A177-3AD203B41FA5}">
                      <a16:colId xmlns:a16="http://schemas.microsoft.com/office/drawing/2014/main" val="2629782098"/>
                    </a:ext>
                  </a:extLst>
                </a:gridCol>
                <a:gridCol w="2810577">
                  <a:extLst>
                    <a:ext uri="{9D8B030D-6E8A-4147-A177-3AD203B41FA5}">
                      <a16:colId xmlns:a16="http://schemas.microsoft.com/office/drawing/2014/main" val="3944232034"/>
                    </a:ext>
                  </a:extLst>
                </a:gridCol>
                <a:gridCol w="1788788">
                  <a:extLst>
                    <a:ext uri="{9D8B030D-6E8A-4147-A177-3AD203B41FA5}">
                      <a16:colId xmlns:a16="http://schemas.microsoft.com/office/drawing/2014/main" val="1732901862"/>
                    </a:ext>
                  </a:extLst>
                </a:gridCol>
              </a:tblGrid>
              <a:tr h="317095">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285750" lvl="0" indent="-285750" algn="l" defTabSz="914400">
                        <a:lnSpc>
                          <a:spcPct val="100000"/>
                        </a:lnSpc>
                        <a:spcBef>
                          <a:spcPct val="0"/>
                        </a:spcBef>
                        <a:spcAft>
                          <a:spcPct val="0"/>
                        </a:spcAft>
                        <a:buFont typeface="Trebuchet MS"/>
                        <a:buChar char="​"/>
                      </a:pPr>
                      <a:r>
                        <a:rPr lang="es-CL" sz="1800" b="0" i="0" u="none" strike="noStrike">
                          <a:solidFill>
                            <a:schemeClr val="tx2"/>
                          </a:solidFill>
                          <a:effectLst/>
                          <a:latin typeface="Calibri"/>
                        </a:rPr>
                        <a:t>Responsable</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Ejecutor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741922542"/>
                  </a:ext>
                </a:extLst>
              </a:tr>
              <a:tr h="69878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Calibri"/>
                        </a:rPr>
                        <a:t>[Por completar]</a:t>
                      </a:r>
                    </a:p>
                    <a:p>
                      <a:pPr marL="107950" lvl="1" indent="0" algn="l">
                        <a:lnSpc>
                          <a:spcPct val="100000"/>
                        </a:lnSpc>
                        <a:spcBef>
                          <a:spcPts val="0"/>
                        </a:spcBef>
                        <a:spcAft>
                          <a:spcPts val="0"/>
                        </a:spcAft>
                        <a:buFont typeface="Trebuchet MS" panose="020B0603020202020204" pitchFamily="34" charset="0"/>
                        <a:buNone/>
                      </a:pPr>
                      <a:r>
                        <a:rPr lang="es-ES" sz="1100" b="0" i="0" u="none" strike="noStrike">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p>
                    <a:p>
                      <a:pPr marL="171450" lvl="0" indent="-171450" algn="l">
                        <a:lnSpc>
                          <a:spcPct val="100000"/>
                        </a:lnSpc>
                        <a:spcBef>
                          <a:spcPts val="0"/>
                        </a:spcBef>
                        <a:spcAft>
                          <a:spcPts val="0"/>
                        </a:spcAft>
                        <a:buFont typeface="Trebuchet MS"/>
                        <a:buChar char="​"/>
                      </a:pPr>
                      <a:endParaRPr lang="es-CL" sz="1100" b="0" i="0" u="none" strike="noStrike">
                        <a:solidFill>
                          <a:srgbClr val="696158"/>
                        </a:solidFill>
                        <a:effectLst/>
                        <a:latin typeface="Calibri"/>
                      </a:endParaRPr>
                    </a:p>
                    <a:p>
                      <a:pPr marL="0" lvl="0" indent="0" algn="l">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[Por completar]</a:t>
                      </a: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375816">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ES" sz="1100">
                          <a:solidFill>
                            <a:schemeClr val="tx1"/>
                          </a:solidFill>
                        </a:rPr>
                        <a:t>[Por completar]</a:t>
                      </a:r>
                      <a:endParaRPr lang="es-ES" sz="1100"/>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None/>
                      </a:pPr>
                      <a:r>
                        <a:rPr lang="es-ES" sz="1100" b="0" i="0" u="none" strike="noStrike">
                          <a:solidFill>
                            <a:srgbClr val="696158"/>
                          </a:solidFill>
                          <a:effectLst/>
                          <a:latin typeface="Calibri"/>
                        </a:rPr>
                        <a:t>[Por completar]</a:t>
                      </a:r>
                      <a:endParaRPr lang="es-ES" sz="1100" b="0" i="0" u="none" strike="noStrike">
                        <a:solidFill>
                          <a:srgbClr val="696158"/>
                        </a:solidFill>
                        <a:effectLst/>
                        <a:latin typeface="Calibri" panose="020F0502020204030204" pitchFamily="34" charset="0"/>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panose="020F0502020204030204" pitchFamily="34" charset="0"/>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537299">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ES" sz="1100">
                          <a:solidFill>
                            <a:schemeClr val="tx1"/>
                          </a:solidFill>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a:lnSpc>
                          <a:spcPct val="100000"/>
                        </a:lnSpc>
                        <a:spcBef>
                          <a:spcPts val="0"/>
                        </a:spcBef>
                        <a:spcAft>
                          <a:spcPts val="0"/>
                        </a:spcAft>
                        <a:buClr>
                          <a:srgbClr val="696158"/>
                        </a:buClr>
                        <a:buNone/>
                      </a:pPr>
                      <a:r>
                        <a:rPr lang="es-ES" sz="1100" b="0" i="0" u="none" strike="noStrike" noProof="0">
                          <a:solidFill>
                            <a:srgbClr val="696158"/>
                          </a:solidFill>
                          <a:effectLst/>
                          <a:latin typeface="Calibri"/>
                        </a:rPr>
                        <a:t>[Por completar]</a:t>
                      </a:r>
                      <a:r>
                        <a:rPr lang="en-US" sz="1100" b="0" i="0" u="none" strike="noStrike" noProof="0">
                          <a:solidFill>
                            <a:srgbClr val="696158"/>
                          </a:solidFill>
                          <a:effectLst/>
                          <a:latin typeface="Calibri"/>
                        </a:rPr>
                        <a:t/>
                      </a:r>
                      <a:r>
                        <a:rPr lang="es-ES" sz="1100" b="0" i="0" u="none" strike="noStrike" noProof="0" err="1">
                          <a:solidFill>
                            <a:srgbClr val="696158"/>
                          </a:solidFill>
                          <a:effectLst/>
                          <a:latin typeface="Calibri"/>
                        </a:rPr>
                        <a:t/>
                      </a:r>
                      <a:r>
                        <a:rPr lang="es-ES" sz="1100" b="0" i="0" u="none" strike="noStrike" noProof="0">
                          <a:solidFill>
                            <a:srgbClr val="696158"/>
                          </a:solidFill>
                          <a:effectLst/>
                          <a:latin typeface="Calibri"/>
                        </a:rPr>
                        <a:t/>
                      </a:r>
                      <a:endParaRPr lang="en-US" sz="1100" b="0" i="0" u="none" strike="noStrike" noProof="0">
                        <a:solidFill>
                          <a:srgbClr val="696158"/>
                        </a:solidFill>
                        <a:effectLst/>
                        <a:latin typeface="Calibri"/>
                      </a:endParaRPr>
                    </a:p>
                    <a:p>
                      <a:pPr marL="107950" marR="0" lvl="1" indent="0" algn="l">
                        <a:lnSpc>
                          <a:spcPct val="100000"/>
                        </a:lnSpc>
                        <a:spcBef>
                          <a:spcPts val="0"/>
                        </a:spcBef>
                        <a:spcAft>
                          <a:spcPts val="0"/>
                        </a:spcAft>
                        <a:buClr>
                          <a:srgbClr val="696158"/>
                        </a:buClr>
                        <a:buNone/>
                      </a:pPr>
                      <a:r>
                        <a:rPr lang="es-ES" sz="1100" b="0" i="0" u="none" strike="noStrike" noProof="0">
                          <a:solidFill>
                            <a:srgbClr val="696158"/>
                          </a:solidFill>
                          <a:effectLst/>
                          <a:latin typeface="Calibri"/>
                        </a:rPr>
                        <a:t>[Por completar]</a:t>
                      </a:r>
                      <a:endParaRPr lang="en-US" sz="1100" b="0" i="0" u="none" strike="noStrike" noProof="0">
                        <a:solidFill>
                          <a:srgbClr val="696158"/>
                        </a:solidFill>
                        <a:effectLst/>
                        <a:latin typeface="Calibri"/>
                      </a:endParaRPr>
                    </a:p>
                    <a:p>
                      <a:pPr marL="107950" marR="0" lvl="1" indent="0" algn="l">
                        <a:lnSpc>
                          <a:spcPct val="100000"/>
                        </a:lnSpc>
                        <a:spcBef>
                          <a:spcPts val="0"/>
                        </a:spcBef>
                        <a:spcAft>
                          <a:spcPts val="0"/>
                        </a:spcAft>
                        <a:buClr>
                          <a:srgbClr val="696158"/>
                        </a:buClr>
                        <a:buNone/>
                      </a:pPr>
                      <a:r>
                        <a:rPr lang="es-ES" sz="1100" b="0" i="0" u="none" strike="noStrike" noProof="0">
                          <a:solidFill>
                            <a:srgbClr val="696158"/>
                          </a:solidFill>
                          <a:effectLst/>
                          <a:latin typeface="Calibri"/>
                        </a:rPr>
                        <a:t>[Por completar]</a:t>
                      </a:r>
                      <a:r>
                        <a:rPr lang="es-ES" sz="1100" b="0" i="0" u="none" strike="noStrike" noProof="0" err="1">
                          <a:solidFill>
                            <a:srgbClr val="696158"/>
                          </a:solidFill>
                          <a:effectLst/>
                          <a:latin typeface="Calibri"/>
                        </a:rPr>
                        <a:t/>
                      </a:r>
                      <a:endParaRPr lang="en-US"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endParaRPr lang="en-US"/>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rtl="0">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622958246"/>
                  </a:ext>
                </a:extLst>
              </a:tr>
              <a:tr h="698783">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ES" sz="1100">
                          <a:solidFill>
                            <a:schemeClr val="tx1"/>
                          </a:solidFill>
                        </a:rPr>
                        <a:t>[Por completar]</a:t>
                      </a:r>
                      <a:endParaRPr lang="es-ES" sz="1100"/>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p>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p>
                    <a:p>
                      <a:pPr marL="171450" lvl="0" indent="-171450" algn="l">
                        <a:lnSpc>
                          <a:spcPct val="100000"/>
                        </a:lnSpc>
                        <a:spcBef>
                          <a:spcPts val="0"/>
                        </a:spcBef>
                        <a:spcAft>
                          <a:spcPts val="0"/>
                        </a:spcAft>
                        <a:buFont typeface="Trebuchet MS"/>
                        <a:buChar char="​"/>
                      </a:pPr>
                      <a:endParaRPr lang="es-CL" sz="1100" b="0" i="0" u="none" strike="noStrike">
                        <a:solidFill>
                          <a:srgbClr val="696158"/>
                        </a:solidFill>
                        <a:effectLst/>
                        <a:latin typeface="Calibri"/>
                      </a:endParaRPr>
                    </a:p>
                    <a:p>
                      <a:pPr marL="171450" lvl="0" indent="-171450" algn="l">
                        <a:lnSpc>
                          <a:spcPct val="100000"/>
                        </a:lnSpc>
                        <a:spcBef>
                          <a:spcPts val="0"/>
                        </a:spcBef>
                        <a:spcAft>
                          <a:spcPts val="0"/>
                        </a:spcAft>
                        <a:buFont typeface="Trebuchet MS"/>
                        <a:buChar char="​"/>
                      </a:pPr>
                      <a:endParaRPr lang="es-CL" sz="1100" b="0" i="0" u="none" strike="noStrike">
                        <a:solidFill>
                          <a:srgbClr val="696158"/>
                        </a:solidFill>
                        <a:effectLst/>
                        <a:latin typeface="Calibri"/>
                      </a:endParaRPr>
                    </a:p>
                    <a:p>
                      <a:pPr marL="0" lvl="0" indent="0" algn="l">
                        <a:lnSpc>
                          <a:spcPct val="100000"/>
                        </a:lnSpc>
                        <a:spcBef>
                          <a:spcPts val="0"/>
                        </a:spcBef>
                        <a:spcAft>
                          <a:spcPts val="0"/>
                        </a:spcAft>
                        <a:buFont typeface="Trebuchet MS"/>
                        <a:buNone/>
                      </a:pPr>
                      <a:r>
                        <a:rPr lang="es-CL" sz="1100" b="0" i="0" u="none" strike="noStrike">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rtl="0">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13690581"/>
                  </a:ext>
                </a:extLst>
              </a:tr>
              <a:tr h="240975">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a:solidFill>
                            <a:srgbClr val="696158"/>
                          </a:solidFill>
                          <a:effectLst/>
                          <a:latin typeface="+mn-lt"/>
                        </a:rPr>
                        <a:t>[Por completar]</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a:buNone/>
                        <a:tabLst/>
                        <a:defRPr/>
                      </a:pPr>
                      <a:r>
                        <a:rPr lang="es-CL" sz="1100" b="0" i="0" u="none" strike="noStrike" noProof="0">
                          <a:solidFill>
                            <a:srgbClr val="696158"/>
                          </a:solidFill>
                          <a:effectLst/>
                          <a:latin typeface="+mn-lt"/>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724650699"/>
                  </a:ext>
                </a:extLst>
              </a:tr>
              <a:tr h="296324">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r>
                        <a:rPr lang="es-CL" sz="1100" b="0" i="0" u="none" strike="noStrike" noProof="0">
                          <a:solidFill>
                            <a:srgbClr val="696158"/>
                          </a:solidFill>
                          <a:effectLst/>
                          <a:latin typeface="+mn-lt"/>
                        </a:rPr>
                        <a:t>[Por completar]</a:t>
                      </a:r>
                      <a:r>
                        <a:rPr lang="es-CL" sz="1100" b="0" i="0" u="none" strike="noStrike" noProof="0" err="1">
                          <a:solidFill>
                            <a:srgbClr val="696158"/>
                          </a:solidFill>
                          <a:effectLst/>
                          <a:latin typeface="+mn-lt"/>
                        </a:rPr>
                        <a:t/>
                      </a:r>
                      <a:r>
                        <a:rPr lang="es-CL" sz="1100" b="0" i="0" u="none" strike="noStrike" noProof="0">
                          <a:solidFill>
                            <a:srgbClr val="696158"/>
                          </a:solidFill>
                          <a:effectLst/>
                          <a:latin typeface="+mn-lt"/>
                        </a:rPr>
                        <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7471827"/>
                  </a:ext>
                </a:extLst>
              </a:tr>
              <a:tr h="240975">
                <a:tc rowSpan="6">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ES" sz="1100" b="0" i="0" u="none" strike="noStrike">
                          <a:solidFill>
                            <a:srgbClr val="696158"/>
                          </a:solidFill>
                          <a:effectLst/>
                          <a:latin typeface="+mn-lt"/>
                          <a:ea typeface="+mn-ea"/>
                          <a:cs typeface="+mn-cs"/>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r>
                        <a:rPr lang="es-CL"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1583037"/>
                  </a:ext>
                </a:extLst>
              </a:tr>
              <a:tr h="24097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Arial" panose="020B0603020202020204" pitchFamily="34" charset="0"/>
                        <a:buNone/>
                      </a:pPr>
                      <a:r>
                        <a:rPr lang="es-ES" sz="1100" b="0" i="0" u="none" strike="noStrike">
                          <a:solidFill>
                            <a:srgbClr val="696158"/>
                          </a:solidFill>
                          <a:effectLst/>
                          <a:latin typeface="+mn-lt"/>
                          <a:ea typeface="+mn-ea"/>
                          <a:cs typeface="+mn-cs"/>
                        </a:rPr>
                        <a:t>[Por completar]</a:t>
                      </a:r>
                      <a:endParaRPr lang="es-ES" sz="1100" b="0" i="0" u="none" strike="noStrike">
                        <a:solidFill>
                          <a:srgbClr val="696158"/>
                        </a:solidFill>
                        <a:effectLst/>
                        <a:highlight>
                          <a:srgbClr val="FFFF00"/>
                        </a:highlight>
                        <a:latin typeface="+mn-lt"/>
                        <a:ea typeface="+mn-ea"/>
                        <a:cs typeface="+mn-cs"/>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r>
                        <a:rPr lang="es-CL" sz="1100" b="0" i="0" u="none" strike="noStrike" noProof="0">
                          <a:solidFill>
                            <a:srgbClr val="696158"/>
                          </a:solidFill>
                          <a:effectLst/>
                          <a:latin typeface="Calibri"/>
                        </a:rPr>
                        <a:t>[Por completar]</a:t>
                      </a:r>
                      <a:r>
                        <a:rPr lang="es-CL" sz="1100" b="0" i="0" u="none" strike="noStrike" noProof="0" err="1">
                          <a:solidFill>
                            <a:srgbClr val="696158"/>
                          </a:solidFill>
                          <a:effectLst/>
                          <a:latin typeface="Calibri"/>
                        </a:rPr>
                        <a:t/>
                      </a:r>
                      <a:r>
                        <a:rPr lang="es-CL" sz="1100" b="0" i="0" u="none" strike="noStrike" noProof="0">
                          <a:solidFill>
                            <a:srgbClr val="696158"/>
                          </a:solidFill>
                          <a:effectLst/>
                          <a:latin typeface="Calibri"/>
                        </a:rPr>
                        <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8053080"/>
                  </a:ext>
                </a:extLst>
              </a:tr>
              <a:tr h="24097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r>
                        <a:rPr lang="es-CL" sz="1100" b="0" i="0" u="none" strike="noStrike" noProof="0">
                          <a:solidFill>
                            <a:srgbClr val="696158"/>
                          </a:solidFill>
                          <a:effectLst/>
                          <a:latin typeface="Calibri"/>
                        </a:rPr>
                        <a:t>[Por completar]</a:t>
                      </a:r>
                      <a:endParaRPr lang="en-US"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7769824"/>
                  </a:ext>
                </a:extLst>
              </a:tr>
              <a:tr h="24097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r>
                        <a:rPr lang="es-ES"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r>
                        <a:rPr lang="es-CL" sz="1100" b="0" i="0" u="none" strike="noStrike" noProof="0">
                          <a:solidFill>
                            <a:srgbClr val="696158"/>
                          </a:solidFill>
                          <a:effectLst/>
                          <a:latin typeface="Calibri"/>
                        </a:rPr>
                        <a:t>[Por completar]</a:t>
                      </a:r>
                      <a:r>
                        <a:rPr lang="es-CL" sz="1100" b="0" i="0" u="none" strike="noStrike" noProof="0" err="1">
                          <a:solidFill>
                            <a:srgbClr val="696158"/>
                          </a:solidFill>
                          <a:effectLst/>
                          <a:latin typeface="Calibri"/>
                        </a:rPr>
                        <a:t/>
                      </a:r>
                      <a:r>
                        <a:rPr lang="es-CL" sz="1100" b="0" i="0" u="none" strike="noStrike" noProof="0">
                          <a:solidFill>
                            <a:srgbClr val="696158"/>
                          </a:solidFill>
                          <a:effectLst/>
                          <a:latin typeface="Calibri"/>
                        </a:rPr>
                        <a:t/>
                      </a:r>
                      <a:endParaRPr lang="en-US"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78626166"/>
                  </a:ext>
                </a:extLst>
              </a:tr>
              <a:tr h="375816">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r>
                        <a:rPr lang="es-ES" sz="1100" b="0" i="0" u="none" strike="noStrike" noProof="0">
                          <a:solidFill>
                            <a:srgbClr val="696158"/>
                          </a:solidFill>
                          <a:effectLst/>
                          <a:latin typeface="Calibri"/>
                        </a:rPr>
                        <a:t>[Por completar]</a:t>
                      </a:r>
                      <a:endParaRPr lang="en-US"/>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s-ES" sz="1100" b="0" i="0" u="none" strike="noStrike" noProof="0">
                        <a:solidFill>
                          <a:srgbClr val="696158"/>
                        </a:solidFill>
                        <a:effectLst/>
                        <a:latin typeface="Calibri"/>
                      </a:endParaRPr>
                    </a:p>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r>
                        <a:rPr lang="es-CL" sz="1100" b="0" i="0" u="none" strike="noStrike" noProof="0" err="1">
                          <a:solidFill>
                            <a:srgbClr val="696158"/>
                          </a:solidFill>
                          <a:effectLst/>
                          <a:latin typeface="Calibri"/>
                        </a:rPr>
                        <a:t/>
                      </a:r>
                      <a:r>
                        <a:rPr lang="es-CL" sz="1100" b="0" i="0" u="none" strike="noStrike" noProof="0">
                          <a:solidFill>
                            <a:srgbClr val="696158"/>
                          </a:solidFill>
                          <a:effectLst/>
                          <a:latin typeface="Calibri"/>
                        </a:rPr>
                        <a:t/>
                      </a:r>
                      <a:endParaRPr lang="es-CL"/>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28121437"/>
                  </a:ext>
                </a:extLst>
              </a:tr>
              <a:tr h="375816">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noProof="0">
                          <a:solidFill>
                            <a:srgbClr val="696158"/>
                          </a:solidFill>
                          <a:effectLst/>
                          <a:latin typeface="Calibri"/>
                        </a:rPr>
                        <a:t>[Por completar]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[Por completar]</a:t>
                      </a:r>
                      <a:endParaRPr lang="en-US"/>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4324940"/>
                  </a:ext>
                </a:extLst>
              </a:tr>
            </a:tbl>
          </a:graphicData>
        </a:graphic>
      </p:graphicFrame>
      <p:sp>
        <p:nvSpPr>
          <p:cNvPr id="21" name="Rectangle: Rounded Corners 20">
            <a:extLst>
              <a:ext uri="{FF2B5EF4-FFF2-40B4-BE49-F238E27FC236}">
                <a16:creationId xmlns:a16="http://schemas.microsoft.com/office/drawing/2014/main" id="{430256A5-712A-9328-F3BA-E082CF661F07}"/>
              </a:ext>
            </a:extLst>
          </p:cNvPr>
          <p:cNvSpPr/>
          <p:nvPr/>
        </p:nvSpPr>
        <p:spPr>
          <a:xfrm>
            <a:off x="345948" y="18749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5BEAFF0D-2E72-160B-A10C-038FB3F8AA6B}"/>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de-DE" sz="1100" b="1" i="0" u="none" strike="noStrike" kern="1200" cap="none" spc="0" normalizeH="0" baseline="0" noProof="0">
                <a:ln>
                  <a:noFill/>
                </a:ln>
                <a:solidFill>
                  <a:srgbClr val="9A9300"/>
                </a:solidFill>
                <a:effectLst/>
                <a:uLnTx/>
                <a:uFillTx/>
                <a:latin typeface="Calibri"/>
                <a:ea typeface="+mn-ea"/>
                <a:cs typeface="+mn-cs"/>
              </a:rPr>
              <a:t>[Por completar]</a:t>
            </a:r>
          </a:p>
        </p:txBody>
      </p:sp>
      <p:sp>
        <p:nvSpPr>
          <p:cNvPr id="9" name="Rectangle: Rounded Corners 3">
            <a:extLst>
              <a:ext uri="{FF2B5EF4-FFF2-40B4-BE49-F238E27FC236}">
                <a16:creationId xmlns:a16="http://schemas.microsoft.com/office/drawing/2014/main" id="{8A435B1F-EFBB-DC58-A6B1-4852A03284C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10" name="Rectangle: Rounded Corners 36">
            <a:extLst>
              <a:ext uri="{FF2B5EF4-FFF2-40B4-BE49-F238E27FC236}">
                <a16:creationId xmlns:a16="http://schemas.microsoft.com/office/drawing/2014/main" id="{7750F438-5E81-F3A7-568E-BB4B836AD8C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de-DE" sz="1100" b="1" i="0" u="none" strike="noStrike" kern="1200" cap="none" spc="0" normalizeH="0" baseline="0" noProof="0">
                <a:ln>
                  <a:noFill/>
                </a:ln>
                <a:solidFill>
                  <a:srgbClr val="EA7600"/>
                </a:solidFill>
                <a:effectLst/>
                <a:uLnTx/>
                <a:uFillTx/>
                <a:latin typeface="Calibri"/>
                <a:ea typeface="+mn-ea"/>
                <a:cs typeface="+mn-cs"/>
              </a:rPr>
              <a:t>Fase D</a:t>
            </a:r>
          </a:p>
        </p:txBody>
      </p:sp>
      <p:sp>
        <p:nvSpPr>
          <p:cNvPr id="13" name="Rectangle: Rounded Corners 12">
            <a:extLst>
              <a:ext uri="{FF2B5EF4-FFF2-40B4-BE49-F238E27FC236}">
                <a16:creationId xmlns:a16="http://schemas.microsoft.com/office/drawing/2014/main" id="{0928D9F9-D584-6BEF-FB40-BDDC85A18BD7}"/>
              </a:ext>
            </a:extLst>
          </p:cNvPr>
          <p:cNvSpPr/>
          <p:nvPr/>
        </p:nvSpPr>
        <p:spPr>
          <a:xfrm>
            <a:off x="345948" y="242578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Rounded Corners 12">
            <a:extLst>
              <a:ext uri="{FF2B5EF4-FFF2-40B4-BE49-F238E27FC236}">
                <a16:creationId xmlns:a16="http://schemas.microsoft.com/office/drawing/2014/main" id="{34474F17-F724-00D1-47E5-3EF3ECD6FD6A}"/>
              </a:ext>
            </a:extLst>
          </p:cNvPr>
          <p:cNvSpPr/>
          <p:nvPr/>
        </p:nvSpPr>
        <p:spPr>
          <a:xfrm>
            <a:off x="345948" y="287662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Rounded Corners 12">
            <a:extLst>
              <a:ext uri="{FF2B5EF4-FFF2-40B4-BE49-F238E27FC236}">
                <a16:creationId xmlns:a16="http://schemas.microsoft.com/office/drawing/2014/main" id="{515D2C04-1C2E-15FE-37BE-B98F410554A9}"/>
              </a:ext>
            </a:extLst>
          </p:cNvPr>
          <p:cNvSpPr/>
          <p:nvPr/>
        </p:nvSpPr>
        <p:spPr>
          <a:xfrm>
            <a:off x="345948" y="342639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Rounded Corners 12">
            <a:extLst>
              <a:ext uri="{FF2B5EF4-FFF2-40B4-BE49-F238E27FC236}">
                <a16:creationId xmlns:a16="http://schemas.microsoft.com/office/drawing/2014/main" id="{F2793FC1-AA3D-E415-8EBB-3BE2827E4BE8}"/>
              </a:ext>
            </a:extLst>
          </p:cNvPr>
          <p:cNvSpPr/>
          <p:nvPr/>
        </p:nvSpPr>
        <p:spPr>
          <a:xfrm>
            <a:off x="345948" y="41859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12">
            <a:extLst>
              <a:ext uri="{FF2B5EF4-FFF2-40B4-BE49-F238E27FC236}">
                <a16:creationId xmlns:a16="http://schemas.microsoft.com/office/drawing/2014/main" id="{828CE098-BA5A-DACF-03D6-356103E1BC88}"/>
              </a:ext>
            </a:extLst>
          </p:cNvPr>
          <p:cNvSpPr/>
          <p:nvPr/>
        </p:nvSpPr>
        <p:spPr>
          <a:xfrm>
            <a:off x="345948" y="543562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[Código]</a:t>
            </a:r>
            <a:r>
              <a:rPr lang="es-CL" sz="1100" b="1">
                <a:solidFill>
                  <a:prstClr val="white"/>
                </a:solidFill>
                <a:latin typeface="Calibri"/>
              </a:rPr>
              <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2279827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98ED-F903-2B85-6C78-B7CCF2DE98A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639ACA1-813F-E0FC-6EC4-D31F90DA9E21}"/>
              </a:ext>
            </a:extLst>
          </p:cNvPr>
          <p:cNvGraphicFramePr>
            <a:graphicFrameLocks noChangeAspect="1"/>
          </p:cNvGraphicFramePr>
          <p:nvPr>
            <p:custDataLst>
              <p:tags r:id="rId1"/>
            </p:custDataLst>
            <p:extLst>
              <p:ext uri="{D42A27DB-BD31-4B8C-83A1-F6EECF244321}">
                <p14:modId xmlns:p14="http://schemas.microsoft.com/office/powerpoint/2010/main" val="1165676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2639ACA1-813F-E0FC-6EC4-D31F90DA9E2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0727A5E-6109-C963-A639-DF727DE97EAD}"/>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r>
              <a:rPr lang="es-ES"/>
              <a:t/>
            </a:r>
            <a:endParaRPr lang="en-US"/>
          </a:p>
        </p:txBody>
      </p:sp>
      <p:sp>
        <p:nvSpPr>
          <p:cNvPr id="14" name="Rectangle: Rounded Corners 13">
            <a:extLst>
              <a:ext uri="{FF2B5EF4-FFF2-40B4-BE49-F238E27FC236}">
                <a16:creationId xmlns:a16="http://schemas.microsoft.com/office/drawing/2014/main" id="{A1A325DA-FFC0-B6CB-1C4D-AD9418B6B25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5FF36E71-DA47-2E87-4F6C-F9D3AB690574}"/>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A</a:t>
            </a:r>
          </a:p>
        </p:txBody>
      </p:sp>
      <p:sp>
        <p:nvSpPr>
          <p:cNvPr id="65" name="Rectangle 64">
            <a:extLst>
              <a:ext uri="{FF2B5EF4-FFF2-40B4-BE49-F238E27FC236}">
                <a16:creationId xmlns:a16="http://schemas.microsoft.com/office/drawing/2014/main" id="{1DC7B1D8-4424-DFEA-C290-29602929D7F1}"/>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B</a:t>
            </a:r>
          </a:p>
        </p:txBody>
      </p:sp>
      <p:sp>
        <p:nvSpPr>
          <p:cNvPr id="66" name="Rectangle 65">
            <a:extLst>
              <a:ext uri="{FF2B5EF4-FFF2-40B4-BE49-F238E27FC236}">
                <a16:creationId xmlns:a16="http://schemas.microsoft.com/office/drawing/2014/main" id="{0C683177-450D-8F46-AC06-915DDC59811D}"/>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C</a:t>
            </a:r>
          </a:p>
        </p:txBody>
      </p:sp>
      <p:sp>
        <p:nvSpPr>
          <p:cNvPr id="67" name="Rectangle 66">
            <a:extLst>
              <a:ext uri="{FF2B5EF4-FFF2-40B4-BE49-F238E27FC236}">
                <a16:creationId xmlns:a16="http://schemas.microsoft.com/office/drawing/2014/main" id="{08ECA4E5-3E86-F346-C7F5-431129B3B91F}"/>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D</a:t>
            </a:r>
          </a:p>
        </p:txBody>
      </p:sp>
      <p:sp>
        <p:nvSpPr>
          <p:cNvPr id="68" name="Rectangle 67">
            <a:extLst>
              <a:ext uri="{FF2B5EF4-FFF2-40B4-BE49-F238E27FC236}">
                <a16:creationId xmlns:a16="http://schemas.microsoft.com/office/drawing/2014/main" id="{97F8BB77-9BBC-F5FF-71F8-B7EBE3164AC9}"/>
              </a:ext>
            </a:extLst>
          </p:cNvPr>
          <p:cNvSpPr/>
          <p:nvPr/>
        </p:nvSpPr>
        <p:spPr>
          <a:xfrm>
            <a:off x="8921033"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E</a:t>
            </a:r>
          </a:p>
        </p:txBody>
      </p:sp>
      <p:sp>
        <p:nvSpPr>
          <p:cNvPr id="125" name="Oval 20">
            <a:extLst>
              <a:ext uri="{FF2B5EF4-FFF2-40B4-BE49-F238E27FC236}">
                <a16:creationId xmlns:a16="http://schemas.microsoft.com/office/drawing/2014/main" id="{407389D5-8038-3EBA-A03A-AC5273B82B27}"/>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0CC78D09-4425-3B61-AE8F-219620F27FEC}"/>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4F8F3B4D-CC2B-55E3-C830-A5482B8275A4}"/>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50A4C582-0749-BBC4-E57F-21BD412B4260}"/>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7F689EE8-690C-247F-A836-F7D7C8C3702B}"/>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C07B5947-2AC8-9CBE-865C-CF8288E1D4A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C07B5947-2AC8-9CBE-865C-CF8288E1D4A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65E22BBA-70AF-530B-4DD8-30A18970459C}"/>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65E22BBA-70AF-530B-4DD8-30A18970459C}"/>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343E16FF-A303-2172-741B-D230D2013DAE}"/>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343E16FF-A303-2172-741B-D230D2013DA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10CED343-3C81-5BD3-D1AC-E95E7F47E560}"/>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10CED343-3C81-5BD3-D1AC-E95E7F47E56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4" name="Rectangle 73">
            <a:extLst>
              <a:ext uri="{FF2B5EF4-FFF2-40B4-BE49-F238E27FC236}">
                <a16:creationId xmlns:a16="http://schemas.microsoft.com/office/drawing/2014/main" id="{8A983EC7-977F-E864-F3A5-49BAB14E9EC8}"/>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58" name="Rectangle 75">
            <a:extLst>
              <a:ext uri="{FF2B5EF4-FFF2-40B4-BE49-F238E27FC236}">
                <a16:creationId xmlns:a16="http://schemas.microsoft.com/office/drawing/2014/main" id="{B4DF5461-CE6D-F2B1-7001-9D836A51C27D}"/>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r>
              <a:rPr lang="es-ES" sz="1100">
                <a:solidFill>
                  <a:prstClr val="white"/>
                </a:solidFill>
              </a:rPr>
              <a:t>[Nombre del subproceso]</a:t>
            </a:r>
          </a:p>
        </p:txBody>
      </p:sp>
      <p:sp>
        <p:nvSpPr>
          <p:cNvPr id="59" name="Rectangle: Rounded Corners 146">
            <a:extLst>
              <a:ext uri="{FF2B5EF4-FFF2-40B4-BE49-F238E27FC236}">
                <a16:creationId xmlns:a16="http://schemas.microsoft.com/office/drawing/2014/main" id="{9F5F1505-EE30-D0D6-107A-D366CA6E86EB}"/>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60" name="Rectangle: Rounded Corners 148">
            <a:extLst>
              <a:ext uri="{FF2B5EF4-FFF2-40B4-BE49-F238E27FC236}">
                <a16:creationId xmlns:a16="http://schemas.microsoft.com/office/drawing/2014/main" id="{184F50A5-3CA5-AC3C-941D-7AC5FFF8A676}"/>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62" name="Rectangle 73">
            <a:extLst>
              <a:ext uri="{FF2B5EF4-FFF2-40B4-BE49-F238E27FC236}">
                <a16:creationId xmlns:a16="http://schemas.microsoft.com/office/drawing/2014/main" id="{AF1BEBF5-A5C1-DAB1-3C54-4FA141DB50EC}"/>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63" name="Rectangle: Rounded Corners 148">
            <a:extLst>
              <a:ext uri="{FF2B5EF4-FFF2-40B4-BE49-F238E27FC236}">
                <a16:creationId xmlns:a16="http://schemas.microsoft.com/office/drawing/2014/main" id="{FC52DEC7-37E2-7E94-C1ED-ADCF59CCCEFF}"/>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64" name="Rectangle 36">
            <a:extLst>
              <a:ext uri="{FF2B5EF4-FFF2-40B4-BE49-F238E27FC236}">
                <a16:creationId xmlns:a16="http://schemas.microsoft.com/office/drawing/2014/main" id="{05A27CF7-1AA9-A2FE-69F4-20EDF6C38ABA}"/>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69" name="Rectangle: Rounded Corners 37">
            <a:extLst>
              <a:ext uri="{FF2B5EF4-FFF2-40B4-BE49-F238E27FC236}">
                <a16:creationId xmlns:a16="http://schemas.microsoft.com/office/drawing/2014/main" id="{BCEFF320-CA1C-48CD-37B3-80DEA600A4A8}"/>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0" name="Rectangle 38">
            <a:extLst>
              <a:ext uri="{FF2B5EF4-FFF2-40B4-BE49-F238E27FC236}">
                <a16:creationId xmlns:a16="http://schemas.microsoft.com/office/drawing/2014/main" id="{26F715C6-5774-0BFA-4220-5DBA8F190ADF}"/>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71" name="Rectangle: Rounded Corners 39">
            <a:extLst>
              <a:ext uri="{FF2B5EF4-FFF2-40B4-BE49-F238E27FC236}">
                <a16:creationId xmlns:a16="http://schemas.microsoft.com/office/drawing/2014/main" id="{CDC13F0A-EE5A-508A-CE1C-DF96975828A8}"/>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2" name="Rectangle 40">
            <a:extLst>
              <a:ext uri="{FF2B5EF4-FFF2-40B4-BE49-F238E27FC236}">
                <a16:creationId xmlns:a16="http://schemas.microsoft.com/office/drawing/2014/main" id="{80435E64-E3A6-6A92-C5B1-054409C4DB58}"/>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73" name="Rectangle: Rounded Corners 41">
            <a:extLst>
              <a:ext uri="{FF2B5EF4-FFF2-40B4-BE49-F238E27FC236}">
                <a16:creationId xmlns:a16="http://schemas.microsoft.com/office/drawing/2014/main" id="{6B43D5A2-DF07-6F23-355D-3C74D6B17574}"/>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4" name="Rectangle 42">
            <a:extLst>
              <a:ext uri="{FF2B5EF4-FFF2-40B4-BE49-F238E27FC236}">
                <a16:creationId xmlns:a16="http://schemas.microsoft.com/office/drawing/2014/main" id="{14969B5C-3F35-959A-80E4-1D8634C269CF}"/>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75" name="Rectangle: Rounded Corners 43">
            <a:extLst>
              <a:ext uri="{FF2B5EF4-FFF2-40B4-BE49-F238E27FC236}">
                <a16:creationId xmlns:a16="http://schemas.microsoft.com/office/drawing/2014/main" id="{EA673500-7EFA-F761-1318-AA6BB84BD3F4}"/>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6" name="Rectangle 44">
            <a:extLst>
              <a:ext uri="{FF2B5EF4-FFF2-40B4-BE49-F238E27FC236}">
                <a16:creationId xmlns:a16="http://schemas.microsoft.com/office/drawing/2014/main" id="{5F0F494C-EB53-2099-7390-5708971CD7B3}"/>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77" name="Rectangle: Rounded Corners 45">
            <a:extLst>
              <a:ext uri="{FF2B5EF4-FFF2-40B4-BE49-F238E27FC236}">
                <a16:creationId xmlns:a16="http://schemas.microsoft.com/office/drawing/2014/main" id="{20ED7545-A4AC-0C89-EF63-93B9C21B4BB3}"/>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8" name="Rectangle 46">
            <a:extLst>
              <a:ext uri="{FF2B5EF4-FFF2-40B4-BE49-F238E27FC236}">
                <a16:creationId xmlns:a16="http://schemas.microsoft.com/office/drawing/2014/main" id="{99D99E52-4B06-59EB-EA62-A28928D4E8BA}"/>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79" name="Rectangle: Rounded Corners 47">
            <a:extLst>
              <a:ext uri="{FF2B5EF4-FFF2-40B4-BE49-F238E27FC236}">
                <a16:creationId xmlns:a16="http://schemas.microsoft.com/office/drawing/2014/main" id="{769EF4F8-ABE3-A71C-8AA2-9BF7FAAA699E}"/>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80" name="Rectangle 48">
            <a:extLst>
              <a:ext uri="{FF2B5EF4-FFF2-40B4-BE49-F238E27FC236}">
                <a16:creationId xmlns:a16="http://schemas.microsoft.com/office/drawing/2014/main" id="{14039AF4-08F9-7E81-B047-50E337671A22}"/>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81" name="Rectangle: Rounded Corners 49">
            <a:extLst>
              <a:ext uri="{FF2B5EF4-FFF2-40B4-BE49-F238E27FC236}">
                <a16:creationId xmlns:a16="http://schemas.microsoft.com/office/drawing/2014/main" id="{B2D85C09-75C7-B0D0-F547-A718B553273A}"/>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82" name="Rectangle 59">
            <a:extLst>
              <a:ext uri="{FF2B5EF4-FFF2-40B4-BE49-F238E27FC236}">
                <a16:creationId xmlns:a16="http://schemas.microsoft.com/office/drawing/2014/main" id="{866BEBE6-7AB6-A3D6-D6AE-A9F8F2A65111}"/>
              </a:ext>
            </a:extLst>
          </p:cNvPr>
          <p:cNvSpPr/>
          <p:nvPr/>
        </p:nvSpPr>
        <p:spPr>
          <a:xfrm>
            <a:off x="8921034" y="2787196"/>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83" name="Rectangle: Rounded Corners 60">
            <a:extLst>
              <a:ext uri="{FF2B5EF4-FFF2-40B4-BE49-F238E27FC236}">
                <a16:creationId xmlns:a16="http://schemas.microsoft.com/office/drawing/2014/main" id="{2F4E8C64-C913-409D-B9A2-31BFD2EFA892}"/>
              </a:ext>
            </a:extLst>
          </p:cNvPr>
          <p:cNvSpPr/>
          <p:nvPr/>
        </p:nvSpPr>
        <p:spPr>
          <a:xfrm>
            <a:off x="9373667" y="2694655"/>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86" name="Rectangle 38">
            <a:extLst>
              <a:ext uri="{FF2B5EF4-FFF2-40B4-BE49-F238E27FC236}">
                <a16:creationId xmlns:a16="http://schemas.microsoft.com/office/drawing/2014/main" id="{DD6B6B41-D7FC-E2E8-D757-A686F19A487E}"/>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87" name="Rectangle: Rounded Corners 39">
            <a:extLst>
              <a:ext uri="{FF2B5EF4-FFF2-40B4-BE49-F238E27FC236}">
                <a16:creationId xmlns:a16="http://schemas.microsoft.com/office/drawing/2014/main" id="{7B9BF56A-A1D3-79E8-54D6-DB2886DE0FAC}"/>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94" name="Rectangle 18">
            <a:extLst>
              <a:ext uri="{FF2B5EF4-FFF2-40B4-BE49-F238E27FC236}">
                <a16:creationId xmlns:a16="http://schemas.microsoft.com/office/drawing/2014/main" id="{E09DD040-847E-527B-1B1C-441D4B2BB053}"/>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95" name="Rectangle: Rounded Corners 19">
            <a:extLst>
              <a:ext uri="{FF2B5EF4-FFF2-40B4-BE49-F238E27FC236}">
                <a16:creationId xmlns:a16="http://schemas.microsoft.com/office/drawing/2014/main" id="{3FC3D032-661B-B452-277E-08EE4502AA87}"/>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96" name="Rectangle 27">
            <a:extLst>
              <a:ext uri="{FF2B5EF4-FFF2-40B4-BE49-F238E27FC236}">
                <a16:creationId xmlns:a16="http://schemas.microsoft.com/office/drawing/2014/main" id="{BF61086C-D337-8664-AAD6-CCC87168F0ED}"/>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97" name="Rectangle: Rounded Corners 29">
            <a:extLst>
              <a:ext uri="{FF2B5EF4-FFF2-40B4-BE49-F238E27FC236}">
                <a16:creationId xmlns:a16="http://schemas.microsoft.com/office/drawing/2014/main" id="{717E3340-DD4F-D97F-0FA0-FC791D62B538}"/>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98" name="Rectangle 30">
            <a:extLst>
              <a:ext uri="{FF2B5EF4-FFF2-40B4-BE49-F238E27FC236}">
                <a16:creationId xmlns:a16="http://schemas.microsoft.com/office/drawing/2014/main" id="{3C44D0B4-5939-85E2-2004-064F663A3517}"/>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99" name="Rectangle: Rounded Corners 31">
            <a:extLst>
              <a:ext uri="{FF2B5EF4-FFF2-40B4-BE49-F238E27FC236}">
                <a16:creationId xmlns:a16="http://schemas.microsoft.com/office/drawing/2014/main" id="{2347332E-0DB4-A9E8-9113-16AD6FCDB1F5}"/>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00" name="Rectangle 32">
            <a:extLst>
              <a:ext uri="{FF2B5EF4-FFF2-40B4-BE49-F238E27FC236}">
                <a16:creationId xmlns:a16="http://schemas.microsoft.com/office/drawing/2014/main" id="{88498143-DB92-4664-42FE-237BFB58D797}"/>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p>
        </p:txBody>
      </p:sp>
      <p:sp>
        <p:nvSpPr>
          <p:cNvPr id="101" name="Rectangle: Rounded Corners 33">
            <a:extLst>
              <a:ext uri="{FF2B5EF4-FFF2-40B4-BE49-F238E27FC236}">
                <a16:creationId xmlns:a16="http://schemas.microsoft.com/office/drawing/2014/main" id="{25256DC4-5A2D-77B8-6A4D-D11EC3EF48D4}"/>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104" name="Rectangle 38">
            <a:extLst>
              <a:ext uri="{FF2B5EF4-FFF2-40B4-BE49-F238E27FC236}">
                <a16:creationId xmlns:a16="http://schemas.microsoft.com/office/drawing/2014/main" id="{0C7F8ED1-737B-0199-29FF-5CD7EEB68BFC}"/>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105" name="Rectangle: Rounded Corners 39">
            <a:extLst>
              <a:ext uri="{FF2B5EF4-FFF2-40B4-BE49-F238E27FC236}">
                <a16:creationId xmlns:a16="http://schemas.microsoft.com/office/drawing/2014/main" id="{3FB63E63-C8BA-4440-8C9B-5ACF8D139032}"/>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
        <p:nvSpPr>
          <p:cNvPr id="5" name="Rectangle 71">
            <a:extLst>
              <a:ext uri="{FF2B5EF4-FFF2-40B4-BE49-F238E27FC236}">
                <a16:creationId xmlns:a16="http://schemas.microsoft.com/office/drawing/2014/main" id="{81B94D1D-8093-5443-96EB-C878F817D018}"/>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[Nombre del subproceso]</a:t>
            </a:r>
            <a:r>
              <a:rPr lang="es-ES" sz="1100">
                <a:solidFill>
                  <a:prstClr val="white"/>
                </a:solidFill>
                <a:latin typeface="Calibri"/>
              </a:rPr>
              <a:t/>
            </a:r>
          </a:p>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prstClr val="white"/>
                </a:solidFill>
                <a:latin typeface="Calibri"/>
              </a:rPr>
              <a:t>[Nombre del subproceso]</a:t>
            </a: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Rounded Corners 151">
            <a:extLst>
              <a:ext uri="{FF2B5EF4-FFF2-40B4-BE49-F238E27FC236}">
                <a16:creationId xmlns:a16="http://schemas.microsoft.com/office/drawing/2014/main" id="{876CE1CE-FDE8-A7CE-862C-5F6F1C9F9F4D}"/>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[Código]</a:t>
            </a:r>
          </a:p>
        </p:txBody>
      </p:sp>
      <p:sp>
        <p:nvSpPr>
          <p:cNvPr id="7" name="Rectangle 38">
            <a:extLst>
              <a:ext uri="{FF2B5EF4-FFF2-40B4-BE49-F238E27FC236}">
                <a16:creationId xmlns:a16="http://schemas.microsoft.com/office/drawing/2014/main" id="{F5E6E170-118D-3E61-9013-51CD608BA93E}"/>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[Nombre del subproceso]</a:t>
            </a:r>
          </a:p>
        </p:txBody>
      </p:sp>
      <p:sp>
        <p:nvSpPr>
          <p:cNvPr id="9" name="Rectangle: Rounded Corners 39">
            <a:extLst>
              <a:ext uri="{FF2B5EF4-FFF2-40B4-BE49-F238E27FC236}">
                <a16:creationId xmlns:a16="http://schemas.microsoft.com/office/drawing/2014/main" id="{49EB777D-07CE-E8FA-252E-62B36F9ACEDB}"/>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[Código]</a:t>
            </a:r>
          </a:p>
        </p:txBody>
      </p:sp>
    </p:spTree>
    <p:extLst>
      <p:ext uri="{BB962C8B-B14F-4D97-AF65-F5344CB8AC3E}">
        <p14:creationId xmlns:p14="http://schemas.microsoft.com/office/powerpoint/2010/main" val="3768572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127FF-60E4-B83A-5F16-E221713BA6F9}"/>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C2A2FEB-0424-4916-A186-2DF2B919CA26}"/>
              </a:ext>
            </a:extLst>
          </p:cNvPr>
          <p:cNvGraphicFramePr>
            <a:graphicFrameLocks noChangeAspect="1"/>
          </p:cNvGraphicFramePr>
          <p:nvPr>
            <p:custDataLst>
              <p:tags r:id="rId1"/>
            </p:custDataLst>
            <p:extLst>
              <p:ext uri="{D42A27DB-BD31-4B8C-83A1-F6EECF244321}">
                <p14:modId xmlns:p14="http://schemas.microsoft.com/office/powerpoint/2010/main" val="4099597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9C2A2FEB-0424-4916-A186-2DF2B919CA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1BD680-830E-2B8F-A7BB-4C7489D90640}"/>
              </a:ext>
            </a:extLst>
          </p:cNvPr>
          <p:cNvSpPr>
            <a:spLocks noGrp="1"/>
          </p:cNvSpPr>
          <p:nvPr>
            <p:ph type="title"/>
          </p:nvPr>
        </p:nvSpPr>
        <p:spPr/>
        <p:txBody>
          <a:bodyPr vert="horz"/>
          <a:lstStyle/>
          <a:p>
            <a:r>
              <a:rPr lang="es-CL">
                <a:solidFill>
                  <a:schemeClr val="tx1"/>
                </a:solidFill>
              </a:rPr>
              <a:t>E. Ficha resumen| Fase E</a:t>
            </a:r>
            <a:r>
              <a:rPr lang="es-CL" sz="2400">
                <a:solidFill>
                  <a:schemeClr val="tx1"/>
                </a:solidFill>
              </a:rPr>
              <a:t/>
            </a:r>
            <a:r>
              <a:rPr lang="es-CL"/>
              <a:t/>
            </a:r>
          </a:p>
        </p:txBody>
      </p:sp>
      <p:sp>
        <p:nvSpPr>
          <p:cNvPr id="13" name="Rectangle: Rounded Corners 12">
            <a:extLst>
              <a:ext uri="{FF2B5EF4-FFF2-40B4-BE49-F238E27FC236}">
                <a16:creationId xmlns:a16="http://schemas.microsoft.com/office/drawing/2014/main" id="{AAEAC65D-373C-FF02-E005-B6F060FF2852}"/>
              </a:ext>
            </a:extLst>
          </p:cNvPr>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14" name="Rectangle: Rounded Corners 13">
            <a:extLst>
              <a:ext uri="{FF2B5EF4-FFF2-40B4-BE49-F238E27FC236}">
                <a16:creationId xmlns:a16="http://schemas.microsoft.com/office/drawing/2014/main" id="{B32F3B2C-4585-8D28-5B84-E52B51B1580C}"/>
              </a:ext>
            </a:extLst>
          </p:cNvPr>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15" name="Rectangle: Rounded Corners 14">
            <a:extLst>
              <a:ext uri="{FF2B5EF4-FFF2-40B4-BE49-F238E27FC236}">
                <a16:creationId xmlns:a16="http://schemas.microsoft.com/office/drawing/2014/main" id="{624173C1-78DC-1621-D8A2-DAE196FEB583}"/>
              </a:ext>
            </a:extLst>
          </p:cNvPr>
          <p:cNvSpPr/>
          <p:nvPr/>
        </p:nvSpPr>
        <p:spPr>
          <a:xfrm>
            <a:off x="629400" y="1366491"/>
            <a:ext cx="1986960" cy="582525"/>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16" name="Rectangle: Rounded Corners 15">
            <a:extLst>
              <a:ext uri="{FF2B5EF4-FFF2-40B4-BE49-F238E27FC236}">
                <a16:creationId xmlns:a16="http://schemas.microsoft.com/office/drawing/2014/main" id="{A0423257-D28C-A128-C5D7-282861908FD4}"/>
              </a:ext>
            </a:extLst>
          </p:cNvPr>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18" name="Rectangle: Rounded Corners 17">
            <a:extLst>
              <a:ext uri="{FF2B5EF4-FFF2-40B4-BE49-F238E27FC236}">
                <a16:creationId xmlns:a16="http://schemas.microsoft.com/office/drawing/2014/main" id="{1D25672A-19FC-4CBD-E475-66FFA9CB63C9}"/>
              </a:ext>
            </a:extLst>
          </p:cNvPr>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19" name="Rectangle: Rounded Corners 18">
            <a:extLst>
              <a:ext uri="{FF2B5EF4-FFF2-40B4-BE49-F238E27FC236}">
                <a16:creationId xmlns:a16="http://schemas.microsoft.com/office/drawing/2014/main" id="{CE095B85-D03F-4E02-9FE9-EFFDEEB1B3AE}"/>
              </a:ext>
            </a:extLst>
          </p:cNvPr>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20" name="Rectangle 19">
            <a:extLst>
              <a:ext uri="{FF2B5EF4-FFF2-40B4-BE49-F238E27FC236}">
                <a16:creationId xmlns:a16="http://schemas.microsoft.com/office/drawing/2014/main" id="{C154155B-EAF6-18E4-6A8A-AAF34A753E55}"/>
              </a:ext>
            </a:extLst>
          </p:cNvPr>
          <p:cNvSpPr/>
          <p:nvPr/>
        </p:nvSpPr>
        <p:spPr>
          <a:xfrm>
            <a:off x="2623573" y="1368154"/>
            <a:ext cx="8939776" cy="580862"/>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lang="es-CL" sz="1200">
                <a:solidFill>
                  <a:srgbClr val="696158"/>
                </a:solidFill>
                <a:ea typeface="+mn-lt"/>
                <a:cs typeface="Calibri"/>
              </a:rPr>
              <a:t>[Por completar]</a:t>
            </a:r>
            <a:endParaRPr lang="es-CL" sz="1100" b="1">
              <a:solidFill>
                <a:srgbClr val="696158"/>
              </a:solidFill>
              <a:ea typeface="+mn-lt"/>
              <a:cs typeface="Calibri"/>
            </a:endParaRPr>
          </a:p>
        </p:txBody>
      </p:sp>
      <p:sp>
        <p:nvSpPr>
          <p:cNvPr id="21" name="Rectangle 20">
            <a:extLst>
              <a:ext uri="{FF2B5EF4-FFF2-40B4-BE49-F238E27FC236}">
                <a16:creationId xmlns:a16="http://schemas.microsoft.com/office/drawing/2014/main" id="{7EC9940C-3005-B4A9-F7F6-273EA4B5D65D}"/>
              </a:ext>
            </a:extLst>
          </p:cNvPr>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[Por completar]</a:t>
            </a:r>
          </a:p>
        </p:txBody>
      </p:sp>
      <p:sp>
        <p:nvSpPr>
          <p:cNvPr id="22" name="Rectangle 21">
            <a:extLst>
              <a:ext uri="{FF2B5EF4-FFF2-40B4-BE49-F238E27FC236}">
                <a16:creationId xmlns:a16="http://schemas.microsoft.com/office/drawing/2014/main" id="{CAC5E766-9E76-A7D6-AD62-5AAC4067EA79}"/>
              </a:ext>
            </a:extLst>
          </p:cNvPr>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pPr>
            <a:r>
              <a:rPr lang="es-CL" sz="1200">
                <a:solidFill>
                  <a:srgbClr val="696158"/>
                </a:solidFill>
                <a:ea typeface="Calibri"/>
                <a:cs typeface="Calibri"/>
              </a:rPr>
              <a:t>[Por completar]</a:t>
            </a:r>
            <a:r>
              <a:rPr lang="es-CL" sz="1200" err="1">
                <a:solidFill>
                  <a:srgbClr val="696158"/>
                </a:solidFill>
                <a:ea typeface="Calibri"/>
                <a:cs typeface="Calibri"/>
              </a:rPr>
              <a:t/>
            </a:r>
            <a:endParaRPr lang="es-CL"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pPr>
            <a:r>
              <a:rPr lang="es-CL" sz="12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pPr>
            <a:endParaRPr lang="en-US" sz="1400">
              <a:solidFill>
                <a:srgbClr val="696158"/>
              </a:solidFill>
              <a:ea typeface="Calibri"/>
              <a:cs typeface="Calibri"/>
            </a:endParaRPr>
          </a:p>
          <a:p>
            <a:pPr marL="126365" lvl="1">
              <a:spcAft>
                <a:spcPts val="200"/>
              </a:spcAft>
              <a:buClr>
                <a:srgbClr val="EA7600"/>
              </a:buClr>
            </a:pPr>
            <a:endParaRPr lang="en-US" sz="1400">
              <a:solidFill>
                <a:srgbClr val="696158"/>
              </a:solidFill>
              <a:ea typeface="Calibri"/>
              <a:cs typeface="Calibri"/>
            </a:endParaRPr>
          </a:p>
        </p:txBody>
      </p:sp>
      <p:sp>
        <p:nvSpPr>
          <p:cNvPr id="23" name="Rectangle 22">
            <a:extLst>
              <a:ext uri="{FF2B5EF4-FFF2-40B4-BE49-F238E27FC236}">
                <a16:creationId xmlns:a16="http://schemas.microsoft.com/office/drawing/2014/main" id="{6935DFE4-659A-F03A-C4EB-00E337E8E957}"/>
              </a:ext>
            </a:extLst>
          </p:cNvPr>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ES" sz="12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pPr>
            <a:r>
              <a:rPr lang="es-ES" sz="12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pPr>
            <a:r>
              <a:rPr lang="es-ES" sz="1200">
                <a:solidFill>
                  <a:srgbClr val="696158"/>
                </a:solidFill>
                <a:ea typeface="Calibri"/>
                <a:cs typeface="Calibri"/>
              </a:rPr>
              <a:t>[Por completar]</a:t>
            </a:r>
          </a:p>
          <a:p>
            <a:pPr marL="377825" lvl="1" indent="-251460">
              <a:spcAft>
                <a:spcPts val="200"/>
              </a:spcAft>
              <a:buClr>
                <a:srgbClr val="EA7600"/>
              </a:buClr>
              <a:buFont typeface="Trebuchet MS" panose="020B0603020202020204" pitchFamily="34" charset="0"/>
              <a:buChar char="•"/>
            </a:pPr>
            <a:endParaRPr lang="es-ES" sz="1200">
              <a:solidFill>
                <a:srgbClr val="696158"/>
              </a:solidFill>
              <a:ea typeface="Calibri"/>
              <a:cs typeface="Calibri"/>
            </a:endParaRPr>
          </a:p>
          <a:p>
            <a:pPr marL="126365" lvl="1">
              <a:spcAft>
                <a:spcPts val="200"/>
              </a:spcAft>
              <a:buClr>
                <a:srgbClr val="EA7600"/>
              </a:buClr>
            </a:pPr>
            <a:endParaRPr lang="en-US"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200">
              <a:solidFill>
                <a:srgbClr val="696158"/>
              </a:solidFill>
              <a:highlight>
                <a:srgbClr val="FFFF00"/>
              </a:highlight>
              <a:ea typeface="Calibri"/>
              <a:cs typeface="Calibri"/>
            </a:endParaRPr>
          </a:p>
        </p:txBody>
      </p:sp>
      <p:sp>
        <p:nvSpPr>
          <p:cNvPr id="24" name="Rectangle 23">
            <a:extLst>
              <a:ext uri="{FF2B5EF4-FFF2-40B4-BE49-F238E27FC236}">
                <a16:creationId xmlns:a16="http://schemas.microsoft.com/office/drawing/2014/main" id="{087D3F8F-D111-3DE4-3B05-3979D876FAA1}"/>
              </a:ext>
            </a:extLst>
          </p:cNvPr>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200">
                <a:solidFill>
                  <a:srgbClr val="696158"/>
                </a:solidFill>
                <a:latin typeface="Calibri"/>
                <a:ea typeface="Arial"/>
                <a:cs typeface="Arial"/>
              </a:rPr>
              <a:t>[Por completar]</a:t>
            </a:r>
          </a:p>
          <a:p>
            <a:pPr marL="377825" lvl="1" indent="-251460">
              <a:buFont typeface="Trebuchet MS,Sans-Serif"/>
              <a:buChar char="•"/>
            </a:pPr>
            <a:r>
              <a:rPr lang="es-CL" sz="1200" err="1">
                <a:solidFill>
                  <a:schemeClr val="tx1"/>
                </a:solidFill>
                <a:ea typeface="Calibri"/>
                <a:cs typeface="Arial"/>
              </a:rPr>
              <a:t>[Por completar]</a:t>
            </a:r>
            <a:r>
              <a:rPr lang="es-CL" sz="1200">
                <a:solidFill>
                  <a:schemeClr val="tx1"/>
                </a:solidFill>
                <a:ea typeface="Calibri"/>
                <a:cs typeface="Arial"/>
              </a:rPr>
              <a:t/>
            </a:r>
            <a:r>
              <a:rPr lang="es-CL" sz="1200" err="1">
                <a:solidFill>
                  <a:schemeClr val="tx1"/>
                </a:solidFill>
                <a:ea typeface="Calibri"/>
                <a:cs typeface="Arial"/>
              </a:rPr>
              <a:t/>
            </a:r>
            <a:r>
              <a:rPr lang="es-CL" sz="1200">
                <a:solidFill>
                  <a:schemeClr val="tx1"/>
                </a:solidFill>
                <a:ea typeface="Calibri"/>
                <a:cs typeface="Arial"/>
              </a:rPr>
              <a:t/>
            </a:r>
          </a:p>
          <a:p>
            <a:pPr marL="377825" lvl="1" indent="-251460">
              <a:buFont typeface="Trebuchet MS,Sans-Serif"/>
              <a:buChar char="•"/>
            </a:pPr>
            <a:r>
              <a:rPr lang="es-CL" sz="1200">
                <a:solidFill>
                  <a:schemeClr val="tx1"/>
                </a:solidFill>
                <a:ea typeface="Calibri"/>
                <a:cs typeface="Arial"/>
              </a:rPr>
              <a:t>[Por completar]</a:t>
            </a:r>
            <a:r>
              <a:rPr lang="es-CL" sz="1200" err="1">
                <a:solidFill>
                  <a:schemeClr val="tx1"/>
                </a:solidFill>
                <a:ea typeface="Calibri"/>
                <a:cs typeface="Arial"/>
              </a:rPr>
              <a:t/>
            </a:r>
            <a:endParaRPr lang="es-CL" sz="1200">
              <a:solidFill>
                <a:schemeClr val="tx1"/>
              </a:solidFill>
              <a:ea typeface="Calibri"/>
              <a:cs typeface="Arial"/>
            </a:endParaRPr>
          </a:p>
          <a:p>
            <a:pPr marL="377825" lvl="1" indent="-251460">
              <a:buFont typeface="Trebuchet MS,Sans-Serif"/>
              <a:buChar char="•"/>
            </a:pPr>
            <a:r>
              <a:rPr lang="es-CL" sz="1200" err="1">
                <a:solidFill>
                  <a:schemeClr val="tx1"/>
                </a:solidFill>
                <a:ea typeface="Calibri"/>
                <a:cs typeface="Arial"/>
              </a:rPr>
              <a:t>[Por completar]</a:t>
            </a:r>
            <a:r>
              <a:rPr lang="es-CL" sz="1200">
                <a:solidFill>
                  <a:schemeClr val="tx1"/>
                </a:solidFill>
                <a:ea typeface="Calibri"/>
                <a:cs typeface="Arial"/>
              </a:rPr>
              <a:t/>
            </a:r>
          </a:p>
          <a:p>
            <a:pPr marL="377825" lvl="1" indent="-251460">
              <a:buFont typeface="Trebuchet MS,Sans-Serif"/>
              <a:buChar char="•"/>
            </a:pPr>
            <a:r>
              <a:rPr lang="es-CL" sz="1200">
                <a:solidFill>
                  <a:schemeClr val="tx1"/>
                </a:solidFill>
                <a:ea typeface="Calibri"/>
                <a:cs typeface="Arial"/>
              </a:rPr>
              <a:t>[Por completar]</a:t>
            </a:r>
          </a:p>
          <a:p>
            <a:pPr marL="126365" lvl="1"/>
            <a:endParaRPr lang="en-US" sz="1400">
              <a:solidFill>
                <a:schemeClr val="tx1"/>
              </a:solidFill>
              <a:ea typeface="Calibri"/>
              <a:cs typeface="Arial"/>
            </a:endParaRPr>
          </a:p>
          <a:p>
            <a:pPr marL="377825" lvl="1" indent="-251460">
              <a:buFont typeface="Trebuchet MS,Sans-Serif"/>
              <a:buChar char="•"/>
            </a:pPr>
            <a:endParaRPr lang="en-US" sz="1400">
              <a:solidFill>
                <a:schemeClr val="tx1"/>
              </a:solidFill>
              <a:ea typeface="Calibri"/>
              <a:cs typeface="Arial"/>
            </a:endParaRPr>
          </a:p>
        </p:txBody>
      </p:sp>
      <p:sp>
        <p:nvSpPr>
          <p:cNvPr id="25" name="Rectangle 24">
            <a:extLst>
              <a:ext uri="{FF2B5EF4-FFF2-40B4-BE49-F238E27FC236}">
                <a16:creationId xmlns:a16="http://schemas.microsoft.com/office/drawing/2014/main" id="{C68AC791-090F-07E7-A063-9BB12CBAB14B}"/>
              </a:ext>
            </a:extLst>
          </p:cNvPr>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200">
                <a:solidFill>
                  <a:schemeClr val="tx1"/>
                </a:solidFill>
                <a:ea typeface="Calibri"/>
                <a:cs typeface="Calibri"/>
              </a:rPr>
              <a:t>[Por completar]</a:t>
            </a:r>
          </a:p>
          <a:p>
            <a:pPr marL="377825" lvl="1" indent="-251460">
              <a:buClr>
                <a:srgbClr val="EA7600"/>
              </a:buClr>
              <a:buFont typeface="Trebuchet MS" panose="020B0603020202020204" pitchFamily="34" charset="0"/>
              <a:buChar char="•"/>
            </a:pPr>
            <a:r>
              <a:rPr lang="es-CL" sz="1200">
                <a:solidFill>
                  <a:schemeClr val="tx1"/>
                </a:solidFill>
                <a:ea typeface="Calibri"/>
                <a:cs typeface="Calibri"/>
              </a:rPr>
              <a:t>[Por completar]</a:t>
            </a:r>
            <a:endParaRPr lang="es-CL" sz="1200" strike="sngStrike">
              <a:solidFill>
                <a:schemeClr val="tx1"/>
              </a:solidFill>
              <a:highlight>
                <a:srgbClr val="FFFF00"/>
              </a:highlight>
              <a:ea typeface="Calibri"/>
              <a:cs typeface="Calibri"/>
            </a:endParaRPr>
          </a:p>
          <a:p>
            <a:pPr marL="377825" lvl="1" indent="-251460">
              <a:buClr>
                <a:srgbClr val="EA7600"/>
              </a:buClr>
              <a:buFont typeface="Trebuchet MS" panose="020B0603020202020204" pitchFamily="34" charset="0"/>
              <a:buChar char="•"/>
            </a:pPr>
            <a:r>
              <a:rPr lang="es-CL" sz="1200">
                <a:solidFill>
                  <a:schemeClr val="tx1"/>
                </a:solidFill>
                <a:ea typeface="Calibri"/>
                <a:cs typeface="Calibri"/>
              </a:rPr>
              <a:t>[Por completar]</a:t>
            </a:r>
          </a:p>
        </p:txBody>
      </p:sp>
      <p:sp>
        <p:nvSpPr>
          <p:cNvPr id="3" name="Rectangle: Rounded Corners 3">
            <a:extLst>
              <a:ext uri="{FF2B5EF4-FFF2-40B4-BE49-F238E27FC236}">
                <a16:creationId xmlns:a16="http://schemas.microsoft.com/office/drawing/2014/main" id="{9C116C9B-C108-1EE2-9161-C4883C100CD5}"/>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4" name="Rectangle: Rounded Corners 36">
            <a:extLst>
              <a:ext uri="{FF2B5EF4-FFF2-40B4-BE49-F238E27FC236}">
                <a16:creationId xmlns:a16="http://schemas.microsoft.com/office/drawing/2014/main" id="{740BD9CB-05B8-D47D-A15D-449621EE5520}"/>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E</a:t>
            </a:r>
          </a:p>
        </p:txBody>
      </p:sp>
    </p:spTree>
    <p:extLst>
      <p:ext uri="{BB962C8B-B14F-4D97-AF65-F5344CB8AC3E}">
        <p14:creationId xmlns:p14="http://schemas.microsoft.com/office/powerpoint/2010/main" val="633818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FB044-7A29-ABCB-DCC5-F062C87BA45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F93C30A-BC4B-0CFA-26EF-A3924F40C5E1}"/>
              </a:ext>
            </a:extLst>
          </p:cNvPr>
          <p:cNvGraphicFramePr>
            <a:graphicFrameLocks noChangeAspect="1"/>
          </p:cNvGraphicFramePr>
          <p:nvPr>
            <p:custDataLst>
              <p:tags r:id="rId1"/>
            </p:custDataLst>
            <p:extLst>
              <p:ext uri="{D42A27DB-BD31-4B8C-83A1-F6EECF244321}">
                <p14:modId xmlns:p14="http://schemas.microsoft.com/office/powerpoint/2010/main" val="3735279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0" imgW="404" imgH="405" progId="TCLayout.ActiveDocument.1">
                  <p:embed/>
                </p:oleObj>
              </mc:Choice>
              <mc:Fallback>
                <p:oleObj name="Diapositiva de think-cell" r:id="rId10" imgW="404" imgH="405" progId="TCLayout.ActiveDocument.1">
                  <p:embed/>
                  <p:pic>
                    <p:nvPicPr>
                      <p:cNvPr id="8" name="think-cell data - do not delete" hidden="1">
                        <a:extLst>
                          <a:ext uri="{FF2B5EF4-FFF2-40B4-BE49-F238E27FC236}">
                            <a16:creationId xmlns:a16="http://schemas.microsoft.com/office/drawing/2014/main" id="{DF93C30A-BC4B-0CFA-26EF-A3924F40C5E1}"/>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5B82EAC3-275A-690E-655B-F181C4489F80}"/>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B347582B-05E9-B30E-B25B-F50E0C4B7506}"/>
              </a:ext>
            </a:extLst>
          </p:cNvPr>
          <p:cNvSpPr>
            <a:spLocks noChangeArrowheads="1"/>
          </p:cNvSpPr>
          <p:nvPr>
            <p:custDataLst>
              <p:tags r:id="rId3"/>
            </p:custDataLst>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9A8A671B-4D41-5A24-128B-29B97892997F}"/>
              </a:ext>
            </a:extLst>
          </p:cNvPr>
          <p:cNvSpPr>
            <a:spLocks noGrp="1"/>
          </p:cNvSpPr>
          <p:nvPr>
            <p:ph type="title"/>
          </p:nvPr>
        </p:nvSpPr>
        <p:spPr/>
        <p:txBody>
          <a:bodyPr vert="horz"/>
          <a:lstStyle/>
          <a:p>
            <a:r>
              <a:rPr lang="es-CL">
                <a:solidFill>
                  <a:schemeClr val="tx1"/>
                </a:solidFill>
              </a:rPr>
              <a:t>E. SIPOC| Fase E</a:t>
            </a:r>
            <a:r>
              <a:rPr lang="es-CL" sz="2400">
                <a:solidFill>
                  <a:schemeClr val="tx1"/>
                </a:solidFill>
              </a:rPr>
              <a:t/>
            </a:r>
            <a:r>
              <a:rPr lang="es-CL" sz="2400"/>
              <a:t/>
            </a:r>
            <a:endParaRPr lang="es-CL"/>
          </a:p>
        </p:txBody>
      </p:sp>
      <p:graphicFrame>
        <p:nvGraphicFramePr>
          <p:cNvPr id="27" name="Table 26">
            <a:extLst>
              <a:ext uri="{FF2B5EF4-FFF2-40B4-BE49-F238E27FC236}">
                <a16:creationId xmlns:a16="http://schemas.microsoft.com/office/drawing/2014/main" id="{2C905C65-F0A9-9D4B-6025-42B96C864C3E}"/>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32" name="ee4pHeader1">
            <a:extLst>
              <a:ext uri="{FF2B5EF4-FFF2-40B4-BE49-F238E27FC236}">
                <a16:creationId xmlns:a16="http://schemas.microsoft.com/office/drawing/2014/main" id="{FFE3750A-A512-FE7C-795A-03B267B7F130}"/>
              </a:ext>
            </a:extLst>
          </p:cNvPr>
          <p:cNvSpPr>
            <a:spLocks noChangeArrowheads="1"/>
          </p:cNvSpPr>
          <p:nvPr>
            <p:custDataLst>
              <p:tags r:id="rId4"/>
            </p:custDataLst>
          </p:nvPr>
        </p:nvSpPr>
        <p:spPr bwMode="gray">
          <a:xfrm>
            <a:off x="5022045" y="2073148"/>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srgbClr val="696158"/>
                </a:solidFill>
                <a:latin typeface="Calibri"/>
              </a:rPr>
              <a:t>[Por completar]</a:t>
            </a:r>
          </a:p>
        </p:txBody>
      </p:sp>
      <p:sp>
        <p:nvSpPr>
          <p:cNvPr id="34" name="Oval 20">
            <a:extLst>
              <a:ext uri="{FF2B5EF4-FFF2-40B4-BE49-F238E27FC236}">
                <a16:creationId xmlns:a16="http://schemas.microsoft.com/office/drawing/2014/main" id="{A0EBE403-31F6-165A-B7B9-4272FC4C5D1E}"/>
              </a:ext>
            </a:extLst>
          </p:cNvPr>
          <p:cNvSpPr>
            <a:spLocks noChangeAspect="1" noChangeArrowheads="1"/>
          </p:cNvSpPr>
          <p:nvPr/>
        </p:nvSpPr>
        <p:spPr bwMode="auto">
          <a:xfrm>
            <a:off x="4745968"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69" name="Rectangle 68">
            <a:extLst>
              <a:ext uri="{FF2B5EF4-FFF2-40B4-BE49-F238E27FC236}">
                <a16:creationId xmlns:a16="http://schemas.microsoft.com/office/drawing/2014/main" id="{7BA27606-32EE-7181-D8C3-6021A8AA7E11}"/>
              </a:ext>
            </a:extLst>
          </p:cNvPr>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cxnSp>
        <p:nvCxnSpPr>
          <p:cNvPr id="11" name="Straight Connector 10">
            <a:extLst>
              <a:ext uri="{FF2B5EF4-FFF2-40B4-BE49-F238E27FC236}">
                <a16:creationId xmlns:a16="http://schemas.microsoft.com/office/drawing/2014/main" id="{0501CD2A-158A-C8DA-E326-66D7E7B0AD74}"/>
              </a:ext>
            </a:extLst>
          </p:cNvPr>
          <p:cNvCxnSpPr>
            <a:cxnSpLocks/>
          </p:cNvCxnSpPr>
          <p:nvPr/>
        </p:nvCxnSpPr>
        <p:spPr>
          <a:xfrm>
            <a:off x="4328604" y="2041458"/>
            <a:ext cx="0" cy="1844304"/>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C22C337-D8FD-F4FB-4284-1D92C0D0EDE2}"/>
              </a:ext>
            </a:extLst>
          </p:cNvPr>
          <p:cNvCxnSpPr>
            <a:cxnSpLocks/>
          </p:cNvCxnSpPr>
          <p:nvPr/>
        </p:nvCxnSpPr>
        <p:spPr>
          <a:xfrm>
            <a:off x="4328604" y="2274579"/>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ee4pHeader2">
            <a:extLst>
              <a:ext uri="{FF2B5EF4-FFF2-40B4-BE49-F238E27FC236}">
                <a16:creationId xmlns:a16="http://schemas.microsoft.com/office/drawing/2014/main" id="{F8D7E948-86AC-4517-A0A4-C02914D68985}"/>
              </a:ext>
            </a:extLst>
          </p:cNvPr>
          <p:cNvSpPr>
            <a:spLocks noChangeArrowheads="1"/>
          </p:cNvSpPr>
          <p:nvPr>
            <p:custDataLst>
              <p:tags r:id="rId5"/>
            </p:custDataLst>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5" name="ee4pContent5">
            <a:extLst>
              <a:ext uri="{FF2B5EF4-FFF2-40B4-BE49-F238E27FC236}">
                <a16:creationId xmlns:a16="http://schemas.microsoft.com/office/drawing/2014/main" id="{4468F36E-6F9A-B001-2F65-2F23CEEFC196}"/>
              </a:ext>
            </a:extLst>
          </p:cNvPr>
          <p:cNvSpPr txBox="1"/>
          <p:nvPr/>
        </p:nvSpPr>
        <p:spPr>
          <a:xfrm>
            <a:off x="9516560" y="659759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ee4pHeader2">
            <a:extLst>
              <a:ext uri="{FF2B5EF4-FFF2-40B4-BE49-F238E27FC236}">
                <a16:creationId xmlns:a16="http://schemas.microsoft.com/office/drawing/2014/main" id="{E28F35B0-CF4E-5A52-CAD7-2681AEB38B90}"/>
              </a:ext>
            </a:extLst>
          </p:cNvPr>
          <p:cNvSpPr>
            <a:spLocks noChangeArrowheads="1"/>
          </p:cNvSpPr>
          <p:nvPr>
            <p:custDataLst>
              <p:tags r:id="rId6"/>
            </p:custDataLst>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7" name="ee4pContent5">
            <a:extLst>
              <a:ext uri="{FF2B5EF4-FFF2-40B4-BE49-F238E27FC236}">
                <a16:creationId xmlns:a16="http://schemas.microsoft.com/office/drawing/2014/main" id="{BCF49D8D-B3A0-26F8-E12F-7AA79B9A0AFC}"/>
              </a:ext>
            </a:extLst>
          </p:cNvPr>
          <p:cNvSpPr txBox="1"/>
          <p:nvPr/>
        </p:nvSpPr>
        <p:spPr>
          <a:xfrm>
            <a:off x="10640224" y="659759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8" name="Table 17">
            <a:extLst>
              <a:ext uri="{FF2B5EF4-FFF2-40B4-BE49-F238E27FC236}">
                <a16:creationId xmlns:a16="http://schemas.microsoft.com/office/drawing/2014/main" id="{01A399FC-60AD-1004-98D0-767825AFF23B}"/>
              </a:ext>
            </a:extLst>
          </p:cNvPr>
          <p:cNvGraphicFramePr>
            <a:graphicFrameLocks noGrp="1"/>
          </p:cNvGraphicFramePr>
          <p:nvPr>
            <p:extLst>
              <p:ext uri="{D42A27DB-BD31-4B8C-83A1-F6EECF244321}">
                <p14:modId xmlns:p14="http://schemas.microsoft.com/office/powerpoint/2010/main" val="3738663720"/>
              </p:ext>
            </p:extLst>
          </p:nvPr>
        </p:nvGraphicFramePr>
        <p:xfrm>
          <a:off x="7818483" y="1500078"/>
          <a:ext cx="3754388" cy="2672865"/>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4">
                  <a:extLst>
                    <a:ext uri="{9D8B030D-6E8A-4147-A177-3AD203B41FA5}">
                      <a16:colId xmlns:a16="http://schemas.microsoft.com/office/drawing/2014/main" val="382253565"/>
                    </a:ext>
                  </a:extLst>
                </a:gridCol>
                <a:gridCol w="1251775">
                  <a:extLst>
                    <a:ext uri="{9D8B030D-6E8A-4147-A177-3AD203B41FA5}">
                      <a16:colId xmlns:a16="http://schemas.microsoft.com/office/drawing/2014/main"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676582">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a:t>[Por completar]</a:t>
                      </a:r>
                      <a:endParaRPr lang="en-U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2050432"/>
                  </a:ext>
                </a:extLst>
              </a:tr>
              <a:tr h="742114">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a:t>[Por completar]</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32777692"/>
                  </a:ext>
                </a:extLst>
              </a:tr>
              <a:tr h="668805">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a:t>[Por completar]</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a:lnSpc>
                          <a:spcPct val="100000"/>
                        </a:lnSpc>
                        <a:spcBef>
                          <a:spcPts val="0"/>
                        </a:spcBef>
                        <a:spcAft>
                          <a:spcPts val="0"/>
                        </a:spcAft>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8871744"/>
                  </a:ext>
                </a:extLst>
              </a:tr>
            </a:tbl>
          </a:graphicData>
        </a:graphic>
      </p:graphicFrame>
      <p:cxnSp>
        <p:nvCxnSpPr>
          <p:cNvPr id="19" name="Straight Connector 18">
            <a:extLst>
              <a:ext uri="{FF2B5EF4-FFF2-40B4-BE49-F238E27FC236}">
                <a16:creationId xmlns:a16="http://schemas.microsoft.com/office/drawing/2014/main" id="{2FC0711C-3B98-BF47-AC88-C49BB577D760}"/>
              </a:ext>
            </a:extLst>
          </p:cNvPr>
          <p:cNvCxnSpPr>
            <a:cxnSpLocks/>
          </p:cNvCxnSpPr>
          <p:nvPr/>
        </p:nvCxnSpPr>
        <p:spPr>
          <a:xfrm>
            <a:off x="7813629" y="2081213"/>
            <a:ext cx="4854" cy="2111458"/>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135CE69-3DC6-6B71-490E-6A19DD757775}"/>
              </a:ext>
            </a:extLst>
          </p:cNvPr>
          <p:cNvCxnSpPr>
            <a:cxnSpLocks/>
          </p:cNvCxnSpPr>
          <p:nvPr/>
        </p:nvCxnSpPr>
        <p:spPr>
          <a:xfrm>
            <a:off x="7335974" y="2450059"/>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15F93A7F-EDA1-B6A2-73C2-92F8FE4D5333}"/>
              </a:ext>
            </a:extLst>
          </p:cNvPr>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010D15AE-C526-0BE5-AF2D-CB206DB6F56E}"/>
              </a:ext>
            </a:extLst>
          </p:cNvPr>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lang="es-CL" sz="1200">
                <a:solidFill>
                  <a:srgbClr val="696158"/>
                </a:solidFill>
                <a:latin typeface="Calibri"/>
                <a:ea typeface="+mn-lt"/>
                <a:cs typeface="Calibri"/>
              </a:rPr>
              <a:t>[Por completar]</a:t>
            </a:r>
            <a:endParaRPr lang="es-CL" sz="1100" b="1" i="0" u="none" strike="noStrike" kern="1200" cap="none" spc="0" normalizeH="0" baseline="0" noProof="0">
              <a:ln>
                <a:noFill/>
              </a:ln>
              <a:solidFill>
                <a:srgbClr val="696158"/>
              </a:solidFill>
              <a:effectLst/>
              <a:uLnTx/>
              <a:uFillTx/>
              <a:latin typeface="Calibri"/>
              <a:ea typeface="+mn-lt"/>
              <a:cs typeface="Calibri"/>
            </a:endParaRPr>
          </a:p>
        </p:txBody>
      </p:sp>
      <p:graphicFrame>
        <p:nvGraphicFramePr>
          <p:cNvPr id="30" name="Table 29">
            <a:extLst>
              <a:ext uri="{FF2B5EF4-FFF2-40B4-BE49-F238E27FC236}">
                <a16:creationId xmlns:a16="http://schemas.microsoft.com/office/drawing/2014/main" id="{C30DC179-065A-4F1A-EAAC-2247146AE552}"/>
              </a:ext>
            </a:extLst>
          </p:cNvPr>
          <p:cNvGraphicFramePr>
            <a:graphicFrameLocks noGrp="1"/>
          </p:cNvGraphicFramePr>
          <p:nvPr/>
        </p:nvGraphicFramePr>
        <p:xfrm>
          <a:off x="771524" y="6169449"/>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[Por completar]</a:t>
                      </a:r>
                      <a:br>
                        <a:rPr lang="es-CL" sz="1100">
                          <a:solidFill>
                            <a:srgbClr val="696158"/>
                          </a:solidFill>
                        </a:rPr>
                      </a:br>
                      <a:r>
                        <a:rPr lang="es-CL" sz="1100">
                          <a:solidFill>
                            <a:schemeClr val="tx1"/>
                          </a:solidFill>
                        </a:rPr>
                        <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sp>
        <p:nvSpPr>
          <p:cNvPr id="13" name="Rectangle: Rounded Corners 3">
            <a:extLst>
              <a:ext uri="{FF2B5EF4-FFF2-40B4-BE49-F238E27FC236}">
                <a16:creationId xmlns:a16="http://schemas.microsoft.com/office/drawing/2014/main" id="{4F97C23D-760C-AB87-EF4F-4E439D902CA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20" name="ee4pHeader1">
            <a:extLst>
              <a:ext uri="{FF2B5EF4-FFF2-40B4-BE49-F238E27FC236}">
                <a16:creationId xmlns:a16="http://schemas.microsoft.com/office/drawing/2014/main" id="{B035A79F-382B-129A-8051-3B6E8CFE6A7C}"/>
              </a:ext>
            </a:extLst>
          </p:cNvPr>
          <p:cNvSpPr>
            <a:spLocks noChangeArrowheads="1"/>
          </p:cNvSpPr>
          <p:nvPr>
            <p:custDataLst>
              <p:tags r:id="rId7"/>
            </p:custDataLst>
          </p:nvPr>
        </p:nvSpPr>
        <p:spPr bwMode="gray">
          <a:xfrm>
            <a:off x="5022045" y="2517564"/>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23" name="Oval 20">
            <a:extLst>
              <a:ext uri="{FF2B5EF4-FFF2-40B4-BE49-F238E27FC236}">
                <a16:creationId xmlns:a16="http://schemas.microsoft.com/office/drawing/2014/main" id="{76EDC180-F7E7-840E-8EC4-E248B731E39B}"/>
              </a:ext>
            </a:extLst>
          </p:cNvPr>
          <p:cNvSpPr>
            <a:spLocks noChangeAspect="1" noChangeArrowheads="1"/>
          </p:cNvSpPr>
          <p:nvPr/>
        </p:nvSpPr>
        <p:spPr bwMode="auto">
          <a:xfrm>
            <a:off x="4745968" y="240797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[Código]</a:t>
            </a:r>
          </a:p>
        </p:txBody>
      </p:sp>
      <p:sp>
        <p:nvSpPr>
          <p:cNvPr id="3" name="Rectangle: Rounded Corners 36">
            <a:extLst>
              <a:ext uri="{FF2B5EF4-FFF2-40B4-BE49-F238E27FC236}">
                <a16:creationId xmlns:a16="http://schemas.microsoft.com/office/drawing/2014/main" id="{C82BE7E7-4911-F746-B141-450871126B18}"/>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E</a:t>
            </a:r>
          </a:p>
        </p:txBody>
      </p:sp>
      <p:graphicFrame>
        <p:nvGraphicFramePr>
          <p:cNvPr id="38" name="Table 17">
            <a:extLst>
              <a:ext uri="{FF2B5EF4-FFF2-40B4-BE49-F238E27FC236}">
                <a16:creationId xmlns:a16="http://schemas.microsoft.com/office/drawing/2014/main" id="{3AB96051-35FB-9A7D-D904-4123D28BBF1A}"/>
              </a:ext>
            </a:extLst>
          </p:cNvPr>
          <p:cNvGraphicFramePr>
            <a:graphicFrameLocks noGrp="1"/>
          </p:cNvGraphicFramePr>
          <p:nvPr>
            <p:extLst>
              <p:ext uri="{D42A27DB-BD31-4B8C-83A1-F6EECF244321}">
                <p14:modId xmlns:p14="http://schemas.microsoft.com/office/powerpoint/2010/main" val="3787377315"/>
              </p:ext>
            </p:extLst>
          </p:nvPr>
        </p:nvGraphicFramePr>
        <p:xfrm>
          <a:off x="531526" y="1467179"/>
          <a:ext cx="3737953" cy="3503159"/>
        </p:xfrm>
        <a:graphic>
          <a:graphicData uri="http://schemas.openxmlformats.org/drawingml/2006/table">
            <a:tbl>
              <a:tblPr>
                <a:tableStyleId>{2D5ABB26-0587-4C30-8999-92F81FD0307C}</a:tableStyleId>
              </a:tblPr>
              <a:tblGrid>
                <a:gridCol w="1133645">
                  <a:extLst>
                    <a:ext uri="{9D8B030D-6E8A-4147-A177-3AD203B41FA5}">
                      <a16:colId xmlns:a16="http://schemas.microsoft.com/office/drawing/2014/main" val="216396786"/>
                    </a:ext>
                  </a:extLst>
                </a:gridCol>
                <a:gridCol w="968449">
                  <a:extLst>
                    <a:ext uri="{9D8B030D-6E8A-4147-A177-3AD203B41FA5}">
                      <a16:colId xmlns:a16="http://schemas.microsoft.com/office/drawing/2014/main" val="3757534130"/>
                    </a:ext>
                  </a:extLst>
                </a:gridCol>
                <a:gridCol w="188840">
                  <a:extLst>
                    <a:ext uri="{9D8B030D-6E8A-4147-A177-3AD203B41FA5}">
                      <a16:colId xmlns:a16="http://schemas.microsoft.com/office/drawing/2014/main" val="3009966832"/>
                    </a:ext>
                  </a:extLst>
                </a:gridCol>
                <a:gridCol w="1447019">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a:solidFill>
                        <a:schemeClr val="bg1">
                          <a:lumMod val="75000"/>
                        </a:schemeClr>
                      </a:solidFill>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a:solidFill>
                        <a:schemeClr val="bg1">
                          <a:lumMod val="75000"/>
                        </a:schemeClr>
                      </a:solidFill>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a:lnSpc>
                          <a:spcPct val="100000"/>
                        </a:lnSpc>
                        <a:spcBef>
                          <a:spcPts val="0"/>
                        </a:spcBef>
                        <a:spcAft>
                          <a:spcPts val="0"/>
                        </a:spcAft>
                        <a:buFont typeface="Trebuchet MS"/>
                        <a:buChar char="​"/>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a:solidFill>
                        <a:schemeClr val="bg1">
                          <a:lumMod val="75000"/>
                        </a:schemeClr>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a:solidFill>
                        <a:schemeClr val="bg1">
                          <a:lumMod val="75000"/>
                        </a:schemeClr>
                      </a:solidFill>
                    </a:lnT>
                    <a:lnB w="6350">
                      <a:solidFill>
                        <a:srgbClr val="9A9A9A"/>
                      </a:solidFill>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534225172"/>
                  </a:ext>
                </a:extLst>
              </a:tr>
              <a:tr h="314249">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a:lnSpc>
                          <a:spcPct val="100000"/>
                        </a:lnSpc>
                        <a:spcBef>
                          <a:spcPts val="0"/>
                        </a:spcBef>
                        <a:spcAft>
                          <a:spcPts val="0"/>
                        </a:spcAft>
                        <a:buFont typeface="Trebuchet MS"/>
                        <a:buChar char="​"/>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419" sz="1100"/>
                        <a:t>[Por completar]</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39135430"/>
                  </a:ext>
                </a:extLst>
              </a:tr>
              <a:tr h="314249">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a:lnSpc>
                          <a:spcPct val="100000"/>
                        </a:lnSpc>
                        <a:spcBef>
                          <a:spcPts val="0"/>
                        </a:spcBef>
                        <a:spcAft>
                          <a:spcPts val="0"/>
                        </a:spcAft>
                        <a:buFont typeface="Trebuchet MS"/>
                        <a:buChar char="​"/>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r>
                        <a:rPr lang="es-CL" sz="1100" b="0" i="0" u="none" strike="noStrike" err="1">
                          <a:solidFill>
                            <a:srgbClr val="696158"/>
                          </a:solidFill>
                          <a:effectLst/>
                          <a:latin typeface="+mn-lt"/>
                        </a:rPr>
                        <a:t/>
                      </a:r>
                      <a:r>
                        <a:rPr lang="es-CL" sz="1100" b="0" i="0" u="none" strike="noStrike">
                          <a:solidFill>
                            <a:srgbClr val="696158"/>
                          </a:solidFill>
                          <a:effectLst/>
                          <a:latin typeface="+mn-lt"/>
                        </a:rPr>
                        <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316387807"/>
                  </a:ext>
                </a:extLst>
              </a:tr>
              <a:tr h="314249">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[Por completar]</a:t>
                      </a: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tc>
                  <a:txBody>
                    <a:bodyPr/>
                    <a:lstStyle/>
                    <a:p>
                      <a:pPr marL="0" lvl="0" indent="0" algn="l">
                        <a:lnSpc>
                          <a:spcPct val="100000"/>
                        </a:lnSpc>
                        <a:spcBef>
                          <a:spcPts val="0"/>
                        </a:spcBef>
                        <a:spcAft>
                          <a:spcPts val="0"/>
                        </a:spcAft>
                        <a:buNone/>
                      </a:pPr>
                      <a:endParaRPr lang="es-ES" sz="1100" b="0" i="0" u="none" strike="noStrike" kern="1200" noProof="0">
                        <a:solidFill>
                          <a:srgbClr val="696158"/>
                        </a:solidFill>
                        <a:effectLst/>
                        <a:latin typeface="Calibri"/>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lvl="0" indent="0" algn="l" defTabSz="914400">
                        <a:lnSpc>
                          <a:spcPct val="100000"/>
                        </a:lnSpc>
                        <a:spcBef>
                          <a:spcPts val="0"/>
                        </a:spcBef>
                        <a:spcAft>
                          <a:spcPts val="0"/>
                        </a:spcAft>
                        <a:buNone/>
                      </a:pPr>
                      <a:r>
                        <a:rPr lang="es-CL" sz="1100"/>
                        <a:t>[Por completar]</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extLst>
                  <a:ext uri="{0D108BD9-81ED-4DB2-BD59-A6C34878D82A}">
                    <a16:rowId xmlns:a16="http://schemas.microsoft.com/office/drawing/2014/main" val="1360917473"/>
                  </a:ext>
                </a:extLst>
              </a:tr>
              <a:tr h="314249">
                <a:tc>
                  <a:txBody>
                    <a:bodyPr/>
                    <a:lstStyle/>
                    <a:p>
                      <a:pPr marL="0" lvl="0" indent="0" algn="l">
                        <a:lnSpc>
                          <a:spcPct val="100000"/>
                        </a:lnSpc>
                        <a:spcBef>
                          <a:spcPts val="0"/>
                        </a:spcBef>
                        <a:spcAft>
                          <a:spcPts val="0"/>
                        </a:spcAft>
                        <a:buFont typeface="Trebuchet MS"/>
                        <a:buNone/>
                      </a:pPr>
                      <a:r>
                        <a:rPr lang="es-ES" sz="1100" b="0" i="0" u="none" strike="noStrike" kern="1200">
                          <a:solidFill>
                            <a:srgbClr val="696158"/>
                          </a:solidFill>
                          <a:effectLst/>
                          <a:latin typeface="+mn-lt"/>
                          <a:ea typeface="+mn-ea"/>
                          <a:cs typeface="+mn-cs"/>
                        </a:rPr>
                        <a:t>[Por completar]</a:t>
                      </a: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a:lnSpc>
                          <a:spcPct val="100000"/>
                        </a:lnSpc>
                        <a:spcBef>
                          <a:spcPts val="0"/>
                        </a:spcBef>
                        <a:spcAft>
                          <a:spcPts val="0"/>
                        </a:spcAft>
                        <a:buFont typeface="Trebuchet MS"/>
                        <a:buChar char="​"/>
                      </a:pPr>
                      <a:endParaRPr lang="es-ES"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lvl="0" indent="0" algn="l">
                        <a:lnSpc>
                          <a:spcPct val="100000"/>
                        </a:lnSpc>
                        <a:spcBef>
                          <a:spcPts val="0"/>
                        </a:spcBef>
                        <a:spcAft>
                          <a:spcPts val="0"/>
                        </a:spcAft>
                        <a:buFont typeface="Trebuchet MS"/>
                        <a:buNone/>
                      </a:pPr>
                      <a:r>
                        <a:rPr lang="es-CL" sz="1100"/>
                        <a:t>[Por completar]</a:t>
                      </a:r>
                      <a:endParaRPr lang="es-CL" sz="1100" b="0" i="0" u="none" strike="sng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extLst>
                  <a:ext uri="{0D108BD9-81ED-4DB2-BD59-A6C34878D82A}">
                    <a16:rowId xmlns:a16="http://schemas.microsoft.com/office/drawing/2014/main" val="2556478757"/>
                  </a:ext>
                </a:extLst>
              </a:tr>
            </a:tbl>
          </a:graphicData>
        </a:graphic>
      </p:graphicFrame>
      <p:graphicFrame>
        <p:nvGraphicFramePr>
          <p:cNvPr id="9" name="Table 29">
            <a:extLst>
              <a:ext uri="{FF2B5EF4-FFF2-40B4-BE49-F238E27FC236}">
                <a16:creationId xmlns:a16="http://schemas.microsoft.com/office/drawing/2014/main" id="{D4B69622-0223-8E10-E5E3-8CF1903EC2D8}"/>
              </a:ext>
            </a:extLst>
          </p:cNvPr>
          <p:cNvGraphicFramePr>
            <a:graphicFrameLocks noGrp="1"/>
          </p:cNvGraphicFramePr>
          <p:nvPr/>
        </p:nvGraphicFramePr>
        <p:xfrm>
          <a:off x="2445919" y="6218426"/>
          <a:ext cx="6034290" cy="262429"/>
        </p:xfrm>
        <a:graphic>
          <a:graphicData uri="http://schemas.openxmlformats.org/drawingml/2006/table">
            <a:tbl>
              <a:tblPr>
                <a:tableStyleId>{2D5ABB26-0587-4C30-8999-92F81FD0307C}</a:tableStyleId>
              </a:tblPr>
              <a:tblGrid>
                <a:gridCol w="1332481">
                  <a:extLst>
                    <a:ext uri="{9D8B030D-6E8A-4147-A177-3AD203B41FA5}">
                      <a16:colId xmlns:a16="http://schemas.microsoft.com/office/drawing/2014/main" val="216396786"/>
                    </a:ext>
                  </a:extLst>
                </a:gridCol>
                <a:gridCol w="173870">
                  <a:extLst>
                    <a:ext uri="{9D8B030D-6E8A-4147-A177-3AD203B41FA5}">
                      <a16:colId xmlns:a16="http://schemas.microsoft.com/office/drawing/2014/main" val="382253565"/>
                    </a:ext>
                  </a:extLst>
                </a:gridCol>
                <a:gridCol w="1331575">
                  <a:extLst>
                    <a:ext uri="{9D8B030D-6E8A-4147-A177-3AD203B41FA5}">
                      <a16:colId xmlns:a16="http://schemas.microsoft.com/office/drawing/2014/main" val="741832067"/>
                    </a:ext>
                  </a:extLst>
                </a:gridCol>
                <a:gridCol w="173870">
                  <a:extLst>
                    <a:ext uri="{9D8B030D-6E8A-4147-A177-3AD203B41FA5}">
                      <a16:colId xmlns:a16="http://schemas.microsoft.com/office/drawing/2014/main" val="3505156584"/>
                    </a:ext>
                  </a:extLst>
                </a:gridCol>
                <a:gridCol w="173870">
                  <a:extLst>
                    <a:ext uri="{9D8B030D-6E8A-4147-A177-3AD203B41FA5}">
                      <a16:colId xmlns:a16="http://schemas.microsoft.com/office/drawing/2014/main" val="2506928226"/>
                    </a:ext>
                  </a:extLst>
                </a:gridCol>
                <a:gridCol w="1331575">
                  <a:extLst>
                    <a:ext uri="{9D8B030D-6E8A-4147-A177-3AD203B41FA5}">
                      <a16:colId xmlns:a16="http://schemas.microsoft.com/office/drawing/2014/main" val="3533118618"/>
                    </a:ext>
                  </a:extLst>
                </a:gridCol>
                <a:gridCol w="185474">
                  <a:extLst>
                    <a:ext uri="{9D8B030D-6E8A-4147-A177-3AD203B41FA5}">
                      <a16:colId xmlns:a16="http://schemas.microsoft.com/office/drawing/2014/main" val="2286944033"/>
                    </a:ext>
                  </a:extLst>
                </a:gridCol>
                <a:gridCol w="1331575">
                  <a:extLst>
                    <a:ext uri="{9D8B030D-6E8A-4147-A177-3AD203B41FA5}">
                      <a16:colId xmlns:a16="http://schemas.microsoft.com/office/drawing/2014/main" val="1377646542"/>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None/>
                      </a:pPr>
                      <a:r>
                        <a:rPr lang="es-CL" sz="1100" b="0" i="0" u="none" strike="noStrike">
                          <a:solidFill>
                            <a:srgbClr val="696158"/>
                          </a:solidFill>
                          <a:effectLst/>
                          <a:latin typeface="+mn-lt"/>
                        </a:rPr>
                        <a:t>Fase B</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171450" lvl="0" indent="-171450" algn="ctr"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4">
                      <a:solidFill>
                        <a:srgbClr val="953735"/>
                      </a:solidFill>
                    </a:lnR>
                    <a:lnT w="0">
                      <a:noFill/>
                    </a:lnT>
                    <a:lnB w="0">
                      <a:noFill/>
                    </a:lnB>
                    <a:lnTlToBr w="0">
                      <a:noFill/>
                    </a:lnTlToBr>
                    <a:lnBlToTr w="0">
                      <a:noFill/>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[Por completar]</a:t>
                      </a:r>
                    </a:p>
                  </a:txBody>
                  <a:tcPr marL="0" marR="0" marT="0" marB="0" anchor="ctr">
                    <a:lnL w="9524" cap="flat" cmpd="sng" algn="ctr">
                      <a:solidFill>
                        <a:srgbClr val="953735"/>
                      </a:solidFill>
                      <a:prstDash val="solid"/>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Tree>
    <p:extLst>
      <p:ext uri="{BB962C8B-B14F-4D97-AF65-F5344CB8AC3E}">
        <p14:creationId xmlns:p14="http://schemas.microsoft.com/office/powerpoint/2010/main" val="22464464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5EFF0-ACA8-5809-F971-79B91220BD38}"/>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2205BE-9562-48A8-B71D-0F8082848F4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D2205BE-9562-48A8-B71D-0F8082848F4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0" name="Text Placeholder 3">
            <a:extLst>
              <a:ext uri="{FF2B5EF4-FFF2-40B4-BE49-F238E27FC236}">
                <a16:creationId xmlns:a16="http://schemas.microsoft.com/office/drawing/2014/main" id="{E8032F73-CCBF-9569-61B2-93F241173E19}"/>
              </a:ext>
            </a:extLst>
          </p:cNvPr>
          <p:cNvSpPr txBox="1">
            <a:spLocks/>
          </p:cNvSpPr>
          <p:nvPr/>
        </p:nvSpPr>
        <p:spPr>
          <a:xfrm>
            <a:off x="959393" y="185420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9D277E20-41E1-6197-8691-6B1338CFD0E1}"/>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buNone/>
            </a:pPr>
            <a:r>
              <a:rPr lang="es-ES" sz="1400">
                <a:solidFill>
                  <a:schemeClr val="bg1"/>
                </a:solidFill>
                <a:ea typeface="Calibri"/>
                <a:cs typeface="Calibri"/>
              </a:rPr>
              <a:t>[Por completar]</a:t>
            </a:r>
          </a:p>
        </p:txBody>
      </p:sp>
      <p:sp>
        <p:nvSpPr>
          <p:cNvPr id="35" name="Rectangle: Rounded Corners 34">
            <a:extLst>
              <a:ext uri="{FF2B5EF4-FFF2-40B4-BE49-F238E27FC236}">
                <a16:creationId xmlns:a16="http://schemas.microsoft.com/office/drawing/2014/main" id="{202E861C-142A-3139-5B3E-133CBD3610C4}"/>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EC0132A0-D68D-A223-6627-A82894BE9ABB}"/>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ES" sz="1050">
                <a:solidFill>
                  <a:srgbClr val="696158"/>
                </a:solidFill>
                <a:ea typeface="+mn-lt"/>
                <a:cs typeface="+mn-lt"/>
              </a:rPr>
              <a:t>[Objetivo del subproceso]</a:t>
            </a:r>
            <a:endParaRPr lang="es-ES"/>
          </a:p>
        </p:txBody>
      </p:sp>
      <p:sp>
        <p:nvSpPr>
          <p:cNvPr id="53" name="Rectangle 52">
            <a:extLst>
              <a:ext uri="{FF2B5EF4-FFF2-40B4-BE49-F238E27FC236}">
                <a16:creationId xmlns:a16="http://schemas.microsoft.com/office/drawing/2014/main" id="{D27DBFC9-2A00-403C-AD22-B53D44F2C628}"/>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D0105A32-0212-FD38-E9EC-44F264A74421}"/>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ES"/>
              <a:t/>
            </a:r>
            <a:endParaRPr lang="es-CL"/>
          </a:p>
        </p:txBody>
      </p:sp>
      <p:grpSp>
        <p:nvGrpSpPr>
          <p:cNvPr id="25" name="Group 24">
            <a:extLst>
              <a:ext uri="{FF2B5EF4-FFF2-40B4-BE49-F238E27FC236}">
                <a16:creationId xmlns:a16="http://schemas.microsoft.com/office/drawing/2014/main" id="{DF0F4E88-4A4F-A69E-986B-E426BC36B877}"/>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DA0A3E93-0C20-3CD4-D13E-C9262D8F4BCC}"/>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555DE40A-1548-FA3E-EE62-BBD10272C242}"/>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PE" sz="1100">
                  <a:solidFill>
                    <a:schemeClr val="tx1"/>
                  </a:solidFill>
                  <a:ea typeface="Calibri"/>
                  <a:cs typeface="Calibri"/>
                </a:rPr>
                <a:t>[Por completar]</a:t>
              </a:r>
            </a:p>
          </p:txBody>
        </p:sp>
      </p:grpSp>
      <p:grpSp>
        <p:nvGrpSpPr>
          <p:cNvPr id="24" name="Group 23">
            <a:extLst>
              <a:ext uri="{FF2B5EF4-FFF2-40B4-BE49-F238E27FC236}">
                <a16:creationId xmlns:a16="http://schemas.microsoft.com/office/drawing/2014/main" id="{7F5B0E94-15C7-B2FC-D21F-914D4EE34AEE}"/>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35671E60-834A-720E-EAD9-76DE7FE5A650}"/>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8794B842-BF09-D10D-37D8-0699F129E94E}"/>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latin typeface="Calibri"/>
                  <a:ea typeface="Calibri"/>
                  <a:cs typeface="Calibri"/>
                  <a:sym typeface="+mn-lt"/>
                </a:rPr>
                <a:t>[Por completar]</a:t>
              </a:r>
              <a:endParaRPr lang="es-CL" sz="1100">
                <a:latin typeface="Calibri"/>
                <a:ea typeface="Calibri"/>
                <a:cs typeface="Calibri"/>
              </a:endParaRPr>
            </a:p>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17C7018D-E8E8-4397-6C5B-99DD03BAA480}"/>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78EE78D8-15FE-955B-DF08-B6523BC06204}"/>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FEEB25D3-EB9B-8A89-6B8F-1EF5F96ADAB4}"/>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solidFill>
                    <a:schemeClr val="tx1"/>
                  </a:solidFill>
                  <a:latin typeface="Calibri"/>
                  <a:ea typeface="Calibri"/>
                  <a:cs typeface="Calibri"/>
                  <a:sym typeface="+mn-lt"/>
                </a:rPr>
                <a:t>[Por completar]</a:t>
              </a:r>
            </a:p>
            <a:p>
              <a:pPr marL="323850" lvl="1" indent="-215900"/>
              <a:r>
                <a:rPr lang="es-CL" sz="1100">
                  <a:solidFill>
                    <a:schemeClr val="tx1"/>
                  </a:solidFill>
                  <a:latin typeface="Calibri"/>
                  <a:ea typeface="Calibri"/>
                  <a:cs typeface="Calibri"/>
                  <a:sym typeface="+mn-lt"/>
                </a:rPr>
                <a:t>[Por completar]</a:t>
              </a:r>
            </a:p>
            <a:p>
              <a:pPr marL="323850" lvl="1" indent="-215900"/>
              <a:r>
                <a:rPr lang="es-CL" sz="1100">
                  <a:solidFill>
                    <a:schemeClr val="tx1"/>
                  </a:solidFill>
                  <a:latin typeface="Calibri"/>
                  <a:ea typeface="Calibri"/>
                  <a:cs typeface="Calibri"/>
                  <a:sym typeface="+mn-lt"/>
                </a:rPr>
                <a:t>[Por completar]</a:t>
              </a:r>
              <a:endParaRPr lang="es-CL" sz="1100">
                <a:solidFill>
                  <a:schemeClr val="tx1"/>
                </a:solidFill>
                <a:ea typeface="Calibri"/>
                <a:cs typeface="Calibri"/>
              </a:endParaRPr>
            </a:p>
            <a:p>
              <a:pPr marL="323850" lvl="1" indent="-215900"/>
              <a:endParaRPr lang="es-CL"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76B89D83-4B08-93EC-4847-8BD9467A6A52}"/>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38BE9191-C081-9F5B-3D85-2F49E595955D}"/>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945B1DDE-8696-521C-6AE5-EEFD517FA94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latin typeface="+mn-lt"/>
                  <a:ea typeface="Calibri"/>
                  <a:cs typeface="Calibri"/>
                </a:rPr>
                <a:t>[Por completar]</a:t>
              </a:r>
              <a:endParaRPr lang="es-ES"/>
            </a:p>
          </p:txBody>
        </p:sp>
      </p:grpSp>
      <p:sp>
        <p:nvSpPr>
          <p:cNvPr id="28" name="Rectangle: Rounded Corners 27">
            <a:extLst>
              <a:ext uri="{FF2B5EF4-FFF2-40B4-BE49-F238E27FC236}">
                <a16:creationId xmlns:a16="http://schemas.microsoft.com/office/drawing/2014/main" id="{D2135FC6-116D-B5A8-446F-66432814BB9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[Objetivo del subproceso]</a:t>
            </a:r>
            <a:endParaRPr lang="es-ES"/>
          </a:p>
        </p:txBody>
      </p:sp>
      <p:sp>
        <p:nvSpPr>
          <p:cNvPr id="7" name="Rectangle: Rounded Corners 3">
            <a:extLst>
              <a:ext uri="{FF2B5EF4-FFF2-40B4-BE49-F238E27FC236}">
                <a16:creationId xmlns:a16="http://schemas.microsoft.com/office/drawing/2014/main" id="{40FE0CF4-B4CF-093F-03D3-0BF6CE5BB0F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18" name="Rectangle: Rounded Corners 36">
            <a:extLst>
              <a:ext uri="{FF2B5EF4-FFF2-40B4-BE49-F238E27FC236}">
                <a16:creationId xmlns:a16="http://schemas.microsoft.com/office/drawing/2014/main" id="{A34D2C6D-9BC8-0B35-DC3D-9D40598A07B5}"/>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E</a:t>
            </a:r>
            <a:endParaRPr lang="es-ES"/>
          </a:p>
        </p:txBody>
      </p:sp>
      <p:sp>
        <p:nvSpPr>
          <p:cNvPr id="3" name="Oval 32">
            <a:extLst>
              <a:ext uri="{FF2B5EF4-FFF2-40B4-BE49-F238E27FC236}">
                <a16:creationId xmlns:a16="http://schemas.microsoft.com/office/drawing/2014/main" id="{8DBA2001-1C69-6751-4C22-76FA4D95D3B9}"/>
              </a:ext>
            </a:extLst>
          </p:cNvPr>
          <p:cNvSpPr/>
          <p:nvPr/>
        </p:nvSpPr>
        <p:spPr>
          <a:xfrm>
            <a:off x="1078130" y="3612655"/>
            <a:ext cx="1078206" cy="742122"/>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r>
              <a:rPr lang="es-CL" sz="800">
                <a:solidFill>
                  <a:srgbClr val="2E3558"/>
                </a:solidFill>
                <a:latin typeface="Calibri"/>
                <a:ea typeface="Calibri"/>
                <a:cs typeface="Calibri"/>
              </a:rPr>
              <a:t>[Por completar]</a:t>
            </a:r>
            <a:endParaRPr kumimoji="0" lang="es-CL" sz="800" b="0" i="0" u="none" strike="noStrike" kern="1200" cap="none" spc="0" normalizeH="0" baseline="0" noProof="0">
              <a:ln>
                <a:noFill/>
              </a:ln>
              <a:solidFill>
                <a:srgbClr val="2E3558"/>
              </a:solidFill>
              <a:effectLst/>
              <a:uLnTx/>
              <a:uFillTx/>
              <a:latin typeface="Calibri"/>
              <a:ea typeface="+mn-ea"/>
              <a:cs typeface="+mn-cs"/>
            </a:endParaRPr>
          </a:p>
        </p:txBody>
      </p:sp>
      <p:grpSp>
        <p:nvGrpSpPr>
          <p:cNvPr id="10" name="Grupo 9">
            <a:extLst>
              <a:ext uri="{FF2B5EF4-FFF2-40B4-BE49-F238E27FC236}">
                <a16:creationId xmlns:a16="http://schemas.microsoft.com/office/drawing/2014/main" id="{57B76EE0-A06D-89D5-13F4-3F2EE50B0AA2}"/>
              </a:ext>
            </a:extLst>
          </p:cNvPr>
          <p:cNvGrpSpPr/>
          <p:nvPr/>
        </p:nvGrpSpPr>
        <p:grpSpPr>
          <a:xfrm>
            <a:off x="2867709" y="3522777"/>
            <a:ext cx="995288" cy="832001"/>
            <a:chOff x="2277962" y="3522777"/>
            <a:chExt cx="995288" cy="832001"/>
          </a:xfrm>
        </p:grpSpPr>
        <p:sp>
          <p:nvSpPr>
            <p:cNvPr id="4" name="Rectangle: Rounded Corners 8">
              <a:extLst>
                <a:ext uri="{FF2B5EF4-FFF2-40B4-BE49-F238E27FC236}">
                  <a16:creationId xmlns:a16="http://schemas.microsoft.com/office/drawing/2014/main" id="{5518BF49-9791-16C9-F882-7F3C4B9DD9EA}"/>
                </a:ext>
              </a:extLst>
            </p:cNvPr>
            <p:cNvSpPr/>
            <p:nvPr/>
          </p:nvSpPr>
          <p:spPr>
            <a:xfrm>
              <a:off x="2277962" y="3609993"/>
              <a:ext cx="995288" cy="744785"/>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6" name="Rectangle: Rounded Corners 43">
              <a:extLst>
                <a:ext uri="{FF2B5EF4-FFF2-40B4-BE49-F238E27FC236}">
                  <a16:creationId xmlns:a16="http://schemas.microsoft.com/office/drawing/2014/main" id="{E8D9FF81-570C-5713-0B02-ECAD2B407A74}"/>
                </a:ext>
              </a:extLst>
            </p:cNvPr>
            <p:cNvSpPr/>
            <p:nvPr/>
          </p:nvSpPr>
          <p:spPr>
            <a:xfrm>
              <a:off x="2580623" y="35227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solidFill>
                    <a:prstClr val="white"/>
                  </a:solidFill>
                  <a:latin typeface="Calibri"/>
                </a:rPr>
                <a:t>[Código]</a:t>
              </a:r>
              <a:r>
                <a:rPr kumimoji="0" lang="es-CL" sz="900" b="1" i="0" u="none" strike="noStrike" kern="1200" cap="none" spc="0" normalizeH="0" baseline="0" noProof="0">
                  <a:ln>
                    <a:noFill/>
                  </a:ln>
                  <a:solidFill>
                    <a:prstClr val="white"/>
                  </a:solidFill>
                  <a:effectLst/>
                  <a:uLnTx/>
                  <a:uFillTx/>
                  <a:latin typeface="Calibri"/>
                  <a:ea typeface="+mn-ea"/>
                  <a:cs typeface="+mn-cs"/>
                </a:rPr>
                <a:t/>
              </a:r>
            </a:p>
          </p:txBody>
        </p:sp>
      </p:grpSp>
      <p:cxnSp>
        <p:nvCxnSpPr>
          <p:cNvPr id="12" name="Straight Arrow Connector 33">
            <a:extLst>
              <a:ext uri="{FF2B5EF4-FFF2-40B4-BE49-F238E27FC236}">
                <a16:creationId xmlns:a16="http://schemas.microsoft.com/office/drawing/2014/main" id="{61102A1D-8292-9117-BF89-26B148813C02}"/>
              </a:ext>
            </a:extLst>
          </p:cNvPr>
          <p:cNvCxnSpPr>
            <a:cxnSpLocks/>
            <a:stCxn id="3" idx="6"/>
            <a:endCxn id="4" idx="1"/>
          </p:cNvCxnSpPr>
          <p:nvPr/>
        </p:nvCxnSpPr>
        <p:spPr>
          <a:xfrm flipV="1">
            <a:off x="2156336" y="3982386"/>
            <a:ext cx="711373" cy="133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nvGrpSpPr>
          <p:cNvPr id="22" name="Grupo 21">
            <a:extLst>
              <a:ext uri="{FF2B5EF4-FFF2-40B4-BE49-F238E27FC236}">
                <a16:creationId xmlns:a16="http://schemas.microsoft.com/office/drawing/2014/main" id="{E5655D46-E29B-FA33-6649-054D7659D0E9}"/>
              </a:ext>
            </a:extLst>
          </p:cNvPr>
          <p:cNvGrpSpPr/>
          <p:nvPr/>
        </p:nvGrpSpPr>
        <p:grpSpPr>
          <a:xfrm>
            <a:off x="4574370" y="3521256"/>
            <a:ext cx="995288" cy="832001"/>
            <a:chOff x="5154527" y="3522777"/>
            <a:chExt cx="995288" cy="832001"/>
          </a:xfrm>
        </p:grpSpPr>
        <p:sp>
          <p:nvSpPr>
            <p:cNvPr id="23" name="Rectangle: Rounded Corners 8">
              <a:extLst>
                <a:ext uri="{FF2B5EF4-FFF2-40B4-BE49-F238E27FC236}">
                  <a16:creationId xmlns:a16="http://schemas.microsoft.com/office/drawing/2014/main" id="{26ABADF3-D1F1-072F-1D1A-595326137744}"/>
                </a:ext>
              </a:extLst>
            </p:cNvPr>
            <p:cNvSpPr/>
            <p:nvPr/>
          </p:nvSpPr>
          <p:spPr>
            <a:xfrm>
              <a:off x="5154527" y="3609993"/>
              <a:ext cx="995288" cy="744785"/>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lnSpc>
                  <a:spcPct val="110000"/>
                </a:lnSpc>
                <a:spcBef>
                  <a:spcPts val="600"/>
                </a:spcBef>
                <a:spcAft>
                  <a:spcPts val="300"/>
                </a:spcAft>
                <a:buClr>
                  <a:srgbClr val="EA7600"/>
                </a:buClr>
                <a:buFont typeface="Arial" panose="020B0604020202020204" pitchFamily="34" charset="0"/>
                <a:buChar char="​"/>
              </a:pPr>
              <a:r>
                <a:rPr lang="es-CL" sz="800">
                  <a:solidFill>
                    <a:schemeClr val="tx1"/>
                  </a:solidFill>
                  <a:sym typeface="Trebuchet MS" panose="020B0603020202020204" pitchFamily="34" charset="0"/>
                </a:rPr>
                <a:t>[Por completar]</a:t>
              </a:r>
              <a:r>
                <a:rPr lang="es-ES" sz="800">
                  <a:solidFill>
                    <a:schemeClr val="tx1"/>
                  </a:solidFill>
                  <a:sym typeface="Trebuchet MS" panose="020B0603020202020204" pitchFamily="34" charset="0"/>
                </a:rPr>
                <a:t/>
              </a:r>
              <a:endParaRPr lang="es-CL" sz="800">
                <a:solidFill>
                  <a:schemeClr val="tx1"/>
                </a:solidFill>
                <a:sym typeface="Trebuchet MS" panose="020B0603020202020204" pitchFamily="34" charset="0"/>
              </a:endParaRPr>
            </a:p>
          </p:txBody>
        </p:sp>
        <p:sp>
          <p:nvSpPr>
            <p:cNvPr id="27" name="Rectangle: Rounded Corners 43">
              <a:extLst>
                <a:ext uri="{FF2B5EF4-FFF2-40B4-BE49-F238E27FC236}">
                  <a16:creationId xmlns:a16="http://schemas.microsoft.com/office/drawing/2014/main" id="{D579F692-C365-38C4-41FC-417B840C7206}"/>
                </a:ext>
              </a:extLst>
            </p:cNvPr>
            <p:cNvSpPr/>
            <p:nvPr/>
          </p:nvSpPr>
          <p:spPr>
            <a:xfrm>
              <a:off x="5457188" y="35227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solidFill>
                    <a:prstClr val="white"/>
                  </a:solidFill>
                  <a:latin typeface="Calibri"/>
                </a:rPr>
                <a:t>[Código]</a:t>
              </a:r>
              <a:r>
                <a:rPr kumimoji="0" lang="es-CL" sz="900" b="1" i="0" u="none" strike="noStrike" kern="1200" cap="none" spc="0" normalizeH="0" baseline="0" noProof="0">
                  <a:ln>
                    <a:noFill/>
                  </a:ln>
                  <a:solidFill>
                    <a:prstClr val="white"/>
                  </a:solidFill>
                  <a:effectLst/>
                  <a:uLnTx/>
                  <a:uFillTx/>
                  <a:latin typeface="Calibri"/>
                  <a:ea typeface="+mn-ea"/>
                  <a:cs typeface="+mn-cs"/>
                </a:rPr>
                <a:t/>
              </a:r>
            </a:p>
          </p:txBody>
        </p:sp>
      </p:grpSp>
      <p:sp>
        <p:nvSpPr>
          <p:cNvPr id="65" name="Oval 15">
            <a:extLst>
              <a:ext uri="{FF2B5EF4-FFF2-40B4-BE49-F238E27FC236}">
                <a16:creationId xmlns:a16="http://schemas.microsoft.com/office/drawing/2014/main" id="{EB62C75D-184A-8DAA-C076-173253D995E0}"/>
              </a:ext>
            </a:extLst>
          </p:cNvPr>
          <p:cNvSpPr/>
          <p:nvPr/>
        </p:nvSpPr>
        <p:spPr>
          <a:xfrm>
            <a:off x="7987693" y="3585028"/>
            <a:ext cx="1158225" cy="80230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R="0" lvl="0" algn="ctr" defTabSz="914400" rtl="0" eaLnBrk="1" fontAlgn="auto" latinLnBrk="0" hangingPunct="1">
              <a:lnSpc>
                <a:spcPct val="100000"/>
              </a:lnSpc>
              <a:spcBef>
                <a:spcPts val="0"/>
              </a:spcBef>
              <a:spcAft>
                <a:spcPts val="0"/>
              </a:spcAft>
              <a:buClrTx/>
              <a:buSzTx/>
              <a:tabLst/>
              <a:defRPr/>
            </a:pPr>
            <a:r>
              <a:rPr kumimoji="0" lang="es-CL" sz="800" b="0" i="0" u="none" strike="noStrike" kern="1200" cap="none" spc="0" normalizeH="0" baseline="0" noProof="0">
                <a:ln>
                  <a:noFill/>
                </a:ln>
                <a:solidFill>
                  <a:srgbClr val="696158"/>
                </a:solidFill>
                <a:effectLst/>
                <a:uLnTx/>
                <a:uFillTx/>
                <a:latin typeface="Calibri"/>
                <a:ea typeface="Calibri"/>
                <a:cs typeface="Calibri"/>
              </a:rPr>
              <a:t>[Por completar]</a:t>
            </a:r>
          </a:p>
        </p:txBody>
      </p:sp>
      <p:grpSp>
        <p:nvGrpSpPr>
          <p:cNvPr id="46" name="Grupo 45">
            <a:extLst>
              <a:ext uri="{FF2B5EF4-FFF2-40B4-BE49-F238E27FC236}">
                <a16:creationId xmlns:a16="http://schemas.microsoft.com/office/drawing/2014/main" id="{AC3DCD79-D0BD-7992-A2C5-7C835416A77B}"/>
              </a:ext>
            </a:extLst>
          </p:cNvPr>
          <p:cNvGrpSpPr/>
          <p:nvPr/>
        </p:nvGrpSpPr>
        <p:grpSpPr>
          <a:xfrm>
            <a:off x="6281031" y="3525093"/>
            <a:ext cx="995288" cy="832001"/>
            <a:chOff x="5154527" y="3522777"/>
            <a:chExt cx="995288" cy="832001"/>
          </a:xfrm>
        </p:grpSpPr>
        <p:sp>
          <p:nvSpPr>
            <p:cNvPr id="47" name="Rectangle: Rounded Corners 8">
              <a:extLst>
                <a:ext uri="{FF2B5EF4-FFF2-40B4-BE49-F238E27FC236}">
                  <a16:creationId xmlns:a16="http://schemas.microsoft.com/office/drawing/2014/main" id="{4A052018-72DE-C792-11DD-94D5F79B3C1C}"/>
                </a:ext>
              </a:extLst>
            </p:cNvPr>
            <p:cNvSpPr/>
            <p:nvPr/>
          </p:nvSpPr>
          <p:spPr>
            <a:xfrm>
              <a:off x="5154527" y="3609993"/>
              <a:ext cx="995288" cy="744785"/>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lnSpc>
                  <a:spcPct val="110000"/>
                </a:lnSpc>
                <a:spcBef>
                  <a:spcPts val="600"/>
                </a:spcBef>
                <a:spcAft>
                  <a:spcPts val="300"/>
                </a:spcAft>
                <a:buClr>
                  <a:srgbClr val="EA7600"/>
                </a:buClr>
                <a:buFont typeface="Arial" panose="020B0604020202020204" pitchFamily="34" charset="0"/>
                <a:buChar char="​"/>
              </a:pPr>
              <a:r>
                <a:rPr lang="es-CL" sz="800">
                  <a:solidFill>
                    <a:schemeClr val="tx1"/>
                  </a:solidFill>
                  <a:sym typeface="Trebuchet MS" panose="020B0603020202020204" pitchFamily="34" charset="0"/>
                </a:rPr>
                <a:t>[Objetivo del subproceso]</a:t>
              </a:r>
            </a:p>
          </p:txBody>
        </p:sp>
        <p:sp>
          <p:nvSpPr>
            <p:cNvPr id="48" name="Rectangle: Rounded Corners 43">
              <a:extLst>
                <a:ext uri="{FF2B5EF4-FFF2-40B4-BE49-F238E27FC236}">
                  <a16:creationId xmlns:a16="http://schemas.microsoft.com/office/drawing/2014/main" id="{4459FFE8-A3F1-4432-9FA7-00A7EB8FFB59}"/>
                </a:ext>
              </a:extLst>
            </p:cNvPr>
            <p:cNvSpPr/>
            <p:nvPr/>
          </p:nvSpPr>
          <p:spPr>
            <a:xfrm>
              <a:off x="5457188" y="35227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solidFill>
                    <a:prstClr val="white"/>
                  </a:solidFill>
                  <a:latin typeface="Calibri"/>
                </a:rPr>
                <a:t>[Código]</a:t>
              </a:r>
              <a:r>
                <a:rPr kumimoji="0" lang="es-CL" sz="900" b="1" i="0" u="none" strike="noStrike" kern="1200" cap="none" spc="0" normalizeH="0" baseline="0" noProof="0">
                  <a:ln>
                    <a:noFill/>
                  </a:ln>
                  <a:solidFill>
                    <a:prstClr val="white"/>
                  </a:solidFill>
                  <a:effectLst/>
                  <a:uLnTx/>
                  <a:uFillTx/>
                  <a:latin typeface="Calibri"/>
                  <a:ea typeface="+mn-ea"/>
                  <a:cs typeface="+mn-cs"/>
                </a:rPr>
                <a:t/>
              </a:r>
            </a:p>
          </p:txBody>
        </p:sp>
      </p:grpSp>
      <p:cxnSp>
        <p:nvCxnSpPr>
          <p:cNvPr id="52" name="Conector recto de flecha 51">
            <a:extLst>
              <a:ext uri="{FF2B5EF4-FFF2-40B4-BE49-F238E27FC236}">
                <a16:creationId xmlns:a16="http://schemas.microsoft.com/office/drawing/2014/main" id="{7218B973-050C-30E0-BB2D-B1CADA06907B}"/>
              </a:ext>
            </a:extLst>
          </p:cNvPr>
          <p:cNvCxnSpPr>
            <a:cxnSpLocks/>
            <a:stCxn id="23" idx="3"/>
            <a:endCxn id="47" idx="1"/>
          </p:cNvCxnSpPr>
          <p:nvPr/>
        </p:nvCxnSpPr>
        <p:spPr>
          <a:xfrm>
            <a:off x="5569658" y="3980865"/>
            <a:ext cx="711373" cy="383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de flecha 66">
            <a:extLst>
              <a:ext uri="{FF2B5EF4-FFF2-40B4-BE49-F238E27FC236}">
                <a16:creationId xmlns:a16="http://schemas.microsoft.com/office/drawing/2014/main" id="{004EEA9C-94B3-2D9C-89CC-B73F7B45C2E6}"/>
              </a:ext>
            </a:extLst>
          </p:cNvPr>
          <p:cNvCxnSpPr>
            <a:cxnSpLocks/>
            <a:stCxn id="47" idx="3"/>
            <a:endCxn id="65" idx="2"/>
          </p:cNvCxnSpPr>
          <p:nvPr/>
        </p:nvCxnSpPr>
        <p:spPr>
          <a:xfrm>
            <a:off x="7276319" y="3984702"/>
            <a:ext cx="711374" cy="147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20638757-DC78-85C8-4E71-E8EC7F32368F}"/>
              </a:ext>
            </a:extLst>
          </p:cNvPr>
          <p:cNvCxnSpPr>
            <a:stCxn id="4" idx="3"/>
            <a:endCxn id="23" idx="1"/>
          </p:cNvCxnSpPr>
          <p:nvPr/>
        </p:nvCxnSpPr>
        <p:spPr>
          <a:xfrm flipV="1">
            <a:off x="3862997" y="3980865"/>
            <a:ext cx="711373" cy="152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8358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BEB2-A1F3-2B59-FCCC-980D2F96FD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B34040C-0DD1-B248-76FF-9924B249841F}"/>
              </a:ext>
            </a:extLst>
          </p:cNvPr>
          <p:cNvGraphicFramePr>
            <a:graphicFrameLocks noChangeAspect="1"/>
          </p:cNvGraphicFramePr>
          <p:nvPr>
            <p:custDataLst>
              <p:tags r:id="rId1"/>
            </p:custDataLst>
            <p:extLst>
              <p:ext uri="{D42A27DB-BD31-4B8C-83A1-F6EECF244321}">
                <p14:modId xmlns:p14="http://schemas.microsoft.com/office/powerpoint/2010/main" val="1540442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1B34040C-0DD1-B248-76FF-9924B24984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22C2603-00FA-8AC6-AE48-187E52537FE3}"/>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a:t/>
            </a:r>
            <a:endParaRPr lang="es-ES"/>
          </a:p>
        </p:txBody>
      </p:sp>
      <p:graphicFrame>
        <p:nvGraphicFramePr>
          <p:cNvPr id="20" name="Table 19">
            <a:extLst>
              <a:ext uri="{FF2B5EF4-FFF2-40B4-BE49-F238E27FC236}">
                <a16:creationId xmlns:a16="http://schemas.microsoft.com/office/drawing/2014/main" id="{2E62B0AE-A7B9-AF10-8844-3D183A26E9EA}"/>
              </a:ext>
            </a:extLst>
          </p:cNvPr>
          <p:cNvGraphicFramePr>
            <a:graphicFrameLocks noGrp="1"/>
          </p:cNvGraphicFramePr>
          <p:nvPr>
            <p:extLst>
              <p:ext uri="{D42A27DB-BD31-4B8C-83A1-F6EECF244321}">
                <p14:modId xmlns:p14="http://schemas.microsoft.com/office/powerpoint/2010/main" val="4212088588"/>
              </p:ext>
            </p:extLst>
          </p:nvPr>
        </p:nvGraphicFramePr>
        <p:xfrm>
          <a:off x="1010094" y="1280047"/>
          <a:ext cx="10552505" cy="4370537"/>
        </p:xfrm>
        <a:graphic>
          <a:graphicData uri="http://schemas.openxmlformats.org/drawingml/2006/table">
            <a:tbl>
              <a:tblPr>
                <a:tableStyleId>{2D5ABB26-0587-4C30-8999-92F81FD0307C}</a:tableStyleId>
              </a:tblPr>
              <a:tblGrid>
                <a:gridCol w="2550582">
                  <a:extLst>
                    <a:ext uri="{9D8B030D-6E8A-4147-A177-3AD203B41FA5}">
                      <a16:colId xmlns:a16="http://schemas.microsoft.com/office/drawing/2014/main" val="741832067"/>
                    </a:ext>
                  </a:extLst>
                </a:gridCol>
                <a:gridCol w="5422457">
                  <a:extLst>
                    <a:ext uri="{9D8B030D-6E8A-4147-A177-3AD203B41FA5}">
                      <a16:colId xmlns:a16="http://schemas.microsoft.com/office/drawing/2014/main" val="2629782098"/>
                    </a:ext>
                  </a:extLst>
                </a:gridCol>
                <a:gridCol w="2579466">
                  <a:extLst>
                    <a:ext uri="{9D8B030D-6E8A-4147-A177-3AD203B41FA5}">
                      <a16:colId xmlns:a16="http://schemas.microsoft.com/office/drawing/2014/main" val="1732901862"/>
                    </a:ext>
                  </a:extLst>
                </a:gridCol>
              </a:tblGrid>
              <a:tr h="425395">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41922542"/>
                  </a:ext>
                </a:extLst>
              </a:tr>
              <a:tr h="305596">
                <a:tc rowSpan="6">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None/>
                      </a:pPr>
                      <a:r>
                        <a:rPr lang="es-CL" sz="1100" u="none" strike="noStrike" kern="1200" noProof="0">
                          <a:solidFill>
                            <a:schemeClr val="tx1"/>
                          </a:solidFill>
                          <a:effectLst/>
                          <a:latin typeface="+mn-lt"/>
                          <a:ea typeface="+mn-ea"/>
                          <a:cs typeface="+mn-cs"/>
                        </a:rPr>
                        <a:t>[Por completar]</a:t>
                      </a: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noProof="0">
                          <a:solidFill>
                            <a:schemeClr val="tx1"/>
                          </a:solidFill>
                          <a:effectLst/>
                          <a:latin typeface="+mn-lt"/>
                          <a:ea typeface="+mn-ea"/>
                          <a:cs typeface="+mn-cs"/>
                        </a:rPr>
                        <a:t>[Por completar]</a:t>
                      </a:r>
                      <a:r>
                        <a:rPr lang="es-CL" sz="1100" u="none" strike="noStrike" kern="1200" noProof="0" err="1">
                          <a:solidFill>
                            <a:schemeClr val="tx1"/>
                          </a:solidFill>
                          <a:effectLst/>
                          <a:latin typeface="+mn-lt"/>
                          <a:ea typeface="+mn-ea"/>
                          <a:cs typeface="+mn-cs"/>
                        </a:rPr>
                        <a:t/>
                      </a:r>
                      <a:r>
                        <a:rPr lang="es-CL" sz="1100" u="none" strike="noStrike" kern="1200" noProof="0">
                          <a:solidFill>
                            <a:schemeClr val="tx1"/>
                          </a:solidFill>
                          <a:effectLst/>
                          <a:latin typeface="+mn-lt"/>
                          <a:ea typeface="+mn-ea"/>
                          <a:cs typeface="+mn-cs"/>
                        </a:rPr>
                        <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sym typeface="Trebuchet MS" panose="020B0603020202020204" pitchFamily="34" charset="0"/>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52649931"/>
                  </a:ext>
                </a:extLst>
              </a:tr>
              <a:tr h="180205">
                <a:tc vMerge="1">
                  <a:txBody>
                    <a:bodyPr/>
                    <a:lstStyle/>
                    <a:p>
                      <a:pPr defTabSz="914400"/>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lang="es-ES" sz="1100" u="none" strike="noStrike" kern="1200">
                          <a:solidFill>
                            <a:schemeClr val="tx1"/>
                          </a:solidFill>
                          <a:effectLst/>
                          <a:latin typeface="+mn-lt"/>
                          <a:ea typeface="+mn-ea"/>
                          <a:cs typeface="+mn-cs"/>
                        </a:rPr>
                        <a:t>[Por completar]</a:t>
                      </a:r>
                      <a:r>
                        <a:rPr lang="es-ES" sz="1100" u="none" strike="noStrike" kern="1200">
                          <a:solidFill>
                            <a:schemeClr val="tx1"/>
                          </a:solidFill>
                          <a:effectLst/>
                          <a:latin typeface="+mn-lt"/>
                          <a:ea typeface="+mn-ea"/>
                          <a:cs typeface="+mn-cs"/>
                          <a:sym typeface="Trebuchet MS" panose="020B0603020202020204" pitchFamily="34" charset="0"/>
                        </a:rPr>
                        <a:t/>
                      </a:r>
                      <a:r>
                        <a:rPr lang="es-ES" sz="1100" u="none" strike="noStrike" kern="1200" err="1">
                          <a:solidFill>
                            <a:schemeClr val="tx1"/>
                          </a:solidFill>
                          <a:effectLst/>
                          <a:latin typeface="+mn-lt"/>
                          <a:ea typeface="+mn-ea"/>
                          <a:cs typeface="+mn-cs"/>
                          <a:sym typeface="Trebuchet MS" panose="020B0603020202020204" pitchFamily="34" charset="0"/>
                        </a:rPr>
                        <a:t/>
                      </a:r>
                      <a:r>
                        <a:rPr lang="es-ES" sz="1100" u="none" strike="noStrike" kern="1200">
                          <a:solidFill>
                            <a:schemeClr val="tx1"/>
                          </a:solidFill>
                          <a:effectLst/>
                          <a:latin typeface="+mn-lt"/>
                          <a:ea typeface="+mn-ea"/>
                          <a:cs typeface="+mn-cs"/>
                          <a:sym typeface="Trebuchet MS" panose="020B0603020202020204" pitchFamily="34" charset="0"/>
                        </a:rPr>
                        <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11943038"/>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lang="es-ES" sz="1100" u="none" strike="noStrike" kern="1200">
                          <a:solidFill>
                            <a:schemeClr val="tx1"/>
                          </a:solidFill>
                          <a:effectLst/>
                          <a:latin typeface="+mn-lt"/>
                          <a:ea typeface="+mn-ea"/>
                          <a:cs typeface="+mn-cs"/>
                        </a:rPr>
                        <a:t>[Por completar]</a:t>
                      </a:r>
                      <a:r>
                        <a:rPr lang="es-ES" sz="1100" u="none" strike="noStrike" kern="1200">
                          <a:solidFill>
                            <a:schemeClr val="tx1"/>
                          </a:solidFill>
                          <a:effectLst/>
                          <a:latin typeface="+mn-lt"/>
                          <a:ea typeface="+mn-ea"/>
                          <a:cs typeface="+mn-cs"/>
                          <a:sym typeface="Trebuchet MS" panose="020B0603020202020204" pitchFamily="34" charset="0"/>
                        </a:rPr>
                        <a:t/>
                      </a:r>
                      <a:r>
                        <a:rPr lang="es-ES" sz="1100" u="none" strike="noStrike" kern="1200" err="1">
                          <a:solidFill>
                            <a:schemeClr val="tx1"/>
                          </a:solidFill>
                          <a:effectLst/>
                          <a:latin typeface="+mn-lt"/>
                          <a:ea typeface="+mn-ea"/>
                          <a:cs typeface="+mn-cs"/>
                          <a:sym typeface="Trebuchet MS" panose="020B0603020202020204" pitchFamily="34" charset="0"/>
                        </a:rPr>
                        <a:t/>
                      </a:r>
                      <a:r>
                        <a:rPr lang="es-ES" sz="1100" u="none" strike="noStrike" kern="1200">
                          <a:solidFill>
                            <a:schemeClr val="tx1"/>
                          </a:solidFill>
                          <a:effectLst/>
                          <a:latin typeface="+mn-lt"/>
                          <a:ea typeface="+mn-ea"/>
                          <a:cs typeface="+mn-cs"/>
                          <a:sym typeface="Trebuchet MS" panose="020B0603020202020204" pitchFamily="34" charset="0"/>
                        </a:rPr>
                        <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511785619"/>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a:lnSpc>
                          <a:spcPct val="110000"/>
                        </a:lnSpc>
                        <a:spcBef>
                          <a:spcPts val="600"/>
                        </a:spcBef>
                        <a:spcAft>
                          <a:spcPts val="300"/>
                        </a:spcAft>
                        <a:buNone/>
                      </a:pPr>
                      <a:r>
                        <a:rPr lang="es-ES" sz="1100" u="none" strike="noStrike" kern="1200">
                          <a:solidFill>
                            <a:schemeClr val="tx1"/>
                          </a:solidFill>
                          <a:effectLst/>
                          <a:latin typeface="+mn-lt"/>
                          <a:ea typeface="+mn-ea"/>
                          <a:cs typeface="+mn-cs"/>
                        </a:rPr>
                        <a:t>[Por completar]</a:t>
                      </a:r>
                      <a:r>
                        <a:rPr lang="es-ES" sz="1100" u="none" strike="noStrike" kern="1200">
                          <a:solidFill>
                            <a:schemeClr val="tx1"/>
                          </a:solidFill>
                          <a:effectLst/>
                          <a:latin typeface="+mn-lt"/>
                          <a:ea typeface="+mn-ea"/>
                          <a:cs typeface="+mn-cs"/>
                          <a:sym typeface="Trebuchet MS" panose="020B0603020202020204" pitchFamily="34" charset="0"/>
                        </a:rPr>
                        <a:t/>
                      </a:r>
                      <a:r>
                        <a:rPr lang="es-ES" sz="1100" u="none" strike="noStrike" kern="1200" err="1">
                          <a:solidFill>
                            <a:schemeClr val="tx1"/>
                          </a:solidFill>
                          <a:effectLst/>
                          <a:latin typeface="+mn-lt"/>
                          <a:ea typeface="+mn-ea"/>
                          <a:cs typeface="+mn-cs"/>
                          <a:sym typeface="Trebuchet MS" panose="020B0603020202020204" pitchFamily="34" charset="0"/>
                        </a:rPr>
                        <a:t/>
                      </a:r>
                      <a:r>
                        <a:rPr lang="es-ES" sz="1100" u="none" strike="noStrike" kern="1200">
                          <a:solidFill>
                            <a:schemeClr val="tx1"/>
                          </a:solidFill>
                          <a:effectLst/>
                          <a:latin typeface="+mn-lt"/>
                          <a:ea typeface="+mn-ea"/>
                          <a:cs typeface="+mn-cs"/>
                          <a:sym typeface="Trebuchet MS" panose="020B0603020202020204" pitchFamily="34" charset="0"/>
                        </a:rPr>
                        <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58951437"/>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lang="es-ES" sz="1100" u="none" strike="noStrike" kern="1200">
                          <a:solidFill>
                            <a:schemeClr val="tx1"/>
                          </a:solidFill>
                          <a:effectLst/>
                          <a:latin typeface="+mn-lt"/>
                          <a:ea typeface="+mn-ea"/>
                          <a:cs typeface="+mn-cs"/>
                        </a:rPr>
                        <a:t>[Por completar]</a:t>
                      </a:r>
                      <a:r>
                        <a:rPr lang="es-ES" sz="1100" u="none" strike="noStrike" kern="1200">
                          <a:solidFill>
                            <a:schemeClr val="tx1"/>
                          </a:solidFill>
                          <a:effectLst/>
                          <a:latin typeface="+mn-lt"/>
                          <a:ea typeface="+mn-ea"/>
                          <a:cs typeface="+mn-cs"/>
                          <a:sym typeface="Trebuchet MS" panose="020B0603020202020204" pitchFamily="34" charset="0"/>
                        </a:rPr>
                        <a:t/>
                      </a:r>
                      <a:r>
                        <a:rPr lang="es-ES" sz="1100" u="none" strike="noStrike" kern="1200" err="1">
                          <a:solidFill>
                            <a:schemeClr val="tx1"/>
                          </a:solidFill>
                          <a:effectLst/>
                          <a:latin typeface="+mn-lt"/>
                          <a:ea typeface="+mn-ea"/>
                          <a:cs typeface="+mn-cs"/>
                          <a:sym typeface="Trebuchet MS" panose="020B0603020202020204" pitchFamily="34" charset="0"/>
                        </a:rPr>
                        <a:t/>
                      </a:r>
                      <a:r>
                        <a:rPr lang="es-ES" sz="1100" u="none" strike="noStrike" kern="1200">
                          <a:solidFill>
                            <a:schemeClr val="tx1"/>
                          </a:solidFill>
                          <a:effectLst/>
                          <a:latin typeface="+mn-lt"/>
                          <a:ea typeface="+mn-ea"/>
                          <a:cs typeface="+mn-cs"/>
                          <a:sym typeface="Trebuchet MS" panose="020B0603020202020204" pitchFamily="34" charset="0"/>
                        </a:rPr>
                        <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56801014"/>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lang="es-ES" sz="1100" u="none" strike="noStrike" kern="1200">
                          <a:solidFill>
                            <a:schemeClr val="tx1"/>
                          </a:solidFill>
                          <a:effectLst/>
                          <a:latin typeface="+mn-lt"/>
                          <a:ea typeface="+mn-ea"/>
                          <a:cs typeface="+mn-cs"/>
                        </a:rPr>
                        <a:t>[Por completar]</a:t>
                      </a:r>
                      <a:r>
                        <a:rPr lang="es-ES" sz="1100" u="none" strike="noStrike" kern="1200">
                          <a:solidFill>
                            <a:schemeClr val="tx1"/>
                          </a:solidFill>
                          <a:effectLst/>
                          <a:latin typeface="+mn-lt"/>
                          <a:ea typeface="+mn-ea"/>
                          <a:cs typeface="+mn-cs"/>
                          <a:sym typeface="Trebuchet MS" panose="020B0603020202020204" pitchFamily="34" charset="0"/>
                        </a:rPr>
                        <a:t/>
                      </a:r>
                      <a:r>
                        <a:rPr lang="es-ES" sz="1100" u="none" strike="noStrike" kern="1200" err="1">
                          <a:solidFill>
                            <a:schemeClr val="tx1"/>
                          </a:solidFill>
                          <a:effectLst/>
                          <a:latin typeface="+mn-lt"/>
                          <a:ea typeface="+mn-ea"/>
                          <a:cs typeface="+mn-cs"/>
                          <a:sym typeface="Trebuchet MS" panose="020B0603020202020204" pitchFamily="34" charset="0"/>
                        </a:rPr>
                        <a:t/>
                      </a:r>
                      <a:r>
                        <a:rPr lang="es-ES" sz="1100" u="none" strike="noStrike" kern="1200">
                          <a:solidFill>
                            <a:schemeClr val="tx1"/>
                          </a:solidFill>
                          <a:effectLst/>
                          <a:latin typeface="+mn-lt"/>
                          <a:ea typeface="+mn-ea"/>
                          <a:cs typeface="+mn-cs"/>
                          <a:sym typeface="Trebuchet MS" panose="020B0603020202020204" pitchFamily="34" charset="0"/>
                        </a:rPr>
                        <a:t/>
                      </a:r>
                      <a:r>
                        <a:rPr lang="es-ES" sz="1100" u="none" strike="noStrike" kern="1200">
                          <a:solidFill>
                            <a:schemeClr val="tx1"/>
                          </a:solidFill>
                          <a:effectLst/>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39900974"/>
                  </a:ext>
                </a:extLst>
              </a:tr>
              <a:tr h="180205">
                <a:tc rowSpan="6">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r>
                        <a:rPr lang="es-CL" sz="1100" u="none" strike="noStrike" kern="1200">
                          <a:solidFill>
                            <a:schemeClr val="tx1"/>
                          </a:solidFill>
                          <a:effectLst/>
                          <a:latin typeface="+mn-lt"/>
                          <a:ea typeface="+mn-ea"/>
                          <a:cs typeface="+mn-cs"/>
                          <a:sym typeface="Trebuchet MS" panose="020B0603020202020204" pitchFamily="34" charset="0"/>
                        </a:rPr>
                        <a:t>[Por completar]</a:t>
                      </a:r>
                      <a:r>
                        <a:rPr lang="es-ES" sz="1100" u="none" strike="noStrike" kern="1200">
                          <a:solidFill>
                            <a:schemeClr val="tx1"/>
                          </a:solidFill>
                          <a:effectLst/>
                          <a:latin typeface="+mn-lt"/>
                          <a:ea typeface="+mn-ea"/>
                          <a:cs typeface="+mn-cs"/>
                          <a:sym typeface="Trebuchet MS" panose="020B0603020202020204" pitchFamily="34" charset="0"/>
                        </a:rPr>
                        <a:t/>
                      </a: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lvl="0" algn="l">
                        <a:buNone/>
                      </a:pPr>
                      <a:r>
                        <a:rPr lang="es-419" sz="1100" b="0" i="0" u="none" strike="noStrike" kern="1200" noProof="0">
                          <a:solidFill>
                            <a:srgbClr val="696158"/>
                          </a:solidFill>
                          <a:effectLst/>
                          <a:highlight>
                            <a:srgbClr val="FFFFFF"/>
                          </a:highlight>
                          <a:latin typeface="Calibri"/>
                        </a:rPr>
                        <a:t>[Por completar]</a:t>
                      </a:r>
                      <a:endParaRPr lang="es-ES">
                        <a:highlight>
                          <a:srgbClr val="FFFFFF"/>
                        </a:highlight>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r>
                        <a:rPr kumimoji="0" lang="es-ES" sz="110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80698614"/>
                  </a:ext>
                </a:extLst>
              </a:tr>
              <a:tr h="180205">
                <a:tc vMerge="1">
                  <a:txBody>
                    <a:bodyPr/>
                    <a:lstStyle/>
                    <a:p>
                      <a:endParaRPr lang="en-US"/>
                    </a:p>
                  </a:txBody>
                  <a:tcPr/>
                </a:tc>
                <a:tc>
                  <a:txBody>
                    <a:bodyPr/>
                    <a:lstStyle/>
                    <a:p>
                      <a:pPr lvl="0" algn="l">
                        <a:buNone/>
                      </a:pPr>
                      <a:r>
                        <a:rPr lang="es-419" sz="1100" b="0" i="0" u="none" strike="noStrike" kern="1200" noProof="0">
                          <a:solidFill>
                            <a:srgbClr val="696158"/>
                          </a:solidFill>
                          <a:effectLst/>
                          <a:latin typeface="Calibri"/>
                        </a:rPr>
                        <a:t>[Por completar]</a:t>
                      </a:r>
                      <a:endParaRPr lang="es-ES"/>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kumimoji="0" lang="es-ES" sz="1100" b="0" i="0" u="none" strike="noStrike" kern="1200" cap="none" spc="0" normalizeH="0" baseline="0" noProof="0">
                          <a:ln>
                            <a:noFill/>
                          </a:ln>
                          <a:solidFill>
                            <a:srgbClr val="696158"/>
                          </a:solidFill>
                          <a:effectLst/>
                          <a:uLnTx/>
                          <a:uFillTx/>
                          <a:latin typeface="+mn-lt"/>
                          <a:ea typeface="+mn-ea"/>
                          <a:cs typeface="+mn-cs"/>
                        </a:rPr>
                        <a:t>[Por completar]</a:t>
                      </a:r>
                      <a:endPar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41122337"/>
                  </a:ext>
                </a:extLst>
              </a:tr>
              <a:tr h="180205">
                <a:tc vMerge="1">
                  <a:txBody>
                    <a:bodyPr/>
                    <a:lstStyle/>
                    <a:p>
                      <a:pPr defTabSz="914400">
                        <a:tabLst/>
                        <a:defRPr/>
                      </a:pPr>
                      <a:endParaRPr lang="en-U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r>
                        <a:rPr lang="es-CL" sz="1100" b="0" i="0" u="none" strike="noStrike" kern="1200" noProof="0">
                          <a:solidFill>
                            <a:srgbClr val="696158"/>
                          </a:solidFill>
                          <a:effectLst/>
                          <a:latin typeface="Calibri"/>
                        </a:rPr>
                        <a:t>[Por completar]</a:t>
                      </a:r>
                      <a:endParaRPr lang="es-ES"/>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[Por completar]</a:t>
                      </a:r>
                      <a:r>
                        <a:rPr kumimoji="0" lang="es-ES" sz="110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
                      </a:r>
                      <a:r>
                        <a:rPr kumimoji="0" lang="es-ES" sz="1100" b="0" i="0" u="none" strike="noStrike" kern="1200" cap="none" spc="0" normalizeH="0" baseline="0" noProof="0" err="1">
                          <a:ln>
                            <a:noFill/>
                          </a:ln>
                          <a:solidFill>
                            <a:srgbClr val="696158"/>
                          </a:solidFill>
                          <a:effectLst/>
                          <a:uLnTx/>
                          <a:uFillTx/>
                          <a:latin typeface="Calibri"/>
                          <a:ea typeface="+mn-ea"/>
                          <a:cs typeface="+mn-cs"/>
                          <a:sym typeface="Trebuchet MS" panose="020B0603020202020204" pitchFamily="34" charset="0"/>
                        </a:rPr>
                        <a:t/>
                      </a:r>
                      <a:r>
                        <a:rPr kumimoji="0" lang="es-ES" sz="110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61853879"/>
                  </a:ext>
                </a:extLst>
              </a:tr>
              <a:tr h="180205">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0" lvl="0" algn="l" rtl="0" eaLnBrk="1" fontAlgn="ctr" latinLnBrk="0" hangingPunct="1">
                        <a:buNone/>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kumimoji="0" lang="es-ES" sz="1100" b="0" i="0" u="none" strike="noStrike" kern="1200" cap="none" spc="0" normalizeH="0" baseline="0" noProof="0">
                          <a:ln>
                            <a:noFill/>
                          </a:ln>
                          <a:solidFill>
                            <a:srgbClr val="696158"/>
                          </a:solidFill>
                          <a:effectLst/>
                          <a:uLnTx/>
                          <a:uFillTx/>
                          <a:latin typeface="+mn-lt"/>
                          <a:ea typeface="+mn-ea"/>
                          <a:cs typeface="+mn-cs"/>
                        </a:rPr>
                        <a:t>[Por completar]</a:t>
                      </a:r>
                      <a:endPar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30227655"/>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algn="l" rtl="0" eaLnBrk="1" fontAlgn="ctr" latinLnBrk="0" hangingPunct="1">
                        <a:buNone/>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defTabSz="914400">
                        <a:lnSpc>
                          <a:spcPct val="110000"/>
                        </a:lnSpc>
                        <a:spcBef>
                          <a:spcPts val="600"/>
                        </a:spcBef>
                        <a:spcAft>
                          <a:spcPts val="300"/>
                        </a:spcAft>
                        <a:buNone/>
                      </a:pPr>
                      <a:r>
                        <a:rPr kumimoji="0" lang="es-ES" sz="1100" b="0" i="0" u="none" strike="noStrike" kern="1200" cap="none" spc="0" normalizeH="0" baseline="0" noProof="0">
                          <a:ln>
                            <a:noFill/>
                          </a:ln>
                          <a:solidFill>
                            <a:srgbClr val="696158"/>
                          </a:solidFill>
                          <a:effectLst/>
                          <a:uLnTx/>
                          <a:uFillTx/>
                          <a:latin typeface="+mn-lt"/>
                          <a:ea typeface="+mn-ea"/>
                          <a:cs typeface="+mn-cs"/>
                        </a:rPr>
                        <a:t>[Por completar]</a:t>
                      </a:r>
                      <a:r>
                        <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rPr>
                        <a:t/>
                      </a:r>
                      <a:r>
                        <a:rPr kumimoji="0" lang="es-ES" sz="1100" b="0" i="0" u="none" strike="noStrike" kern="1200" cap="none" spc="0" normalizeH="0" baseline="0" noProof="0" err="1">
                          <a:ln>
                            <a:noFill/>
                          </a:ln>
                          <a:solidFill>
                            <a:srgbClr val="696158"/>
                          </a:solidFill>
                          <a:effectLst/>
                          <a:uLnTx/>
                          <a:uFillTx/>
                          <a:latin typeface="+mn-lt"/>
                          <a:ea typeface="+mn-ea"/>
                          <a:cs typeface="+mn-cs"/>
                          <a:sym typeface="Trebuchet MS" panose="020B0603020202020204" pitchFamily="34" charset="0"/>
                        </a:rPr>
                        <a:t/>
                      </a:r>
                      <a:r>
                        <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rPr>
                        <a:t/>
                      </a:r>
                      <a:endParaRPr kumimoji="0" lang="en-US" sz="1100" b="0" i="0" u="none" strike="noStrike" kern="1200" cap="none" spc="0" normalizeH="0" baseline="0">
                        <a:ln>
                          <a:noFill/>
                        </a:ln>
                        <a:solidFill>
                          <a:srgbClr val="696158"/>
                        </a:solidFill>
                        <a:effectLst/>
                        <a:uLnTx/>
                        <a:uFillTx/>
                        <a:latin typeface="Calibri"/>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10915886"/>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defTabSz="914400">
                        <a:lnSpc>
                          <a:spcPct val="110000"/>
                        </a:lnSpc>
                        <a:spcBef>
                          <a:spcPts val="600"/>
                        </a:spcBef>
                        <a:spcAft>
                          <a:spcPts val="300"/>
                        </a:spcAft>
                        <a:buNone/>
                      </a:pPr>
                      <a:r>
                        <a:rPr kumimoji="0" lang="es-ES" sz="1100" b="0" i="0" u="none" strike="noStrike" kern="1200" cap="none" spc="0" normalizeH="0" baseline="0" noProof="0">
                          <a:ln>
                            <a:noFill/>
                          </a:ln>
                          <a:solidFill>
                            <a:srgbClr val="696158"/>
                          </a:solidFill>
                          <a:effectLst/>
                          <a:uLnTx/>
                          <a:uFillTx/>
                          <a:latin typeface="+mn-lt"/>
                          <a:ea typeface="+mn-ea"/>
                          <a:cs typeface="+mn-cs"/>
                        </a:rPr>
                        <a:t>[Por completar]</a:t>
                      </a:r>
                      <a:r>
                        <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rPr>
                        <a:t/>
                      </a:r>
                      <a:r>
                        <a:rPr kumimoji="0" lang="es-ES" sz="1100" b="0" i="0" u="none" strike="noStrike" kern="1200" cap="none" spc="0" normalizeH="0" baseline="0" noProof="0" err="1">
                          <a:ln>
                            <a:noFill/>
                          </a:ln>
                          <a:solidFill>
                            <a:srgbClr val="696158"/>
                          </a:solidFill>
                          <a:effectLst/>
                          <a:uLnTx/>
                          <a:uFillTx/>
                          <a:latin typeface="+mn-lt"/>
                          <a:ea typeface="+mn-ea"/>
                          <a:cs typeface="+mn-cs"/>
                          <a:sym typeface="Trebuchet MS" panose="020B0603020202020204" pitchFamily="34" charset="0"/>
                        </a:rPr>
                        <a:t/>
                      </a:r>
                      <a:r>
                        <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rPr>
                        <a:t/>
                      </a:r>
                      <a:endParaRPr kumimoji="0" lang="en-US" sz="1100" b="0" i="0" u="none" strike="noStrike" kern="1200" cap="none" spc="0" normalizeH="0" baseline="0">
                        <a:ln>
                          <a:noFill/>
                        </a:ln>
                        <a:solidFill>
                          <a:srgbClr val="696158"/>
                        </a:solidFill>
                        <a:effectLst/>
                        <a:uLnTx/>
                        <a:uFillTx/>
                        <a:latin typeface="Calibri"/>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438946327"/>
                  </a:ext>
                </a:extLst>
              </a:tr>
              <a:tr h="267496">
                <a:tc rowSpan="3">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r>
                        <a:rPr lang="es-CL" sz="1100">
                          <a:solidFill>
                            <a:schemeClr val="tx1"/>
                          </a:solidFill>
                          <a:sym typeface="Trebuchet MS" panose="020B0603020202020204" pitchFamily="34" charset="0"/>
                        </a:rPr>
                        <a:t>[Por completar]</a:t>
                      </a: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kumimoji="0" lang="es-ES" sz="1100" b="0" i="0" u="none" strike="noStrike" kern="1200" cap="none" spc="0" normalizeH="0" baseline="0" noProof="0">
                          <a:ln>
                            <a:noFill/>
                          </a:ln>
                          <a:solidFill>
                            <a:srgbClr val="696158"/>
                          </a:solidFill>
                          <a:effectLst/>
                          <a:uLnTx/>
                          <a:uFillTx/>
                          <a:latin typeface="+mn-lt"/>
                          <a:ea typeface="+mn-ea"/>
                          <a:cs typeface="+mn-cs"/>
                        </a:rPr>
                        <a:t>[Por completar]</a:t>
                      </a:r>
                      <a:endPar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328151665"/>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kumimoji="0" lang="es-ES" sz="1100" b="0" i="0" u="none" strike="noStrike" kern="1200" cap="none" spc="0" normalizeH="0" baseline="0" noProof="0">
                          <a:ln>
                            <a:noFill/>
                          </a:ln>
                          <a:solidFill>
                            <a:srgbClr val="696158"/>
                          </a:solidFill>
                          <a:effectLst/>
                          <a:uLnTx/>
                          <a:uFillTx/>
                          <a:latin typeface="+mn-lt"/>
                          <a:ea typeface="+mn-ea"/>
                          <a:cs typeface="+mn-cs"/>
                        </a:rPr>
                        <a:t>[Por completar]</a:t>
                      </a:r>
                      <a:r>
                        <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rPr>
                        <a:t/>
                      </a:r>
                      <a:r>
                        <a:rPr kumimoji="0" lang="es-ES" sz="1100" b="0" i="0" u="none" strike="noStrike" kern="1200" cap="none" spc="0" normalizeH="0" baseline="0" noProof="0" err="1">
                          <a:ln>
                            <a:noFill/>
                          </a:ln>
                          <a:solidFill>
                            <a:srgbClr val="696158"/>
                          </a:solidFill>
                          <a:effectLst/>
                          <a:uLnTx/>
                          <a:uFillTx/>
                          <a:latin typeface="+mn-lt"/>
                          <a:ea typeface="+mn-ea"/>
                          <a:cs typeface="+mn-cs"/>
                          <a:sym typeface="Trebuchet MS" panose="020B0603020202020204" pitchFamily="34" charset="0"/>
                        </a:rPr>
                        <a:t/>
                      </a:r>
                      <a:r>
                        <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rPr>
                        <a:t/>
                      </a:r>
                      <a:endParaRPr kumimoji="0" lang="en-US" sz="1100" b="0" i="0" u="none" strike="noStrike" kern="1200" cap="none" spc="0" normalizeH="0" baseline="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386671250"/>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u="none" strike="noStrike" kern="1200">
                          <a:solidFill>
                            <a:schemeClr val="tx1"/>
                          </a:solidFill>
                          <a:effectLst/>
                          <a:latin typeface="+mn-lt"/>
                          <a:ea typeface="+mn-ea"/>
                          <a:cs typeface="+mn-cs"/>
                        </a:rPr>
                        <a:t>[Por completar]</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rPr>
                        <a:t>[Por completar]</a:t>
                      </a:r>
                      <a:endParaRPr kumimoji="0" lang="en-US" sz="1100" b="0" i="0" u="none" strike="noStrike" kern="1200" cap="none" spc="0" normalizeH="0" baseline="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03066403"/>
                  </a:ext>
                </a:extLst>
              </a:tr>
            </a:tbl>
          </a:graphicData>
        </a:graphic>
      </p:graphicFrame>
      <p:sp>
        <p:nvSpPr>
          <p:cNvPr id="21" name="Rectangle: Rounded Corners 20">
            <a:extLst>
              <a:ext uri="{FF2B5EF4-FFF2-40B4-BE49-F238E27FC236}">
                <a16:creationId xmlns:a16="http://schemas.microsoft.com/office/drawing/2014/main" id="{3B864331-E8E9-3B42-1E55-5DB150D792CA}"/>
              </a:ext>
            </a:extLst>
          </p:cNvPr>
          <p:cNvSpPr/>
          <p:nvPr/>
        </p:nvSpPr>
        <p:spPr>
          <a:xfrm>
            <a:off x="342094" y="342819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solidFill>
                  <a:prstClr val="white"/>
                </a:solidFill>
                <a:latin typeface="Calibri"/>
              </a:rPr>
              <a:t>[Código]</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27">
            <a:extLst>
              <a:ext uri="{FF2B5EF4-FFF2-40B4-BE49-F238E27FC236}">
                <a16:creationId xmlns:a16="http://schemas.microsoft.com/office/drawing/2014/main" id="{484544BB-EABC-7515-1C8E-C257D9978946}"/>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endParaRPr lang="es-ES" sz="1100"/>
          </a:p>
        </p:txBody>
      </p:sp>
      <p:sp>
        <p:nvSpPr>
          <p:cNvPr id="6" name="Rectangle: Rounded Corners 3">
            <a:extLst>
              <a:ext uri="{FF2B5EF4-FFF2-40B4-BE49-F238E27FC236}">
                <a16:creationId xmlns:a16="http://schemas.microsoft.com/office/drawing/2014/main" id="{C6B6A4C3-06AF-4A38-CB3C-F5605991F05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76850B65-41E7-B946-8922-740FF2753B07}"/>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r>
              <a:rPr lang="es-CL" sz="1100" b="1">
                <a:solidFill>
                  <a:srgbClr val="EA7600"/>
                </a:solidFill>
                <a:latin typeface="Calibri"/>
              </a:rPr>
              <a:t>Fase E</a:t>
            </a:r>
            <a:endParaRPr lang="es-CL" sz="1100" b="1">
              <a:solidFill>
                <a:srgbClr val="EA7600"/>
              </a:solidFill>
              <a:ea typeface="Calibri"/>
              <a:cs typeface="Calibri"/>
            </a:endParaRPr>
          </a:p>
        </p:txBody>
      </p:sp>
      <p:sp>
        <p:nvSpPr>
          <p:cNvPr id="12" name="Rectangle: Rounded Corners 11">
            <a:extLst>
              <a:ext uri="{FF2B5EF4-FFF2-40B4-BE49-F238E27FC236}">
                <a16:creationId xmlns:a16="http://schemas.microsoft.com/office/drawing/2014/main" id="{0867535A-20B2-36B8-48AF-15C37133974E}"/>
              </a:ext>
            </a:extLst>
          </p:cNvPr>
          <p:cNvSpPr/>
          <p:nvPr/>
        </p:nvSpPr>
        <p:spPr>
          <a:xfrm>
            <a:off x="342094" y="18357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solidFill>
                  <a:prstClr val="white"/>
                </a:solidFill>
                <a:latin typeface="Calibri"/>
              </a:rPr>
              <a:t>[Código]</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BDD5F7AD-5EEC-5693-2145-0B79EB4F8B38}"/>
              </a:ext>
            </a:extLst>
          </p:cNvPr>
          <p:cNvSpPr txBox="1"/>
          <p:nvPr/>
        </p:nvSpPr>
        <p:spPr>
          <a:xfrm>
            <a:off x="1085850" y="6595110"/>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err="1">
              <a:solidFill>
                <a:schemeClr val="tx1"/>
              </a:solidFill>
            </a:endParaRPr>
          </a:p>
        </p:txBody>
      </p:sp>
      <p:sp>
        <p:nvSpPr>
          <p:cNvPr id="10" name="Rectangle: Rounded Corners 20">
            <a:extLst>
              <a:ext uri="{FF2B5EF4-FFF2-40B4-BE49-F238E27FC236}">
                <a16:creationId xmlns:a16="http://schemas.microsoft.com/office/drawing/2014/main" id="{8F70EFC6-26C1-FCE9-4CB6-9DCB82A56B20}"/>
              </a:ext>
            </a:extLst>
          </p:cNvPr>
          <p:cNvSpPr/>
          <p:nvPr/>
        </p:nvSpPr>
        <p:spPr>
          <a:xfrm>
            <a:off x="342094" y="46952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solidFill>
                  <a:prstClr val="white"/>
                </a:solidFill>
                <a:latin typeface="Calibri"/>
              </a:rPr>
              <a:t>[Código]</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423841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50D8-4E43-247D-5E5A-DCDF838600F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D34EDD4-157B-7B4E-72CE-20D4111C6C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8D34EDD4-157B-7B4E-72CE-20D4111C6C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4" name="Text Placeholder 3">
            <a:extLst>
              <a:ext uri="{FF2B5EF4-FFF2-40B4-BE49-F238E27FC236}">
                <a16:creationId xmlns:a16="http://schemas.microsoft.com/office/drawing/2014/main" id="{0B31F482-0E6E-9335-6500-4008C0D23DDE}"/>
              </a:ext>
            </a:extLst>
          </p:cNvPr>
          <p:cNvSpPr txBox="1">
            <a:spLocks/>
          </p:cNvSpPr>
          <p:nvPr/>
        </p:nvSpPr>
        <p:spPr>
          <a:xfrm>
            <a:off x="959394" y="185420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71171F3B-75C8-BEDD-291E-ADC2E1924861}"/>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buNone/>
            </a:pPr>
            <a:r>
              <a:rPr lang="es-ES" sz="1400">
                <a:solidFill>
                  <a:schemeClr val="bg1"/>
                </a:solidFill>
                <a:ea typeface="Calibri"/>
                <a:cs typeface="Calibri"/>
              </a:rPr>
              <a:t>[Por completar]</a:t>
            </a:r>
          </a:p>
        </p:txBody>
      </p:sp>
      <p:sp>
        <p:nvSpPr>
          <p:cNvPr id="35" name="Rectangle: Rounded Corners 34">
            <a:extLst>
              <a:ext uri="{FF2B5EF4-FFF2-40B4-BE49-F238E27FC236}">
                <a16:creationId xmlns:a16="http://schemas.microsoft.com/office/drawing/2014/main" id="{24B3C1FA-B2C7-190A-1F43-6B69DE955A98}"/>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3797A918-D24A-0FB6-3062-AFD0CA89EBD4}"/>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050">
                <a:solidFill>
                  <a:srgbClr val="696158"/>
                </a:solidFill>
                <a:ea typeface="+mn-lt"/>
                <a:cs typeface="+mn-lt"/>
              </a:rPr>
              <a:t>[Objetivo del subproceso]</a:t>
            </a:r>
            <a:endParaRPr lang="es-ES" sz="1050"/>
          </a:p>
        </p:txBody>
      </p:sp>
      <p:sp>
        <p:nvSpPr>
          <p:cNvPr id="53" name="Rectangle 52">
            <a:extLst>
              <a:ext uri="{FF2B5EF4-FFF2-40B4-BE49-F238E27FC236}">
                <a16:creationId xmlns:a16="http://schemas.microsoft.com/office/drawing/2014/main" id="{23E02FF0-7130-F82B-23F5-D66014293A24}"/>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A10D065A-6026-4B0E-D712-CCFB9DC088B6}"/>
              </a:ext>
            </a:extLst>
          </p:cNvPr>
          <p:cNvSpPr>
            <a:spLocks noGrp="1"/>
          </p:cNvSpPr>
          <p:nvPr>
            <p:ph type="title"/>
          </p:nvPr>
        </p:nvSpPr>
        <p:spPr>
          <a:xfrm>
            <a:off x="630000" y="622800"/>
            <a:ext cx="10933350" cy="332399"/>
          </a:xfrm>
        </p:spPr>
        <p:txBody>
          <a:bodyPr vert="horz"/>
          <a:lstStyle/>
          <a:p>
            <a:r>
              <a:rPr lang="es-CL">
                <a:solidFill>
                  <a:schemeClr val="tx1"/>
                </a:solidFill>
              </a:rPr>
              <a:t>[Código] Flujograma subproceso| [Nombre del subproceso]</a:t>
            </a:r>
            <a:r>
              <a:rPr lang="es-CL" sz="2400">
                <a:solidFill>
                  <a:schemeClr val="tx1"/>
                </a:solidFill>
              </a:rPr>
              <a:t/>
            </a:r>
            <a:r>
              <a:rPr lang="es-ES"/>
              <a:t/>
            </a:r>
            <a:endParaRPr lang="es-CL"/>
          </a:p>
        </p:txBody>
      </p:sp>
      <p:grpSp>
        <p:nvGrpSpPr>
          <p:cNvPr id="25" name="Group 24">
            <a:extLst>
              <a:ext uri="{FF2B5EF4-FFF2-40B4-BE49-F238E27FC236}">
                <a16:creationId xmlns:a16="http://schemas.microsoft.com/office/drawing/2014/main" id="{8DFD3883-BA87-17B3-DC42-E199549CD04E}"/>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496881D3-D3B3-8BFC-CB37-5270A3D89139}"/>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7479FA67-54AD-94FA-965B-6CC6F4DF3989}"/>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solidFill>
                    <a:schemeClr val="tx1"/>
                  </a:solidFill>
                  <a:latin typeface="Calibri"/>
                  <a:ea typeface="Calibri"/>
                  <a:cs typeface="Calibri"/>
                </a:rPr>
                <a:t>[Por completar]</a:t>
              </a:r>
              <a:endParaRPr lang="es-ES">
                <a:solidFill>
                  <a:schemeClr val="tx1"/>
                </a:solidFill>
              </a:endParaRPr>
            </a:p>
            <a:p>
              <a:pPr marL="323850" lvl="1" indent="-215900"/>
              <a:r>
                <a:rPr lang="es-CL" sz="1100">
                  <a:solidFill>
                    <a:schemeClr val="tx1"/>
                  </a:solidFill>
                  <a:latin typeface="Calibri"/>
                  <a:ea typeface="Calibri"/>
                  <a:cs typeface="Calibri"/>
                </a:rPr>
                <a:t>[Por completar]</a:t>
              </a:r>
            </a:p>
            <a:p>
              <a:pPr marL="323850" lvl="1" indent="-215900"/>
              <a:r>
                <a:rPr lang="es-CL" sz="1100">
                  <a:solidFill>
                    <a:schemeClr val="tx1"/>
                  </a:solidFill>
                  <a:latin typeface="Calibri"/>
                  <a:ea typeface="Calibri"/>
                  <a:cs typeface="Calibri"/>
                </a:rPr>
                <a:t>[Por completar]</a:t>
              </a:r>
              <a:endParaRPr lang="es-CL"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C4E02B12-D0EA-38D5-C4B7-F2632B5260B8}"/>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2C62E068-CBF2-C9C1-F5BD-C4B787654BC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32BE090A-7B99-497F-2EEF-3EF2C1AD805F}"/>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latin typeface="Calibri"/>
                  <a:ea typeface="Calibri"/>
                  <a:cs typeface="Calibri"/>
                  <a:sym typeface="+mn-lt"/>
                </a:rPr>
                <a:t>[Por completar]</a:t>
              </a:r>
              <a:endParaRPr lang="es-CL" sz="1100">
                <a:latin typeface="Calibri"/>
                <a:ea typeface="Calibri"/>
                <a:cs typeface="Calibri"/>
              </a:endParaRPr>
            </a:p>
            <a:p>
              <a:pPr marL="323850" lvl="1" indent="-215900"/>
              <a:r>
                <a:rPr lang="es-CL" sz="1100">
                  <a:latin typeface="Calibri"/>
                  <a:ea typeface="Calibri"/>
                  <a:cs typeface="Calibri"/>
                </a:rPr>
                <a:t>[Por completar]</a:t>
              </a:r>
              <a:endParaRPr lang="es-CL" sz="1100">
                <a:latin typeface="Calibri"/>
                <a:ea typeface="Calibri"/>
                <a:cs typeface="Calibri"/>
                <a:sym typeface="+mn-lt"/>
              </a:endParaRPr>
            </a:p>
            <a:p>
              <a:pPr marL="323850" lvl="1" indent="-215900"/>
              <a:r>
                <a:rPr lang="es-CL" sz="1100" err="1">
                  <a:latin typeface="Calibri"/>
                  <a:ea typeface="Calibri"/>
                  <a:cs typeface="Calibri"/>
                </a:rPr>
                <a:t>[Por completar]</a:t>
              </a:r>
              <a:r>
                <a:rPr lang="es-CL" sz="1100">
                  <a:latin typeface="Calibri"/>
                  <a:ea typeface="Calibri"/>
                  <a:cs typeface="Calibri"/>
                </a:rPr>
                <a:t/>
              </a:r>
            </a:p>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4EBC4252-04C4-C1A1-B524-D407D07CEEE0}"/>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96879255-AD4F-FA94-91B4-15F248295C16}"/>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CDC452B1-379B-0EF6-10BA-B5E29B7170D8}"/>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latin typeface="Calibri"/>
                  <a:ea typeface="Calibri"/>
                  <a:cs typeface="Calibri"/>
                  <a:sym typeface="+mn-lt"/>
                </a:rPr>
                <a:t>[Por completar]</a:t>
              </a:r>
              <a:endParaRPr lang="es-CL" sz="1100">
                <a:ea typeface="Calibri"/>
                <a:cs typeface="Calibri"/>
              </a:endParaRPr>
            </a:p>
            <a:p>
              <a:pPr marL="323850" lvl="1" indent="-215900"/>
              <a:r>
                <a:rPr lang="es-CL" sz="1100">
                  <a:solidFill>
                    <a:schemeClr val="tx1"/>
                  </a:solidFill>
                  <a:latin typeface="Calibri"/>
                  <a:ea typeface="Calibri"/>
                  <a:cs typeface="Calibri"/>
                </a:rPr>
                <a:t>[Por completar]</a:t>
              </a:r>
              <a:endParaRPr lang="es-CL" sz="1100">
                <a:solidFill>
                  <a:schemeClr val="tx1"/>
                </a:solidFill>
                <a:ea typeface="Calibri"/>
                <a:cs typeface="Calibri"/>
              </a:endParaRPr>
            </a:p>
            <a:p>
              <a:pPr marL="323850" lvl="1" indent="-215900"/>
              <a:endParaRPr lang="es-CL"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AF3D23A0-2A01-26BE-E34A-0E37DD757EFF}"/>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4AB05086-E89E-C7D2-1CF0-FF9C0A13969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10890E79-571A-AEC5-E6D2-0E33C1ED08E8}"/>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100">
                  <a:latin typeface="+mn-lt"/>
                  <a:ea typeface="Calibri"/>
                  <a:cs typeface="Calibri"/>
                </a:rPr>
                <a:t>[Por completar]</a:t>
              </a:r>
              <a:endParaRPr lang="es-ES"/>
            </a:p>
          </p:txBody>
        </p:sp>
      </p:grpSp>
      <p:sp>
        <p:nvSpPr>
          <p:cNvPr id="28" name="Rectangle: Rounded Corners 27">
            <a:extLst>
              <a:ext uri="{FF2B5EF4-FFF2-40B4-BE49-F238E27FC236}">
                <a16:creationId xmlns:a16="http://schemas.microsoft.com/office/drawing/2014/main" id="{0C4CBDED-D0E9-5863-72A7-EA7EAFB1429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9A9300"/>
                </a:solidFill>
              </a:rPr>
              <a:t>[Por completar]</a:t>
            </a:r>
            <a:endParaRPr lang="es-ES"/>
          </a:p>
        </p:txBody>
      </p:sp>
      <p:sp>
        <p:nvSpPr>
          <p:cNvPr id="7" name="Rectangle: Rounded Corners 3">
            <a:extLst>
              <a:ext uri="{FF2B5EF4-FFF2-40B4-BE49-F238E27FC236}">
                <a16:creationId xmlns:a16="http://schemas.microsoft.com/office/drawing/2014/main" id="{4D26138E-5672-A61C-34BE-D14D5167E55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chemeClr val="bg1"/>
                </a:solidFill>
              </a:rPr>
              <a:t>[Por completar]</a:t>
            </a:r>
          </a:p>
        </p:txBody>
      </p:sp>
      <p:sp>
        <p:nvSpPr>
          <p:cNvPr id="18" name="Rectangle: Rounded Corners 36">
            <a:extLst>
              <a:ext uri="{FF2B5EF4-FFF2-40B4-BE49-F238E27FC236}">
                <a16:creationId xmlns:a16="http://schemas.microsoft.com/office/drawing/2014/main" id="{D0EE7EA4-CEB8-36B5-5814-DCE2B5F5AF7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E</a:t>
            </a:r>
            <a:endParaRPr lang="es-ES"/>
          </a:p>
        </p:txBody>
      </p:sp>
      <p:sp>
        <p:nvSpPr>
          <p:cNvPr id="4" name="Oval 32">
            <a:extLst>
              <a:ext uri="{FF2B5EF4-FFF2-40B4-BE49-F238E27FC236}">
                <a16:creationId xmlns:a16="http://schemas.microsoft.com/office/drawing/2014/main" id="{1212F2D0-344C-4C3F-7537-E4A1DDDACCA1}"/>
              </a:ext>
            </a:extLst>
          </p:cNvPr>
          <p:cNvSpPr/>
          <p:nvPr/>
        </p:nvSpPr>
        <p:spPr>
          <a:xfrm>
            <a:off x="1136351" y="2503817"/>
            <a:ext cx="1102708" cy="1043948"/>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[Por completar]</a:t>
            </a:r>
          </a:p>
        </p:txBody>
      </p:sp>
      <p:sp>
        <p:nvSpPr>
          <p:cNvPr id="6" name="Rectangle: Rounded Corners 8">
            <a:extLst>
              <a:ext uri="{FF2B5EF4-FFF2-40B4-BE49-F238E27FC236}">
                <a16:creationId xmlns:a16="http://schemas.microsoft.com/office/drawing/2014/main" id="{B36191A4-6AE0-3809-A61C-688C01283ACE}"/>
              </a:ext>
            </a:extLst>
          </p:cNvPr>
          <p:cNvSpPr/>
          <p:nvPr/>
        </p:nvSpPr>
        <p:spPr>
          <a:xfrm>
            <a:off x="2738511" y="2588773"/>
            <a:ext cx="1446303" cy="863496"/>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p>
        </p:txBody>
      </p:sp>
      <p:sp>
        <p:nvSpPr>
          <p:cNvPr id="10" name="Rectangle: Rounded Corners 43">
            <a:extLst>
              <a:ext uri="{FF2B5EF4-FFF2-40B4-BE49-F238E27FC236}">
                <a16:creationId xmlns:a16="http://schemas.microsoft.com/office/drawing/2014/main" id="{6E04259D-8D08-1C1A-B4BA-4AD4AD0B7B45}"/>
              </a:ext>
            </a:extLst>
          </p:cNvPr>
          <p:cNvSpPr/>
          <p:nvPr/>
        </p:nvSpPr>
        <p:spPr>
          <a:xfrm>
            <a:off x="3273940" y="250155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solidFill>
                  <a:prstClr val="white"/>
                </a:solidFill>
                <a:latin typeface="Calibri"/>
              </a:rPr>
              <a:t>[Código]</a:t>
            </a:r>
            <a:r>
              <a:rPr kumimoji="0" lang="es-CL" sz="900" b="1" i="0" u="none" strike="noStrike" kern="1200" cap="none" spc="0" normalizeH="0" baseline="0" noProof="0">
                <a:ln>
                  <a:noFill/>
                </a:ln>
                <a:solidFill>
                  <a:prstClr val="white"/>
                </a:solidFill>
                <a:effectLst/>
                <a:uLnTx/>
                <a:uFillTx/>
                <a:latin typeface="Calibri"/>
                <a:ea typeface="+mn-ea"/>
                <a:cs typeface="+mn-cs"/>
              </a:rPr>
              <a:t/>
            </a:r>
          </a:p>
        </p:txBody>
      </p:sp>
      <p:sp>
        <p:nvSpPr>
          <p:cNvPr id="11" name="Rectangle: Rounded Corners 8">
            <a:extLst>
              <a:ext uri="{FF2B5EF4-FFF2-40B4-BE49-F238E27FC236}">
                <a16:creationId xmlns:a16="http://schemas.microsoft.com/office/drawing/2014/main" id="{85E21137-D709-C9EF-29EF-B847DE64D3D3}"/>
              </a:ext>
            </a:extLst>
          </p:cNvPr>
          <p:cNvSpPr/>
          <p:nvPr/>
        </p:nvSpPr>
        <p:spPr>
          <a:xfrm>
            <a:off x="4776826" y="2707484"/>
            <a:ext cx="1446303" cy="626074"/>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[Por completar]</a:t>
            </a: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12" name="Rectangle: Rounded Corners 43">
            <a:extLst>
              <a:ext uri="{FF2B5EF4-FFF2-40B4-BE49-F238E27FC236}">
                <a16:creationId xmlns:a16="http://schemas.microsoft.com/office/drawing/2014/main" id="{E606CB92-6152-8F58-2687-E6EA156D0D4B}"/>
              </a:ext>
            </a:extLst>
          </p:cNvPr>
          <p:cNvSpPr/>
          <p:nvPr/>
        </p:nvSpPr>
        <p:spPr>
          <a:xfrm>
            <a:off x="5342931" y="2620268"/>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solidFill>
                  <a:prstClr val="white"/>
                </a:solidFill>
                <a:latin typeface="Calibri"/>
              </a:rPr>
              <a:t>[Código]</a:t>
            </a:r>
            <a:r>
              <a:rPr kumimoji="0" lang="es-CL" sz="900" b="1" i="0" u="none" strike="noStrike" kern="1200" cap="none" spc="0" normalizeH="0" baseline="0" noProof="0">
                <a:ln>
                  <a:noFill/>
                </a:ln>
                <a:solidFill>
                  <a:prstClr val="white"/>
                </a:solidFill>
                <a:effectLst/>
                <a:uLnTx/>
                <a:uFillTx/>
                <a:latin typeface="Calibri"/>
                <a:ea typeface="+mn-ea"/>
                <a:cs typeface="+mn-cs"/>
              </a:rPr>
              <a:t/>
            </a:r>
          </a:p>
        </p:txBody>
      </p:sp>
      <p:cxnSp>
        <p:nvCxnSpPr>
          <p:cNvPr id="14" name="Straight Arrow Connector 33">
            <a:extLst>
              <a:ext uri="{FF2B5EF4-FFF2-40B4-BE49-F238E27FC236}">
                <a16:creationId xmlns:a16="http://schemas.microsoft.com/office/drawing/2014/main" id="{BE1F91FA-0FE5-8A3B-E103-C39404DCDF97}"/>
              </a:ext>
            </a:extLst>
          </p:cNvPr>
          <p:cNvCxnSpPr>
            <a:cxnSpLocks/>
            <a:stCxn id="4" idx="6"/>
            <a:endCxn id="6" idx="1"/>
          </p:cNvCxnSpPr>
          <p:nvPr/>
        </p:nvCxnSpPr>
        <p:spPr>
          <a:xfrm flipV="1">
            <a:off x="2239059" y="3020521"/>
            <a:ext cx="49945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7" name="Straight Arrow Connector 33">
            <a:extLst>
              <a:ext uri="{FF2B5EF4-FFF2-40B4-BE49-F238E27FC236}">
                <a16:creationId xmlns:a16="http://schemas.microsoft.com/office/drawing/2014/main" id="{182E5100-D38A-7B25-27D6-7D146AA2D809}"/>
              </a:ext>
            </a:extLst>
          </p:cNvPr>
          <p:cNvCxnSpPr>
            <a:cxnSpLocks/>
            <a:stCxn id="6" idx="3"/>
            <a:endCxn id="11" idx="1"/>
          </p:cNvCxnSpPr>
          <p:nvPr/>
        </p:nvCxnSpPr>
        <p:spPr>
          <a:xfrm>
            <a:off x="4184814" y="3020521"/>
            <a:ext cx="59201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33" name="Rombo 32">
            <a:extLst>
              <a:ext uri="{FF2B5EF4-FFF2-40B4-BE49-F238E27FC236}">
                <a16:creationId xmlns:a16="http://schemas.microsoft.com/office/drawing/2014/main" id="{C21E9E88-4E71-42EB-646A-D499DD23DF19}"/>
              </a:ext>
            </a:extLst>
          </p:cNvPr>
          <p:cNvSpPr/>
          <p:nvPr/>
        </p:nvSpPr>
        <p:spPr>
          <a:xfrm>
            <a:off x="5013884" y="490408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[Por completar]</a:t>
            </a:r>
          </a:p>
        </p:txBody>
      </p:sp>
      <p:cxnSp>
        <p:nvCxnSpPr>
          <p:cNvPr id="34" name="Straight Arrow Connector 33">
            <a:extLst>
              <a:ext uri="{FF2B5EF4-FFF2-40B4-BE49-F238E27FC236}">
                <a16:creationId xmlns:a16="http://schemas.microsoft.com/office/drawing/2014/main" id="{DB82E330-EC5F-9172-11D7-EBBC20306FAC}"/>
              </a:ext>
            </a:extLst>
          </p:cNvPr>
          <p:cNvCxnSpPr>
            <a:cxnSpLocks/>
            <a:stCxn id="11" idx="2"/>
            <a:endCxn id="33" idx="0"/>
          </p:cNvCxnSpPr>
          <p:nvPr/>
        </p:nvCxnSpPr>
        <p:spPr>
          <a:xfrm flipH="1">
            <a:off x="5499977" y="3333558"/>
            <a:ext cx="1" cy="1570523"/>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40" name="CuadroTexto 176">
            <a:extLst>
              <a:ext uri="{FF2B5EF4-FFF2-40B4-BE49-F238E27FC236}">
                <a16:creationId xmlns:a16="http://schemas.microsoft.com/office/drawing/2014/main" id="{E94FE320-8A26-2F57-4BAB-174ED5931CF1}"/>
              </a:ext>
            </a:extLst>
          </p:cNvPr>
          <p:cNvSpPr txBox="1"/>
          <p:nvPr/>
        </p:nvSpPr>
        <p:spPr>
          <a:xfrm>
            <a:off x="6007129" y="5091201"/>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41" name="CuadroTexto 176">
            <a:extLst>
              <a:ext uri="{FF2B5EF4-FFF2-40B4-BE49-F238E27FC236}">
                <a16:creationId xmlns:a16="http://schemas.microsoft.com/office/drawing/2014/main" id="{000C09DD-8B14-57C7-68AE-AA4BE39281D9}"/>
              </a:ext>
            </a:extLst>
          </p:cNvPr>
          <p:cNvSpPr txBox="1"/>
          <p:nvPr/>
        </p:nvSpPr>
        <p:spPr>
          <a:xfrm>
            <a:off x="4691965" y="5091201"/>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47" name="Oval 15">
            <a:extLst>
              <a:ext uri="{FF2B5EF4-FFF2-40B4-BE49-F238E27FC236}">
                <a16:creationId xmlns:a16="http://schemas.microsoft.com/office/drawing/2014/main" id="{742E6968-444E-E77A-315A-DB42262B6DFF}"/>
              </a:ext>
            </a:extLst>
          </p:cNvPr>
          <p:cNvSpPr/>
          <p:nvPr/>
        </p:nvSpPr>
        <p:spPr>
          <a:xfrm>
            <a:off x="6564738" y="5012443"/>
            <a:ext cx="1034042" cy="65449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48" name="Oval 15">
            <a:extLst>
              <a:ext uri="{FF2B5EF4-FFF2-40B4-BE49-F238E27FC236}">
                <a16:creationId xmlns:a16="http://schemas.microsoft.com/office/drawing/2014/main" id="{5C61327F-0B3E-1E77-7285-9F2C8ED05C27}"/>
              </a:ext>
            </a:extLst>
          </p:cNvPr>
          <p:cNvSpPr/>
          <p:nvPr/>
        </p:nvSpPr>
        <p:spPr>
          <a:xfrm>
            <a:off x="3259041" y="5012444"/>
            <a:ext cx="1034042" cy="65449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696158"/>
                </a:solidFill>
                <a:effectLst/>
                <a:uLnTx/>
                <a:uFillTx/>
                <a:latin typeface="Calibri"/>
                <a:ea typeface="+mn-ea"/>
                <a:cs typeface="+mn-cs"/>
              </a:rPr>
              <a:t>[Por completar]</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9" name="Straight Arrow Connector 33">
            <a:extLst>
              <a:ext uri="{FF2B5EF4-FFF2-40B4-BE49-F238E27FC236}">
                <a16:creationId xmlns:a16="http://schemas.microsoft.com/office/drawing/2014/main" id="{2615C8B3-59CF-4ABC-974A-8835F06BC388}"/>
              </a:ext>
            </a:extLst>
          </p:cNvPr>
          <p:cNvCxnSpPr>
            <a:cxnSpLocks/>
            <a:stCxn id="33" idx="3"/>
            <a:endCxn id="47" idx="2"/>
          </p:cNvCxnSpPr>
          <p:nvPr/>
        </p:nvCxnSpPr>
        <p:spPr>
          <a:xfrm flipV="1">
            <a:off x="5986070" y="5339689"/>
            <a:ext cx="578668" cy="2"/>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33">
            <a:extLst>
              <a:ext uri="{FF2B5EF4-FFF2-40B4-BE49-F238E27FC236}">
                <a16:creationId xmlns:a16="http://schemas.microsoft.com/office/drawing/2014/main" id="{057115F2-C3B7-5590-3BC0-6567BA6C9D5F}"/>
              </a:ext>
            </a:extLst>
          </p:cNvPr>
          <p:cNvCxnSpPr>
            <a:cxnSpLocks/>
            <a:stCxn id="33" idx="1"/>
            <a:endCxn id="48" idx="6"/>
          </p:cNvCxnSpPr>
          <p:nvPr/>
        </p:nvCxnSpPr>
        <p:spPr>
          <a:xfrm flipH="1" flipV="1">
            <a:off x="4293083" y="5339690"/>
            <a:ext cx="720801" cy="1"/>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3058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DEDA-9C70-A5BA-59F9-E52E31D6AB18}"/>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FF02680-D93D-5F48-95D0-A115440945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FF02680-D93D-5F48-95D0-A115440945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B9C9533-7DED-2E4D-5C6F-EEB4253079D9}"/>
              </a:ext>
            </a:extLst>
          </p:cNvPr>
          <p:cNvSpPr>
            <a:spLocks noGrp="1"/>
          </p:cNvSpPr>
          <p:nvPr>
            <p:ph type="title"/>
          </p:nvPr>
        </p:nvSpPr>
        <p:spPr/>
        <p:txBody>
          <a:bodyPr vert="horz"/>
          <a:lstStyle/>
          <a:p>
            <a:r>
              <a:rPr lang="es-CL">
                <a:solidFill>
                  <a:schemeClr val="tx1"/>
                </a:solidFill>
              </a:rPr>
              <a:t>[Código] Actividades y tareas| [Nombre del subproceso]</a:t>
            </a:r>
            <a:r>
              <a:rPr lang="es-CL" sz="2400">
                <a:solidFill>
                  <a:schemeClr val="tx1"/>
                </a:solidFill>
              </a:rPr>
              <a:t/>
            </a:r>
            <a:r>
              <a:rPr lang="es-CL">
                <a:solidFill>
                  <a:schemeClr val="tx1"/>
                </a:solidFill>
              </a:rPr>
              <a:t/>
            </a:r>
            <a:r>
              <a:rPr lang="es-CL" sz="2400">
                <a:solidFill>
                  <a:schemeClr val="tx1"/>
                </a:solidFill>
              </a:rPr>
              <a:t/>
            </a:r>
            <a:r>
              <a:rPr lang="es-CL"/>
              <a:t/>
            </a:r>
            <a:endParaRPr lang="es-ES"/>
          </a:p>
        </p:txBody>
      </p:sp>
      <p:graphicFrame>
        <p:nvGraphicFramePr>
          <p:cNvPr id="20" name="Table 19">
            <a:extLst>
              <a:ext uri="{FF2B5EF4-FFF2-40B4-BE49-F238E27FC236}">
                <a16:creationId xmlns:a16="http://schemas.microsoft.com/office/drawing/2014/main" id="{8C4FF83B-E642-EB14-A4B0-3638CD29A30F}"/>
              </a:ext>
            </a:extLst>
          </p:cNvPr>
          <p:cNvGraphicFramePr>
            <a:graphicFrameLocks noGrp="1"/>
          </p:cNvGraphicFramePr>
          <p:nvPr>
            <p:extLst>
              <p:ext uri="{D42A27DB-BD31-4B8C-83A1-F6EECF244321}">
                <p14:modId xmlns:p14="http://schemas.microsoft.com/office/powerpoint/2010/main" val="2725592203"/>
              </p:ext>
            </p:extLst>
          </p:nvPr>
        </p:nvGraphicFramePr>
        <p:xfrm>
          <a:off x="1010094" y="1280047"/>
          <a:ext cx="10552505" cy="3509176"/>
        </p:xfrm>
        <a:graphic>
          <a:graphicData uri="http://schemas.openxmlformats.org/drawingml/2006/table">
            <a:tbl>
              <a:tblPr>
                <a:tableStyleId>{2D5ABB26-0587-4C30-8999-92F81FD0307C}</a:tableStyleId>
              </a:tblPr>
              <a:tblGrid>
                <a:gridCol w="2550582">
                  <a:extLst>
                    <a:ext uri="{9D8B030D-6E8A-4147-A177-3AD203B41FA5}">
                      <a16:colId xmlns:a16="http://schemas.microsoft.com/office/drawing/2014/main" val="741832067"/>
                    </a:ext>
                  </a:extLst>
                </a:gridCol>
                <a:gridCol w="5638799">
                  <a:extLst>
                    <a:ext uri="{9D8B030D-6E8A-4147-A177-3AD203B41FA5}">
                      <a16:colId xmlns:a16="http://schemas.microsoft.com/office/drawing/2014/main" val="2629782098"/>
                    </a:ext>
                  </a:extLst>
                </a:gridCol>
                <a:gridCol w="2363124">
                  <a:extLst>
                    <a:ext uri="{9D8B030D-6E8A-4147-A177-3AD203B41FA5}">
                      <a16:colId xmlns:a16="http://schemas.microsoft.com/office/drawing/2014/main" val="1732901862"/>
                    </a:ext>
                  </a:extLst>
                </a:gridCol>
              </a:tblGrid>
              <a:tr h="543087">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41922542"/>
                  </a:ext>
                </a:extLst>
              </a:tr>
              <a:tr h="668416">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u="none" strike="noStrike" kern="1200" noProof="0">
                          <a:solidFill>
                            <a:schemeClr val="tx1"/>
                          </a:solidFill>
                          <a:effectLst/>
                          <a:latin typeface="+mn-lt"/>
                          <a:ea typeface="+mn-ea"/>
                          <a:cs typeface="+mn-cs"/>
                        </a:rPr>
                        <a:t>[Por completar]</a:t>
                      </a: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ES" sz="1100" u="none" strike="noStrike" kern="1200" noProof="0">
                          <a:solidFill>
                            <a:schemeClr val="tx1"/>
                          </a:solidFill>
                          <a:effectLst/>
                          <a:latin typeface="+mn-lt"/>
                          <a:ea typeface="+mn-ea"/>
                          <a:cs typeface="+mn-cs"/>
                        </a:rPr>
                        <a:t>[Por completar]</a:t>
                      </a:r>
                      <a:r>
                        <a:rPr lang="es-ES" sz="1100" u="none" strike="noStrike" kern="1200" noProof="0" err="1">
                          <a:solidFill>
                            <a:schemeClr val="tx1"/>
                          </a:solidFill>
                          <a:effectLst/>
                          <a:latin typeface="+mn-lt"/>
                          <a:ea typeface="+mn-ea"/>
                          <a:cs typeface="+mn-cs"/>
                        </a:rPr>
                        <a:t/>
                      </a:r>
                      <a:r>
                        <a:rPr lang="es-ES" sz="1100" u="none" strike="noStrike" kern="1200" noProof="0">
                          <a:solidFill>
                            <a:schemeClr val="tx1"/>
                          </a:solidFill>
                          <a:effectLst/>
                          <a:latin typeface="+mn-lt"/>
                          <a:ea typeface="+mn-ea"/>
                          <a:cs typeface="+mn-cs"/>
                        </a:rPr>
                        <a:t/>
                      </a:r>
                      <a:endParaRPr lang="es-CL" sz="1100" u="none" strike="noStrike" kern="1200" noProof="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[Por completar]</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52649931"/>
                  </a:ext>
                </a:extLst>
              </a:tr>
              <a:tr h="375983">
                <a:tc vMerge="1">
                  <a:txBody>
                    <a:bodyPr/>
                    <a:lstStyle/>
                    <a:p>
                      <a:pPr defTabSz="914400"/>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CL" sz="1100" b="0" i="0" u="none" strike="noStrike" kern="1200" noProof="0">
                          <a:solidFill>
                            <a:schemeClr val="tx1"/>
                          </a:solidFill>
                          <a:effectLst/>
                          <a:latin typeface="Calibri"/>
                        </a:rPr>
                        <a:t>[Por completar]</a:t>
                      </a:r>
                      <a:endParaRPr lang="es-ES"/>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a:lnSpc>
                          <a:spcPct val="110000"/>
                        </a:lnSpc>
                        <a:spcBef>
                          <a:spcPts val="600"/>
                        </a:spcBef>
                        <a:spcAft>
                          <a:spcPts val="300"/>
                        </a:spcAft>
                        <a:buClr>
                          <a:srgbClr val="696158"/>
                        </a:buClr>
                        <a:buFont typeface="Arial,Sans-Serif"/>
                        <a:buChar char="​"/>
                      </a:pPr>
                      <a:r>
                        <a:rPr lang="es-CL" sz="1100" b="0" i="0" u="none" strike="noStrike" kern="1200" noProof="0">
                          <a:solidFill>
                            <a:schemeClr val="tx1"/>
                          </a:solidFill>
                          <a:latin typeface="Calibri"/>
                        </a:rPr>
                        <a:t>[Por completar]</a:t>
                      </a:r>
                      <a:endParaRPr lang="es-CL" sz="1100" b="0" i="0" u="none" strike="noStrike" kern="1200" noProof="0">
                        <a:solidFill>
                          <a:srgbClr val="696158"/>
                        </a:solidFill>
                        <a:latin typeface="Calibri"/>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11943038"/>
                  </a:ext>
                </a:extLst>
              </a:tr>
              <a:tr h="668416">
                <a:tc rowSpan="4">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r>
                        <a:rPr lang="es-CL" sz="1100" u="none" strike="noStrike" kern="1200" noProof="0">
                          <a:solidFill>
                            <a:schemeClr val="tx1"/>
                          </a:solidFill>
                          <a:effectLst/>
                          <a:latin typeface="+mn-lt"/>
                          <a:ea typeface="+mn-ea"/>
                          <a:cs typeface="+mn-cs"/>
                        </a:rPr>
                        <a:t>[Por completar]</a:t>
                      </a: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r>
                        <a:rPr lang="es-CL" sz="1100" u="none" strike="noStrike" kern="1200" noProof="0">
                          <a:solidFill>
                            <a:schemeClr val="tx1"/>
                          </a:solidFill>
                          <a:effectLst/>
                          <a:latin typeface="+mn-lt"/>
                          <a:ea typeface="+mn-ea"/>
                          <a:cs typeface="+mn-cs"/>
                        </a:rPr>
                        <a:t>[Por completar]</a:t>
                      </a:r>
                      <a:endParaRPr lang="es-CL"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rtl="0" eaLnBrk="1" fontAlgn="auto" latinLnBrk="0" hangingPunct="1">
                        <a:lnSpc>
                          <a:spcPct val="110000"/>
                        </a:lnSpc>
                        <a:spcBef>
                          <a:spcPts val="600"/>
                        </a:spcBef>
                        <a:spcAft>
                          <a:spcPts val="300"/>
                        </a:spcAft>
                        <a:buClr>
                          <a:srgbClr val="EA7600"/>
                        </a:buClr>
                        <a:buSzTx/>
                        <a:buNone/>
                      </a:pPr>
                      <a:r>
                        <a:rPr lang="es-CL" sz="1100" kern="1200">
                          <a:solidFill>
                            <a:schemeClr val="tx1"/>
                          </a:solidFill>
                          <a:latin typeface="+mn-lt"/>
                          <a:ea typeface="+mn-ea"/>
                          <a:cs typeface="+mn-cs"/>
                        </a:rPr>
                        <a:t>[Por completar]</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80698614"/>
                  </a:ext>
                </a:extLst>
              </a:tr>
              <a:tr h="417758">
                <a:tc vMerge="1">
                  <a:txBody>
                    <a:bodyPr/>
                    <a:lstStyle/>
                    <a:p>
                      <a:pPr defTabSz="914400">
                        <a:tabLst/>
                        <a:defRPr/>
                      </a:pPr>
                      <a:endParaRPr lang="en-U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r>
                        <a:rPr lang="es-CL" sz="1100" u="none" strike="noStrike" kern="1200" noProof="0">
                          <a:solidFill>
                            <a:schemeClr val="tx1"/>
                          </a:solidFill>
                          <a:effectLst/>
                          <a:latin typeface="+mn-lt"/>
                          <a:ea typeface="+mn-ea"/>
                          <a:cs typeface="+mn-cs"/>
                        </a:rPr>
                        <a:t>[Por completar]</a:t>
                      </a:r>
                      <a:r>
                        <a:rPr lang="es-CL" sz="1100" u="none" strike="noStrike" kern="1200" noProof="0" err="1">
                          <a:solidFill>
                            <a:schemeClr val="tx1"/>
                          </a:solidFill>
                          <a:effectLst/>
                          <a:latin typeface="+mn-lt"/>
                          <a:ea typeface="+mn-ea"/>
                          <a:cs typeface="+mn-cs"/>
                        </a:rPr>
                        <a:t/>
                      </a:r>
                      <a:r>
                        <a:rPr lang="es-CL" sz="1100" u="none" strike="noStrike" kern="1200" noProof="0">
                          <a:solidFill>
                            <a:schemeClr val="tx1"/>
                          </a:solidFill>
                          <a:effectLst/>
                          <a:latin typeface="+mn-lt"/>
                          <a:ea typeface="+mn-ea"/>
                          <a:cs typeface="+mn-cs"/>
                        </a:rPr>
                        <a:t/>
                      </a:r>
                      <a:endParaRPr lang="es-ES"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a:lnSpc>
                          <a:spcPct val="110000"/>
                        </a:lnSpc>
                        <a:spcBef>
                          <a:spcPts val="600"/>
                        </a:spcBef>
                        <a:spcAft>
                          <a:spcPts val="300"/>
                        </a:spcAft>
                        <a:buNone/>
                      </a:pPr>
                      <a:r>
                        <a:rPr lang="es-CL" sz="1100" kern="1200">
                          <a:solidFill>
                            <a:schemeClr val="tx1"/>
                          </a:solidFill>
                          <a:latin typeface="+mn-lt"/>
                          <a:ea typeface="+mn-ea"/>
                          <a:cs typeface="+mn-cs"/>
                        </a:rPr>
                        <a:t>[Por completar]</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61853879"/>
                  </a:ext>
                </a:extLst>
              </a:tr>
              <a:tr h="417758">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0" lvl="0" algn="l" defTabSz="914400" rtl="0" eaLnBrk="1" fontAlgn="ctr" latinLnBrk="0" hangingPunct="1">
                        <a:buNone/>
                      </a:pPr>
                      <a:r>
                        <a:rPr lang="es-ES" sz="1100" u="none" strike="noStrike" kern="1200" noProof="0">
                          <a:solidFill>
                            <a:schemeClr val="tx1"/>
                          </a:solidFill>
                          <a:effectLst/>
                          <a:latin typeface="+mn-lt"/>
                          <a:ea typeface="+mn-ea"/>
                          <a:cs typeface="+mn-cs"/>
                        </a:rPr>
                        <a:t>[Por completar]</a:t>
                      </a:r>
                      <a:endParaRPr lang="es-ES"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ctr" latinLnBrk="0" hangingPunct="1">
                        <a:lnSpc>
                          <a:spcPct val="110000"/>
                        </a:lnSpc>
                        <a:spcBef>
                          <a:spcPts val="600"/>
                        </a:spcBef>
                        <a:spcAft>
                          <a:spcPts val="300"/>
                        </a:spcAft>
                        <a:buNone/>
                      </a:pPr>
                      <a:r>
                        <a:rPr lang="es-CL" sz="1100" u="none" strike="noStrike" kern="1200">
                          <a:solidFill>
                            <a:schemeClr val="tx1"/>
                          </a:solidFill>
                          <a:effectLst/>
                          <a:latin typeface="+mn-lt"/>
                          <a:ea typeface="+mn-ea"/>
                          <a:cs typeface="+mn-cs"/>
                        </a:rPr>
                        <a:t>[Por completar]</a:t>
                      </a: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30227655"/>
                  </a:ext>
                </a:extLst>
              </a:tr>
              <a:tr h="417758">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r>
                        <a:rPr lang="es-ES" sz="1100" u="none" strike="noStrike" kern="1200" noProof="0">
                          <a:solidFill>
                            <a:schemeClr val="tx1"/>
                          </a:solidFill>
                          <a:effectLst/>
                          <a:latin typeface="+mn-lt"/>
                          <a:ea typeface="+mn-ea"/>
                          <a:cs typeface="+mn-cs"/>
                        </a:rPr>
                        <a:t>[Por completar]</a:t>
                      </a:r>
                      <a:endParaRPr lang="es-ES"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a:lnSpc>
                          <a:spcPct val="110000"/>
                        </a:lnSpc>
                        <a:spcBef>
                          <a:spcPts val="600"/>
                        </a:spcBef>
                        <a:spcAft>
                          <a:spcPts val="300"/>
                        </a:spcAft>
                        <a:buNone/>
                      </a:pPr>
                      <a:r>
                        <a:rPr lang="es-CL" sz="1100" kern="1200">
                          <a:solidFill>
                            <a:schemeClr val="tx1"/>
                          </a:solidFill>
                          <a:latin typeface="+mn-lt"/>
                          <a:ea typeface="+mn-ea"/>
                          <a:cs typeface="+mn-cs"/>
                        </a:rPr>
                        <a:t>[Por completar]</a:t>
                      </a:r>
                      <a:r>
                        <a:rPr lang="es-CL" sz="1100" kern="1200" err="1">
                          <a:solidFill>
                            <a:schemeClr val="tx1"/>
                          </a:solidFill>
                          <a:latin typeface="+mn-lt"/>
                          <a:ea typeface="+mn-ea"/>
                          <a:cs typeface="+mn-cs"/>
                        </a:rPr>
                        <a:t/>
                      </a: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15452927"/>
                  </a:ext>
                </a:extLst>
              </a:tr>
            </a:tbl>
          </a:graphicData>
        </a:graphic>
      </p:graphicFrame>
      <p:sp>
        <p:nvSpPr>
          <p:cNvPr id="21" name="Rectangle: Rounded Corners 20">
            <a:extLst>
              <a:ext uri="{FF2B5EF4-FFF2-40B4-BE49-F238E27FC236}">
                <a16:creationId xmlns:a16="http://schemas.microsoft.com/office/drawing/2014/main" id="{CBD46E04-7AFB-776B-4705-89FC34A44176}"/>
              </a:ext>
            </a:extLst>
          </p:cNvPr>
          <p:cNvSpPr/>
          <p:nvPr/>
        </p:nvSpPr>
        <p:spPr>
          <a:xfrm>
            <a:off x="336525" y="308672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solidFill>
                  <a:prstClr val="white"/>
                </a:solidFill>
                <a:latin typeface="Calibri"/>
              </a:rPr>
              <a:t>[Código]</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27">
            <a:extLst>
              <a:ext uri="{FF2B5EF4-FFF2-40B4-BE49-F238E27FC236}">
                <a16:creationId xmlns:a16="http://schemas.microsoft.com/office/drawing/2014/main" id="{00F44DEC-370A-C373-8B11-A2E569E6620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r>
              <a:rPr lang="es-CL" sz="1100" b="1">
                <a:solidFill>
                  <a:srgbClr val="9A9300"/>
                </a:solidFill>
                <a:latin typeface="Calibri"/>
              </a:rPr>
              <a:t>[Por completar]</a:t>
            </a:r>
            <a:endParaRPr lang="es-CL" sz="1100" b="1">
              <a:solidFill>
                <a:srgbClr val="9A9300"/>
              </a:solidFill>
              <a:ea typeface="Calibri"/>
              <a:cs typeface="Calibri"/>
            </a:endParaRPr>
          </a:p>
        </p:txBody>
      </p:sp>
      <p:sp>
        <p:nvSpPr>
          <p:cNvPr id="6" name="Rectangle: Rounded Corners 3">
            <a:extLst>
              <a:ext uri="{FF2B5EF4-FFF2-40B4-BE49-F238E27FC236}">
                <a16:creationId xmlns:a16="http://schemas.microsoft.com/office/drawing/2014/main" id="{80E2787E-1FD8-3092-15EC-B6ECFE0E4FA0}"/>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[Por completar]</a:t>
            </a:r>
          </a:p>
        </p:txBody>
      </p:sp>
      <p:sp>
        <p:nvSpPr>
          <p:cNvPr id="7" name="Rectangle: Rounded Corners 36">
            <a:extLst>
              <a:ext uri="{FF2B5EF4-FFF2-40B4-BE49-F238E27FC236}">
                <a16:creationId xmlns:a16="http://schemas.microsoft.com/office/drawing/2014/main" id="{3C1FAC4E-A39D-321B-8B98-5A195D328A6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r>
              <a:rPr lang="es-CL" sz="1100" b="1">
                <a:solidFill>
                  <a:srgbClr val="EA7600"/>
                </a:solidFill>
                <a:latin typeface="Calibri"/>
              </a:rPr>
              <a:t>Fase E</a:t>
            </a:r>
            <a:endParaRPr lang="es-CL" sz="1100" b="1">
              <a:solidFill>
                <a:srgbClr val="EA7600"/>
              </a:solidFill>
              <a:ea typeface="Calibri"/>
              <a:cs typeface="Calibri"/>
            </a:endParaRPr>
          </a:p>
        </p:txBody>
      </p:sp>
      <p:sp>
        <p:nvSpPr>
          <p:cNvPr id="12" name="Rectangle: Rounded Corners 11">
            <a:extLst>
              <a:ext uri="{FF2B5EF4-FFF2-40B4-BE49-F238E27FC236}">
                <a16:creationId xmlns:a16="http://schemas.microsoft.com/office/drawing/2014/main" id="{596BFD02-424B-9297-4A3D-DC60901A71C7}"/>
              </a:ext>
            </a:extLst>
          </p:cNvPr>
          <p:cNvSpPr/>
          <p:nvPr/>
        </p:nvSpPr>
        <p:spPr>
          <a:xfrm>
            <a:off x="342094" y="189286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solidFill>
                  <a:prstClr val="white"/>
                </a:solidFill>
                <a:latin typeface="Calibri"/>
              </a:rPr>
              <a:t>[Código]</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174489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3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3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5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59E35590500FFD4BB6D05B34108B1210" ma:contentTypeVersion="15" ma:contentTypeDescription="Crear nuevo documento." ma:contentTypeScope="" ma:versionID="f8b0f18d71c294ff992b226ddac6f6ed">
  <xsd:schema xmlns:xsd="http://www.w3.org/2001/XMLSchema" xmlns:xs="http://www.w3.org/2001/XMLSchema" xmlns:p="http://schemas.microsoft.com/office/2006/metadata/properties" xmlns:ns2="0b73e489-f742-4c68-8bbe-441f4455f5a7" xmlns:ns3="ff080255-02de-4aea-8fdc-cd6a1f05e83f" targetNamespace="http://schemas.microsoft.com/office/2006/metadata/properties" ma:root="true" ma:fieldsID="1b27b58f6fb9090f24a0fdb4976ccc68" ns2:_="" ns3:_="">
    <xsd:import namespace="0b73e489-f742-4c68-8bbe-441f4455f5a7"/>
    <xsd:import namespace="ff080255-02de-4aea-8fdc-cd6a1f05e8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73e489-f742-4c68-8bbe-441f4455f5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00a4a071-7ff2-4c61-8097-7437831337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Status" ma:index="22" nillable="true" ma:displayName="Status" ma:format="Dropdown" ma:internalName="Statu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080255-02de-4aea-8fdc-cd6a1f05e83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8e862e-3d4c-48ae-9d5f-da6bf01ce447}" ma:internalName="TaxCatchAll" ma:showField="CatchAllData" ma:web="ff080255-02de-4aea-8fdc-cd6a1f05e8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b73e489-f742-4c68-8bbe-441f4455f5a7">
      <Terms xmlns="http://schemas.microsoft.com/office/infopath/2007/PartnerControls"/>
    </lcf76f155ced4ddcb4097134ff3c332f>
    <TaxCatchAll xmlns="ff080255-02de-4aea-8fdc-cd6a1f05e83f" xsi:nil="true"/>
    <Status xmlns="0b73e489-f742-4c68-8bbe-441f4455f5a7" xsi:nil="true"/>
  </documentManagement>
</p:properties>
</file>

<file path=customXml/itemProps1.xml><?xml version="1.0" encoding="utf-8"?>
<ds:datastoreItem xmlns:ds="http://schemas.openxmlformats.org/officeDocument/2006/customXml" ds:itemID="{B125A8A1-2F91-49F2-82AF-A0A0431DA748}">
  <ds:schemaRefs>
    <ds:schemaRef ds:uri="http://schemas.microsoft.com/sharepoint/v3/contenttype/forms"/>
  </ds:schemaRefs>
</ds:datastoreItem>
</file>

<file path=customXml/itemProps2.xml><?xml version="1.0" encoding="utf-8"?>
<ds:datastoreItem xmlns:ds="http://schemas.openxmlformats.org/officeDocument/2006/customXml" ds:itemID="{44C212A3-0C5C-46A0-8A92-71D6ECB5F265}">
  <ds:schemaRefs>
    <ds:schemaRef ds:uri="0b73e489-f742-4c68-8bbe-441f4455f5a7"/>
    <ds:schemaRef ds:uri="ff080255-02de-4aea-8fdc-cd6a1f05e8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AF1D1C3-3FA1-44BA-9E2A-B0C9A6026880}">
  <ds:schemaRefs>
    <ds:schemaRef ds:uri="http://www.w3.org/XML/1998/namespac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purl.org/dc/terms/"/>
    <ds:schemaRef ds:uri="http://schemas.openxmlformats.org/package/2006/metadata/core-properties"/>
    <ds:schemaRef ds:uri="ff080255-02de-4aea-8fdc-cd6a1f05e83f"/>
    <ds:schemaRef ds:uri="0b73e489-f742-4c68-8bbe-441f4455f5a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65</TotalTime>
  <Words>11345</Words>
  <Application>Microsoft Office PowerPoint</Application>
  <PresentationFormat>Widescreen</PresentationFormat>
  <Paragraphs>2619</Paragraphs>
  <Slides>56</Slides>
  <Notes>43</Notes>
  <HiddenSlides>1</HiddenSlides>
  <MMClips>0</MMClips>
  <ScaleCrop>false</ScaleCrop>
  <HeadingPairs>
    <vt:vector size="4" baseType="variant">
      <vt:variant>
        <vt:lpstr>Theme</vt:lpstr>
      </vt:variant>
      <vt:variant>
        <vt:i4>2</vt:i4>
      </vt:variant>
      <vt:variant>
        <vt:lpstr>Slide Titles</vt:lpstr>
      </vt:variant>
      <vt:variant>
        <vt:i4>56</vt:i4>
      </vt:variant>
    </vt:vector>
  </HeadingPairs>
  <TitlesOfParts>
    <vt:vector size="58" baseType="lpstr">
      <vt:lpstr>Arauco Grid 16:9</vt:lpstr>
      <vt:lpstr>1_Arauco Grid 16:9</vt:lpstr>
      <vt:lpstr>Macroprocesos | Negocio de celulosa cuenta con 21 macroprocesos</vt:lpstr>
      <vt:lpstr>1.1 Apertura macroproceso| Gestión de Mantenimiento</vt:lpstr>
      <vt:lpstr>1.2 Ficha resumen| Gestión de Mantenimiento</vt:lpstr>
      <vt:lpstr>1.3 SIPOC del macroproceso| Gestión de Mantenimiento</vt:lpstr>
      <vt:lpstr>A. Ficha resumen| Identificación</vt:lpstr>
      <vt:lpstr>A. SIPOC| Identificación</vt:lpstr>
      <vt:lpstr>A.1 Flujograma subproceso| Recepción y calidad de avisos</vt:lpstr>
      <vt:lpstr>A.1 Actividades y tareas| Recepción y calidad de avisos</vt:lpstr>
      <vt:lpstr>A.2 Flujograma subproceso| Gestión de Backlog de Avisos</vt:lpstr>
      <vt:lpstr>A.2 Actividades y tareas| Gestión Backlog Avisos</vt:lpstr>
      <vt:lpstr>1.4 Apertura macroproceso| Gestión de Mantenimiento</vt:lpstr>
      <vt:lpstr>B. Ficha resumen| Planificación</vt:lpstr>
      <vt:lpstr>B. SIPOC| Planificación</vt:lpstr>
      <vt:lpstr>B.1 Flujograma subproceso| Administración de datos maestros</vt:lpstr>
      <vt:lpstr>B.1 Actividades y tareas| Administración de datos maestros</vt:lpstr>
      <vt:lpstr>B.2 Flujograma subproceso| Gestión de repuestos</vt:lpstr>
      <vt:lpstr>B.2 Actividades y tareas | Gestión de repuestos</vt:lpstr>
      <vt:lpstr>B.3 Flujograma subproceso| Planificación de órdenes de trabajo</vt:lpstr>
      <vt:lpstr>B.3 Actividades y tareas| Planificación de órdenes de trabajo</vt:lpstr>
      <vt:lpstr>B.4 Flujograma subproceso| Administración de planes preventivos</vt:lpstr>
      <vt:lpstr>B.4 Actividades y tareas| Administración de planes preventivos</vt:lpstr>
      <vt:lpstr>B.5 Flujograma subproceso| Gestión del POI del Negocio Celulosa</vt:lpstr>
      <vt:lpstr>B.5 Actividades y tareas| Gestión del POI del Negocio Celulosa</vt:lpstr>
      <vt:lpstr>B.6 Flujograma subproceso| Gestión de presupuesto de mantenimiento</vt:lpstr>
      <vt:lpstr>B.6 Actividades y tareas| Gestión de presupuesto de mantenimiento</vt:lpstr>
      <vt:lpstr>B.7 Flujograma subproceso| Desarrollo de plan quinquenal</vt:lpstr>
      <vt:lpstr>B.7 Actividades y tareas| Desarrollo de plan quinquenal</vt:lpstr>
      <vt:lpstr>1.4 Apertura macroproceso| Gestión de Mantenimiento</vt:lpstr>
      <vt:lpstr>PowerPoint Presentation</vt:lpstr>
      <vt:lpstr>C. SIPOC| Programación</vt:lpstr>
      <vt:lpstr>C.1 Flujograma subproceso| Generación programa semanal</vt:lpstr>
      <vt:lpstr>C.1 Actividades y tareas| Gestión de programa semanal</vt:lpstr>
      <vt:lpstr>C.2 Flujograma subproceso| Generación programa Parada de Área</vt:lpstr>
      <vt:lpstr>C.1 Actividades y tareas| Gestión de programa detención programada</vt:lpstr>
      <vt:lpstr>C.3 Flujograma subproceso| Generación programa Contingencia</vt:lpstr>
      <vt:lpstr>C.3 Actividades y tareas| Generación Programa Contingencia</vt:lpstr>
      <vt:lpstr>C.3 Actividades y tareas| Generación Programa Contingencia</vt:lpstr>
      <vt:lpstr>1.4 Apertura macroproceso| Gestión de Mantenimiento</vt:lpstr>
      <vt:lpstr>D. Ficha resumen| Ejecución</vt:lpstr>
      <vt:lpstr>D. SIPOC| Ejecución</vt:lpstr>
      <vt:lpstr>D.1 Flujograma subproceso| Preparación para la ejecución</vt:lpstr>
      <vt:lpstr>D.1 Actividades y tareas| Preparación para la ejecución</vt:lpstr>
      <vt:lpstr>D.2 Flujograma subproceso| Ejecución de mantenimiento</vt:lpstr>
      <vt:lpstr>D.2 Flujograma subproceso| Ejecución de mantenimiento</vt:lpstr>
      <vt:lpstr>D.2 Flujograma subproceso| Ejecución de mantenimiento</vt:lpstr>
      <vt:lpstr>D.3 Flujograma subproceso| Gestión de fallas</vt:lpstr>
      <vt:lpstr>D.3 Actividades y tareas| Gestión de fallas</vt:lpstr>
      <vt:lpstr>D.4 Flujograma subproceso|Verificación, pruebas de Calidad y devolución</vt:lpstr>
      <vt:lpstr>D.4 Actividades y tareas| Verificación y pruebas operativas</vt:lpstr>
      <vt:lpstr>1.4 Apertura macroproceso| Gestión de Mantenimiento</vt:lpstr>
      <vt:lpstr>E. Ficha resumen| Seguimiento y Análisis</vt:lpstr>
      <vt:lpstr>E. SIPOC| Seguimiento y Análisis</vt:lpstr>
      <vt:lpstr>E.1 Flujograma subproceso| Evaluar ciclo de ejecución</vt:lpstr>
      <vt:lpstr>E.1 Actividades y tareas| Evaluar ciclo de ejecución</vt:lpstr>
      <vt:lpstr>E.2 Flujograma subproceso| Análisis de Mantenibilidad</vt:lpstr>
      <vt:lpstr>E.2 Actividades y tareas| Análisis Mantenibilidad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Analizamos la consistencia entre SIPOCs con 3 lentes</dc:title>
  <dc:creator>Isidora Patricia Correa Poblete</dc:creator>
  <cp:lastModifiedBy>Williams Santiago Hernández</cp:lastModifiedBy>
  <cp:revision>2</cp:revision>
  <cp:lastPrinted>2025-10-06T16:27:58Z</cp:lastPrinted>
  <dcterms:created xsi:type="dcterms:W3CDTF">2025-07-31T18:19:11Z</dcterms:created>
  <dcterms:modified xsi:type="dcterms:W3CDTF">2026-04-15T03:42:16Z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0x01010059E35590500FFD4BB6D05B34108B1210</vt:lpwstr>
  </property>
  <property fmtid="{D5CDD505-2E9C-101B-9397-08002B2CF9AE}" pid="3" name="MediaServiceImageTags">
    <vt:lpwstr/>
  </property>
  <property fmtid="{D5CDD505-2E9C-101B-9397-08002B2CF9AE}" pid="4" name="MSIP_Label_b0d5c4f4-7a29-4385-b7a5-afbe2154ae6f_Name">
    <vt:lpwstr>Confidential</vt:lpwstr>
  </property>
  <property fmtid="{D5CDD505-2E9C-101B-9397-08002B2CF9AE}" pid="5" name="MSIP_Label_b0d5c4f4-7a29-4385-b7a5-afbe2154ae6f_ActionId">
    <vt:lpwstr>3eed8319-1780-4910-a948-03fcd97ad372</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Tag">
    <vt:lpwstr>10, 3, 0, 1</vt:lpwstr>
  </property>
  <property fmtid="{D5CDD505-2E9C-101B-9397-08002B2CF9AE}" pid="8" name="MSIP_Label_b0d5c4f4-7a29-4385-b7a5-afbe2154ae6f_Method">
    <vt:lpwstr>Standard</vt:lpwstr>
  </property>
  <property fmtid="{D5CDD505-2E9C-101B-9397-08002B2CF9AE}" pid="9" name="MSIP_Label_b0d5c4f4-7a29-4385-b7a5-afbe2154ae6f_ContentBits">
    <vt:lpwstr>0</vt:lpwstr>
  </property>
  <property fmtid="{D5CDD505-2E9C-101B-9397-08002B2CF9AE}" pid="10" name="MSIP_Label_b0d5c4f4-7a29-4385-b7a5-afbe2154ae6f_Enabled">
    <vt:lpwstr>true</vt:lpwstr>
  </property>
  <property fmtid="{D5CDD505-2E9C-101B-9397-08002B2CF9AE}" pid="11" name="MSIP_Label_b0d5c4f4-7a29-4385-b7a5-afbe2154ae6f_SetDate">
    <vt:lpwstr>2025-08-04T16:41:55Z</vt:lpwstr>
  </property>
</Properties>
</file>