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ppt/tags/tag133.xml" ContentType="application/vnd.openxmlformats-officedocument.presentationml.tags+xml"/>
  <Override PartName="/ppt/notesSlides/notesSlide1.xml" ContentType="application/vnd.openxmlformats-officedocument.presentationml.notesSlide+xml"/>
  <Override PartName="/ppt/tags/tag134.xml" ContentType="application/vnd.openxmlformats-officedocument.presentationml.tags+xml"/>
  <Override PartName="/ppt/notesSlides/notesSlide2.xml" ContentType="application/vnd.openxmlformats-officedocument.presentationml.notesSlide+xml"/>
  <Override PartName="/ppt/tags/tag135.xml" ContentType="application/vnd.openxmlformats-officedocument.presentationml.tags+xml"/>
  <Override PartName="/ppt/notesSlides/notesSlide3.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4.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5.xml" ContentType="application/vnd.openxmlformats-officedocument.presentationml.notesSlide+xml"/>
  <Override PartName="/ppt/tags/tag154.xml" ContentType="application/vnd.openxmlformats-officedocument.presentationml.tags+xml"/>
  <Override PartName="/ppt/notesSlides/notesSlide6.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7.xml" ContentType="application/vnd.openxmlformats-officedocument.presentationml.notesSlide+xml"/>
  <Override PartName="/ppt/comments/modernComment_7FFFFFD8_D30DEFD2.xml" ContentType="application/vnd.ms-powerpoint.comment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8.xml" ContentType="application/vnd.openxmlformats-officedocument.presentationml.notesSlide+xml"/>
  <Override PartName="/ppt/tags/tag163.xml" ContentType="application/vnd.openxmlformats-officedocument.presentationml.tags+xml"/>
  <Override PartName="/ppt/notesSlides/notesSlide9.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0.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1.xml" ContentType="application/vnd.openxmlformats-officedocument.presentationml.notesSlide+xml"/>
  <Override PartName="/ppt/tags/tag180.xml" ContentType="application/vnd.openxmlformats-officedocument.presentationml.tags+xml"/>
  <Override PartName="/ppt/notesSlides/notesSlide12.xml" ContentType="application/vnd.openxmlformats-officedocument.presentationml.notesSlide+xml"/>
  <Override PartName="/ppt/tags/tag181.xml" ContentType="application/vnd.openxmlformats-officedocument.presentationml.tags+xml"/>
  <Override PartName="/ppt/notesSlides/notesSlide13.xml" ContentType="application/vnd.openxmlformats-officedocument.presentationml.notesSlide+xml"/>
  <Override PartName="/ppt/tags/tag182.xml" ContentType="application/vnd.openxmlformats-officedocument.presentationml.tags+xml"/>
  <Override PartName="/ppt/notesSlides/notesSlide14.xml" ContentType="application/vnd.openxmlformats-officedocument.presentationml.notesSlide+xml"/>
  <Override PartName="/ppt/tags/tag183.xml" ContentType="application/vnd.openxmlformats-officedocument.presentationml.tags+xml"/>
  <Override PartName="/ppt/notesSlides/notesSlide15.xml" ContentType="application/vnd.openxmlformats-officedocument.presentationml.notesSlide+xml"/>
  <Override PartName="/ppt/tags/tag184.xml" ContentType="application/vnd.openxmlformats-officedocument.presentationml.tags+xml"/>
  <Override PartName="/ppt/notesSlides/notesSlide16.xml" ContentType="application/vnd.openxmlformats-officedocument.presentationml.notesSlide+xml"/>
  <Override PartName="/ppt/tags/tag185.xml" ContentType="application/vnd.openxmlformats-officedocument.presentationml.tags+xml"/>
  <Override PartName="/ppt/notesSlides/notesSlide17.xml" ContentType="application/vnd.openxmlformats-officedocument.presentationml.notesSlide+xml"/>
  <Override PartName="/ppt/tags/tag186.xml" ContentType="application/vnd.openxmlformats-officedocument.presentationml.tags+xml"/>
  <Override PartName="/ppt/notesSlides/notesSlide18.xml" ContentType="application/vnd.openxmlformats-officedocument.presentationml.notesSlide+xml"/>
  <Override PartName="/ppt/tags/tag187.xml" ContentType="application/vnd.openxmlformats-officedocument.presentationml.tags+xml"/>
  <Override PartName="/ppt/notesSlides/notesSlide19.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20.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21.xml" ContentType="application/vnd.openxmlformats-officedocument.presentationml.notesSlide+xml"/>
  <Override PartName="/ppt/tags/tag197.xml" ContentType="application/vnd.openxmlformats-officedocument.presentationml.tags+xml"/>
  <Override PartName="/ppt/notesSlides/notesSlide22.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23.xml" ContentType="application/vnd.openxmlformats-officedocument.presentationml.notesSlide+xml"/>
  <Override PartName="/ppt/tags/tag206.xml" ContentType="application/vnd.openxmlformats-officedocument.presentationml.tags+xml"/>
  <Override PartName="/ppt/notesSlides/notesSlide24.xml" ContentType="application/vnd.openxmlformats-officedocument.presentationml.notesSlide+xml"/>
  <Override PartName="/ppt/tags/tag207.xml" ContentType="application/vnd.openxmlformats-officedocument.presentationml.tags+xml"/>
  <Override PartName="/ppt/notesSlides/notesSlide25.xml" ContentType="application/vnd.openxmlformats-officedocument.presentationml.notesSlide+xml"/>
  <Override PartName="/ppt/tags/tag208.xml" ContentType="application/vnd.openxmlformats-officedocument.presentationml.tags+xml"/>
  <Override PartName="/ppt/notesSlides/notesSlide26.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notesSlides/notesSlide27.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28.xml" ContentType="application/vnd.openxmlformats-officedocument.presentationml.notesSlide+xml"/>
  <Override PartName="/ppt/tags/tag218.xml" ContentType="application/vnd.openxmlformats-officedocument.presentationml.tags+xml"/>
  <Override PartName="/ppt/notesSlides/notesSlide29.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30.xml" ContentType="application/vnd.openxmlformats-officedocument.presentationml.notesSlide+xml"/>
  <Override PartName="/ppt/comments/modernComment_111_D03FD18B.xml" ContentType="application/vnd.ms-powerpoint.comments+xml"/>
  <Override PartName="/ppt/tags/tag231.xml" ContentType="application/vnd.openxmlformats-officedocument.presentationml.tags+xml"/>
  <Override PartName="/ppt/notesSlides/notesSlide31.xml" ContentType="application/vnd.openxmlformats-officedocument.presentationml.notesSlide+xml"/>
  <Override PartName="/ppt/tags/tag232.xml" ContentType="application/vnd.openxmlformats-officedocument.presentationml.tags+xml"/>
  <Override PartName="/ppt/notesSlides/notesSlide32.xml" ContentType="application/vnd.openxmlformats-officedocument.presentationml.notesSlide+xml"/>
  <Override PartName="/ppt/tags/tag233.xml" ContentType="application/vnd.openxmlformats-officedocument.presentationml.tags+xml"/>
  <Override PartName="/ppt/notesSlides/notesSlide33.xml" ContentType="application/vnd.openxmlformats-officedocument.presentationml.notesSlide+xml"/>
  <Override PartName="/ppt/tags/tag234.xml" ContentType="application/vnd.openxmlformats-officedocument.presentationml.tags+xml"/>
  <Override PartName="/ppt/notesSlides/notesSlide34.xml" ContentType="application/vnd.openxmlformats-officedocument.presentationml.notesSlide+xml"/>
  <Override PartName="/ppt/tags/tag235.xml" ContentType="application/vnd.openxmlformats-officedocument.presentationml.tags+xml"/>
  <Override PartName="/ppt/notesSlides/notesSlide35.xml" ContentType="application/vnd.openxmlformats-officedocument.presentationml.notesSlide+xml"/>
  <Override PartName="/ppt/tags/tag236.xml" ContentType="application/vnd.openxmlformats-officedocument.presentationml.tags+xml"/>
  <Override PartName="/ppt/notesSlides/notesSlide36.xml" ContentType="application/vnd.openxmlformats-officedocument.presentationml.notesSlide+xml"/>
  <Override PartName="/ppt/comments/modernComment_10A_D1B7272C.xml" ContentType="application/vnd.ms-powerpoint.comments+xml"/>
  <Override PartName="/ppt/tags/tag237.xml" ContentType="application/vnd.openxmlformats-officedocument.presentationml.tags+xml"/>
  <Override PartName="/ppt/notesSlides/notesSlide37.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38.xml" ContentType="application/vnd.openxmlformats-officedocument.presentationml.notesSlide+xml"/>
  <Override PartName="/ppt/tags/tag243.xml" ContentType="application/vnd.openxmlformats-officedocument.presentationml.tags+xml"/>
  <Override PartName="/ppt/notesSlides/notesSlide39.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40.xml" ContentType="application/vnd.openxmlformats-officedocument.presentationml.notesSlide+xml"/>
  <Override PartName="/ppt/tags/tag251.xml" ContentType="application/vnd.openxmlformats-officedocument.presentationml.tags+xml"/>
  <Override PartName="/ppt/notesSlides/notesSlide41.xml" ContentType="application/vnd.openxmlformats-officedocument.presentationml.notesSlide+xml"/>
  <Override PartName="/ppt/tags/tag252.xml" ContentType="application/vnd.openxmlformats-officedocument.presentationml.tags+xml"/>
  <Override PartName="/ppt/notesSlides/notesSlide42.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75" r:id="rId6"/>
    <p:sldId id="258" r:id="rId7"/>
    <p:sldId id="366" r:id="rId8"/>
    <p:sldId id="2147483615" r:id="rId9"/>
    <p:sldId id="442" r:id="rId10"/>
    <p:sldId id="2147483577" r:id="rId11"/>
    <p:sldId id="2147483610" r:id="rId12"/>
    <p:sldId id="2147483578" r:id="rId13"/>
    <p:sldId id="2147483608" r:id="rId14"/>
    <p:sldId id="2147483609" r:id="rId15"/>
    <p:sldId id="439" r:id="rId16"/>
    <p:sldId id="288" r:id="rId17"/>
    <p:sldId id="2147483599" r:id="rId18"/>
    <p:sldId id="2147483600" r:id="rId19"/>
    <p:sldId id="2147483601" r:id="rId20"/>
    <p:sldId id="292" r:id="rId21"/>
    <p:sldId id="2147483598" r:id="rId22"/>
    <p:sldId id="294" r:id="rId23"/>
    <p:sldId id="295" r:id="rId24"/>
    <p:sldId id="261" r:id="rId25"/>
    <p:sldId id="424" r:id="rId26"/>
    <p:sldId id="298" r:id="rId27"/>
    <p:sldId id="426" r:id="rId28"/>
    <p:sldId id="427" r:id="rId29"/>
    <p:sldId id="301" r:id="rId30"/>
    <p:sldId id="429" r:id="rId31"/>
    <p:sldId id="303" r:id="rId32"/>
    <p:sldId id="440" r:id="rId33"/>
    <p:sldId id="443" r:id="rId34"/>
    <p:sldId id="2147483576" r:id="rId35"/>
    <p:sldId id="263" r:id="rId36"/>
    <p:sldId id="404" r:id="rId37"/>
    <p:sldId id="2147483645" r:id="rId38"/>
    <p:sldId id="286" r:id="rId39"/>
    <p:sldId id="405" r:id="rId40"/>
    <p:sldId id="407" r:id="rId41"/>
    <p:sldId id="259" r:id="rId42"/>
    <p:sldId id="441" r:id="rId43"/>
    <p:sldId id="393" r:id="rId44"/>
    <p:sldId id="457" r:id="rId45"/>
    <p:sldId id="2147483616" r:id="rId46"/>
    <p:sldId id="273" r:id="rId47"/>
    <p:sldId id="274" r:id="rId48"/>
    <p:sldId id="2147483629" r:id="rId49"/>
    <p:sldId id="2147483619" r:id="rId50"/>
    <p:sldId id="264" r:id="rId51"/>
    <p:sldId id="2147483571" r:id="rId52"/>
    <p:sldId id="266" r:id="rId53"/>
    <p:sldId id="284" r:id="rId54"/>
    <p:sldId id="2147483589" r:id="rId55"/>
    <p:sldId id="2147483590" r:id="rId56"/>
    <p:sldId id="2147483646" r:id="rId57"/>
    <p:sldId id="2147483647" r:id="rId58"/>
    <p:sldId id="2147483596" r:id="rId59"/>
    <p:sldId id="2147483613" r:id="rId60"/>
    <p:sldId id="2147483623" r:id="rId61"/>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E1CFEFFD-552D-4FBE-875F-A561453695E9}">
          <p14:sldIdLst>
            <p14:sldId id="275"/>
            <p14:sldId id="258"/>
            <p14:sldId id="366"/>
            <p14:sldId id="2147483615"/>
          </p14:sldIdLst>
        </p14:section>
        <p14:section name="Identificación" id="{FA0162D7-E09D-4CB4-A662-309A5C035497}">
          <p14:sldIdLst>
            <p14:sldId id="442"/>
            <p14:sldId id="2147483577"/>
            <p14:sldId id="2147483610"/>
            <p14:sldId id="2147483578"/>
            <p14:sldId id="2147483608"/>
            <p14:sldId id="2147483609"/>
          </p14:sldIdLst>
        </p14:section>
        <p14:section name="Planificación" id="{A25667E4-1EC7-4BC7-9109-6769519D9306}">
          <p14:sldIdLst>
            <p14:sldId id="439"/>
            <p14:sldId id="288"/>
            <p14:sldId id="2147483599"/>
            <p14:sldId id="2147483600"/>
            <p14:sldId id="2147483601"/>
            <p14:sldId id="292"/>
            <p14:sldId id="2147483598"/>
            <p14:sldId id="294"/>
            <p14:sldId id="295"/>
            <p14:sldId id="261"/>
            <p14:sldId id="424"/>
            <p14:sldId id="298"/>
            <p14:sldId id="426"/>
            <p14:sldId id="427"/>
            <p14:sldId id="301"/>
            <p14:sldId id="429"/>
            <p14:sldId id="303"/>
          </p14:sldIdLst>
        </p14:section>
        <p14:section name="Programación" id="{2C49919D-69D9-4D5B-986E-64B4C3AA9455}">
          <p14:sldIdLst>
            <p14:sldId id="440"/>
            <p14:sldId id="443"/>
            <p14:sldId id="2147483576"/>
            <p14:sldId id="263"/>
            <p14:sldId id="404"/>
            <p14:sldId id="2147483645"/>
            <p14:sldId id="286"/>
            <p14:sldId id="405"/>
            <p14:sldId id="407"/>
            <p14:sldId id="259"/>
          </p14:sldIdLst>
        </p14:section>
        <p14:section name="Ejecución" id="{1B24D65A-FF65-4B07-83A3-934242B839E5}">
          <p14:sldIdLst>
            <p14:sldId id="441"/>
            <p14:sldId id="393"/>
            <p14:sldId id="457"/>
            <p14:sldId id="2147483616"/>
            <p14:sldId id="273"/>
            <p14:sldId id="274"/>
            <p14:sldId id="2147483629"/>
            <p14:sldId id="2147483619"/>
            <p14:sldId id="264"/>
            <p14:sldId id="2147483571"/>
            <p14:sldId id="266"/>
            <p14:sldId id="284"/>
          </p14:sldIdLst>
        </p14:section>
        <p14:section name="Análisis" id="{6A4B5D71-A0D3-409D-A744-CD2CEB7F5560}">
          <p14:sldIdLst>
            <p14:sldId id="2147483589"/>
            <p14:sldId id="2147483590"/>
            <p14:sldId id="2147483646"/>
            <p14:sldId id="2147483647"/>
            <p14:sldId id="2147483596"/>
            <p14:sldId id="2147483613"/>
            <p14:sldId id="214748362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54C04-2FB0-06D6-7E12-CDD00483D446}" name="Isidora Patricia Correa Poblete" initials="IC" userId="S::isidora.correa@arauco.com::92aa58fe-1b4e-4258-a311-e3f49bad1b50" providerId="AD"/>
  <p188:author id="{FB21CA4C-8796-B5C0-3534-689FC36BE1F8}" name="Carlos Alberto Contreras Villablanca" initials="CV" userId="S::carlos.contreras@arauco.com::e1b5a32a-a352-466b-b131-6fdebd7aa2f2" providerId="AD"/>
  <p188:author id="{9D857388-7C7A-9BA0-28AD-6B4E4EBE7B6C}" name="Christian Aguayo Seguel" initials="CAS" userId="Christian Aguayo Seguel" providerId="None"/>
  <p188:author id="{4B7CD788-EAE6-C614-C671-F938613A56A6}" name="Williams Santiago Hernández" initials="WS" userId="S::williams.santiago@arauco.com::50a87e8b-7848-4093-8267-4e8b411dda78" providerId="AD"/>
  <p188:author id="{D6E10DB1-69D8-9CD9-9620-E47AF80C7BA9}" name="Jaime Alberto Toro Vega" initials="JV" userId="S::jaime.toro@arauco.com::f97a6e41-c772-4897-a275-c2736f0fe8ce" providerId="AD"/>
  <p188:author id="{E069AFBF-31B8-6394-406C-3AAB18503BE6}" name="Mauricio Alejandro Muñoz Troncoso" initials="MM" userId="S::mauricio.munoz.t@arauco.com::ae5c7700-3b27-493d-aea9-3c0631f72af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F9C8F2-D96C-A85B-BF6F-FCF32B02A630}" v="1" dt="2026-04-15T03:42:16.0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8"/>
    <p:restoredTop sz="94719"/>
  </p:normalViewPr>
  <p:slideViewPr>
    <p:cSldViewPr snapToGrid="0">
      <p:cViewPr varScale="1">
        <p:scale>
          <a:sx n="97" d="100"/>
          <a:sy n="97" d="100"/>
        </p:scale>
        <p:origin x="122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tags" Target="tags/tag1.xml"/><Relationship Id="rId68"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Andres Navarrete Mira" userId="S::pablo.navarrete@arauco.com::0f22b8bd-d14c-4521-afbd-1c03cff89a50" providerId="AD" clId="Web-{B1F9C8F2-D96C-A85B-BF6F-FCF32B02A630}"/>
    <pc:docChg chg="sldOrd">
      <pc:chgData name="Pablo Andres Navarrete Mira" userId="S::pablo.navarrete@arauco.com::0f22b8bd-d14c-4521-afbd-1c03cff89a50" providerId="AD" clId="Web-{B1F9C8F2-D96C-A85B-BF6F-FCF32B02A630}" dt="2026-04-15T03:42:16.048" v="0"/>
      <pc:docMkLst>
        <pc:docMk/>
      </pc:docMkLst>
      <pc:sldChg chg="ord">
        <pc:chgData name="Pablo Andres Navarrete Mira" userId="S::pablo.navarrete@arauco.com::0f22b8bd-d14c-4521-afbd-1c03cff89a50" providerId="AD" clId="Web-{B1F9C8F2-D96C-A85B-BF6F-FCF32B02A630}" dt="2026-04-15T03:42:16.048" v="0"/>
        <pc:sldMkLst>
          <pc:docMk/>
          <pc:sldMk cId="4096494634" sldId="2147483601"/>
        </pc:sldMkLst>
      </pc:sldChg>
    </pc:docChg>
  </pc:docChgLst>
  <pc:docChgLst>
    <pc:chgData name="Williams Santiago Hernández" userId="50a87e8b-7848-4093-8267-4e8b411dda78" providerId="ADAL" clId="{A9A011C8-9723-4377-ACB6-9FD2AA632998}"/>
    <pc:docChg chg="modSld">
      <pc:chgData name="Williams Santiago Hernández" userId="50a87e8b-7848-4093-8267-4e8b411dda78" providerId="ADAL" clId="{A9A011C8-9723-4377-ACB6-9FD2AA632998}" dt="2026-03-26T14:59:25.097" v="37" actId="1035"/>
      <pc:docMkLst>
        <pc:docMk/>
      </pc:docMkLst>
      <pc:sldChg chg="modSp mod">
        <pc:chgData name="Williams Santiago Hernández" userId="50a87e8b-7848-4093-8267-4e8b411dda78" providerId="ADAL" clId="{A9A011C8-9723-4377-ACB6-9FD2AA632998}" dt="2026-03-26T14:59:25.097" v="37" actId="1035"/>
        <pc:sldMkLst>
          <pc:docMk/>
          <pc:sldMk cId="3219617344" sldId="2147483629"/>
        </pc:sldMkLst>
        <pc:spChg chg="mod">
          <ac:chgData name="Williams Santiago Hernández" userId="50a87e8b-7848-4093-8267-4e8b411dda78" providerId="ADAL" clId="{A9A011C8-9723-4377-ACB6-9FD2AA632998}" dt="2026-03-26T14:59:19.380" v="24" actId="14100"/>
          <ac:spMkLst>
            <pc:docMk/>
            <pc:sldMk cId="3219617344" sldId="2147483629"/>
            <ac:spMk id="48" creationId="{E604CB51-D4E0-511E-2F73-149B90CA51FF}"/>
          </ac:spMkLst>
        </pc:spChg>
        <pc:spChg chg="mod">
          <ac:chgData name="Williams Santiago Hernández" userId="50a87e8b-7848-4093-8267-4e8b411dda78" providerId="ADAL" clId="{A9A011C8-9723-4377-ACB6-9FD2AA632998}" dt="2026-03-26T14:59:25.097" v="37" actId="1035"/>
          <ac:spMkLst>
            <pc:docMk/>
            <pc:sldMk cId="3219617344" sldId="2147483629"/>
            <ac:spMk id="49" creationId="{50B39CC8-5E94-910F-452B-66D06D1E2A4E}"/>
          </ac:spMkLst>
        </pc:spChg>
        <pc:cxnChg chg="mod">
          <ac:chgData name="Williams Santiago Hernández" userId="50a87e8b-7848-4093-8267-4e8b411dda78" providerId="ADAL" clId="{A9A011C8-9723-4377-ACB6-9FD2AA632998}" dt="2026-03-26T14:59:19.380" v="24" actId="14100"/>
          <ac:cxnSpMkLst>
            <pc:docMk/>
            <pc:sldMk cId="3219617344" sldId="2147483629"/>
            <ac:cxnSpMk id="41" creationId="{DA4A0A93-EBAC-B57E-55EF-A1B042000E31}"/>
          </ac:cxnSpMkLst>
        </pc:cxnChg>
        <pc:cxnChg chg="mod">
          <ac:chgData name="Williams Santiago Hernández" userId="50a87e8b-7848-4093-8267-4e8b411dda78" providerId="ADAL" clId="{A9A011C8-9723-4377-ACB6-9FD2AA632998}" dt="2026-03-26T14:59:19.380" v="24" actId="14100"/>
          <ac:cxnSpMkLst>
            <pc:docMk/>
            <pc:sldMk cId="3219617344" sldId="2147483629"/>
            <ac:cxnSpMk id="45" creationId="{FACEB7EF-31E8-75DE-567D-96BA47368FAE}"/>
          </ac:cxnSpMkLst>
        </pc:cxnChg>
        <pc:cxnChg chg="mod">
          <ac:chgData name="Williams Santiago Hernández" userId="50a87e8b-7848-4093-8267-4e8b411dda78" providerId="ADAL" clId="{A9A011C8-9723-4377-ACB6-9FD2AA632998}" dt="2026-03-26T14:59:19.380" v="24" actId="14100"/>
          <ac:cxnSpMkLst>
            <pc:docMk/>
            <pc:sldMk cId="3219617344" sldId="2147483629"/>
            <ac:cxnSpMk id="82" creationId="{BAA0F448-AE57-C9B3-CB8C-32C721BA4860}"/>
          </ac:cxnSpMkLst>
        </pc:cxnChg>
      </pc:sldChg>
    </pc:docChg>
  </pc:docChgLst>
</pc:chgInfo>
</file>

<file path=ppt/comments/modernComment_7FFFFFD8_D30DEFD2.xml><?xml version="1.0" encoding="utf-8"?>
<p188:cmLst xmlns:a="http://schemas.openxmlformats.org/drawingml/2006/main" xmlns:r="http://schemas.openxmlformats.org/officeDocument/2006/relationships" xmlns:p188="http://schemas.microsoft.com/office/powerpoint/2018/8/main">
  <p188:cm id="{290DACEF-2A8E-436B-AD3D-5CC028695866}" authorId="{9D857388-7C7A-9BA0-28AD-6B4E4EBE7B6C}" status="resolved" created="2025-08-28T17:07:27.995" complete="100000">
    <ac:txMkLst xmlns:ac="http://schemas.microsoft.com/office/drawing/2013/main/command">
      <pc:docMk xmlns:pc="http://schemas.microsoft.com/office/powerpoint/2013/main/command"/>
      <pc:sldMk xmlns:pc="http://schemas.microsoft.com/office/powerpoint/2013/main/command" cId="3540905938" sldId="2147483608"/>
      <ac:spMk id="36" creationId="{C8F8B124-B7C1-6EC1-8E6C-1C37FD88DFBA}"/>
      <ac:txMk cp="0" len="176">
        <ac:context len="177" hash="1501762385"/>
      </ac:txMk>
    </ac:txMkLst>
    <p188:pos x="7467197" y="314076"/>
    <p188:txBody>
      <a:bodyPr/>
      <a:lstStyle/>
      <a:p>
        <a:r>
          <a:rPr lang="en-US"/>
          <a:t>Propuesta de Objetivo: Gestionar los avisos de mantenimiento con seguimiento y revisión periódica, asegurando su tratamiento oportuno y la reducción controlada del backlog.</a:t>
        </a:r>
      </a:p>
    </p188:txBody>
  </p188:cm>
</p188:cmLst>
</file>

<file path=ppt/comments/modernComment_10A_D1B7272C.xml><?xml version="1.0" encoding="utf-8"?>
<p188:cmLst xmlns:a="http://schemas.openxmlformats.org/drawingml/2006/main" xmlns:r="http://schemas.openxmlformats.org/officeDocument/2006/relationships" xmlns:p188="http://schemas.microsoft.com/office/powerpoint/2018/8/main">
  <p188:cm id="{2E9F40C9-19F7-45E3-8101-6428EC1C47F3}" authorId="{4B7CD788-EAE6-C614-C671-F938613A56A6}" created="2025-10-21T17:18:08.786">
    <pc:sldMkLst xmlns:pc="http://schemas.microsoft.com/office/powerpoint/2013/main/command">
      <pc:docMk/>
      <pc:sldMk cId="3518441260" sldId="266"/>
    </pc:sldMkLst>
    <p188:txBody>
      <a:bodyPr/>
      <a:lstStyle/>
      <a:p>
        <a:r>
          <a:rPr lang="en-US"/>
          <a:t>Se agrega la devolución del equipo. </a:t>
        </a:r>
      </a:p>
    </p188:txBody>
  </p188:cm>
</p188:cmLst>
</file>

<file path=ppt/comments/modernComment_111_D03FD18B.xml><?xml version="1.0" encoding="utf-8"?>
<p188:cmLst xmlns:a="http://schemas.openxmlformats.org/drawingml/2006/main" xmlns:r="http://schemas.openxmlformats.org/officeDocument/2006/relationships" xmlns:p188="http://schemas.microsoft.com/office/powerpoint/2018/8/main">
  <p188:cm id="{8334B699-F132-4AFF-B77C-A950E359F67D}" authorId="{D6E10DB1-69D8-9CD9-9620-E47AF80C7BA9}" created="2025-10-15T18:24:38.936">
    <pc:sldMkLst xmlns:pc="http://schemas.microsoft.com/office/powerpoint/2013/main/command">
      <pc:docMk/>
      <pc:sldMk cId="3493843339" sldId="273"/>
    </pc:sldMkLst>
    <p188:txBody>
      <a:bodyPr/>
      <a:lstStyle/>
      <a:p>
        <a:r>
          <a:rPr lang="en-US"/>
          <a:t>Responsable de gestionar y verificar repuestos para mantenimiento (ejecución) debe ser Planificador ó programador s/c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4/14/2026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F9E2-0503-89CB-852E-FBB21A0FD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E6FF-A0DB-A21D-65D1-2A9F71A04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BB64B-8E05-BFB5-DA48-F8CE5EF749FB}"/>
              </a:ext>
            </a:extLst>
          </p:cNvPr>
          <p:cNvSpPr>
            <a:spLocks noGrp="1"/>
          </p:cNvSpPr>
          <p:nvPr>
            <p:ph type="body" idx="1"/>
          </p:nvPr>
        </p:nvSpPr>
        <p:spPr/>
        <p:txBody>
          <a:bodyPr/>
          <a:lstStyle/>
          <a:p>
            <a:endParaRPr lang="es-CL"/>
          </a:p>
        </p:txBody>
      </p:sp>
      <p:sp>
        <p:nvSpPr>
          <p:cNvPr id="4" name="Slide Number Placeholder 3">
            <a:extLst>
              <a:ext uri="{FF2B5EF4-FFF2-40B4-BE49-F238E27FC236}">
                <a16:creationId xmlns:a16="http://schemas.microsoft.com/office/drawing/2014/main" id="{E24479B2-6232-E3B9-64B2-4606CD18C67C}"/>
              </a:ext>
            </a:extLst>
          </p:cNvPr>
          <p:cNvSpPr>
            <a:spLocks noGrp="1"/>
          </p:cNvSpPr>
          <p:nvPr>
            <p:ph type="sldNum" sz="quarter" idx="5"/>
          </p:nvPr>
        </p:nvSpPr>
        <p:spPr/>
        <p:txBody>
          <a:bodyPr/>
          <a:lstStyle/>
          <a:p>
            <a:r>
              <a:rPr lang="en-US"/>
              <a:t>Notes view: </a:t>
            </a:r>
            <a:fld id="{128CEAFE-FA94-43E5-B0FF-D47E1CCDD1B4}" type="slidenum">
              <a:rPr lang="en-US" smtClean="0"/>
              <a:pPr/>
              <a:t>1</a:t>
            </a:fld>
            <a:endParaRPr lang="en-US"/>
          </a:p>
        </p:txBody>
      </p:sp>
    </p:spTree>
    <p:extLst>
      <p:ext uri="{BB962C8B-B14F-4D97-AF65-F5344CB8AC3E}">
        <p14:creationId xmlns:p14="http://schemas.microsoft.com/office/powerpoint/2010/main" val="3827557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9DFFE-EC4C-71AD-0F48-E586A8776A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116CEC-4E88-2E91-6660-39261615A2B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F558888E-86CA-E717-0165-DBDCD6F9A0BD}"/>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5F068EF-1327-B772-0869-C7C47EDB7555}"/>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25082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pPr defTabSz="933162">
              <a:defRPr/>
            </a:pPr>
            <a:r>
              <a:rPr lang="es-CL" sz="800">
                <a:solidFill>
                  <a:srgbClr val="6E6F73"/>
                </a:solidFill>
                <a:latin typeface="Calibri" panose="020F0502020204030204" pitchFamily="34" charset="0"/>
                <a:sym typeface="Calibri" panose="020F0502020204030204" pitchFamily="34" charset="0"/>
              </a:rPr>
              <a:t>Notes view: </a:t>
            </a:r>
            <a:fld id="{128CEAFE-FA94-43E5-B0FF-D47E1CCDD1B4}" type="slidenum">
              <a:rPr lang="es-CL" sz="800">
                <a:solidFill>
                  <a:srgbClr val="6E6F73"/>
                </a:solidFill>
                <a:latin typeface="Calibri" panose="020F0502020204030204" pitchFamily="34" charset="0"/>
                <a:sym typeface="Calibri" panose="020F0502020204030204" pitchFamily="34" charset="0"/>
              </a:rPr>
              <a:pPr defTabSz="933162">
                <a:defRPr/>
              </a:pPr>
              <a:t>3</a:t>
            </a:fld>
            <a:endParaRPr lang="es-CL"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5033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177237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1CF87-DE68-EF7B-CAA1-305301C692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B1A2D4-1391-058B-A3CA-20D0469AE88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D5681E97-649D-6595-7CC8-48472F22D5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Marcador de número de diapositiva 3">
            <a:extLst>
              <a:ext uri="{FF2B5EF4-FFF2-40B4-BE49-F238E27FC236}">
                <a16:creationId xmlns:a16="http://schemas.microsoft.com/office/drawing/2014/main" id="{7DB6A06A-43B9-CDDF-4280-A0349939004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6</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87352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7B39D-2447-F2A9-EA09-E86CC0F2B6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41BE54-B14A-FA66-54B6-688F8F0AEA6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829AF007-0F8A-3C33-B9AC-7048CAEA69F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18FC8444-12BE-2085-9D6A-3A328A2FDBF5}"/>
              </a:ext>
            </a:extLst>
          </p:cNvPr>
          <p:cNvSpPr>
            <a:spLocks noGrp="1"/>
          </p:cNvSpPr>
          <p:nvPr>
            <p:ph type="sldNum" sz="quarter" idx="5"/>
          </p:nvPr>
        </p:nvSpPr>
        <p:spPr/>
        <p:txBody>
          <a:bodyPr/>
          <a:lstStyle/>
          <a:p>
            <a:fld id="{F8B5E8BF-C460-47FE-9BAB-73DF9FBB760D}" type="slidenum">
              <a:rPr lang="es-CL" smtClean="0"/>
              <a:t>7</a:t>
            </a:fld>
            <a:endParaRPr lang="es-CL"/>
          </a:p>
        </p:txBody>
      </p:sp>
    </p:spTree>
    <p:extLst>
      <p:ext uri="{BB962C8B-B14F-4D97-AF65-F5344CB8AC3E}">
        <p14:creationId xmlns:p14="http://schemas.microsoft.com/office/powerpoint/2010/main" val="1175633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047-D3F3-0AE5-CC73-D641326D24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F0F111-B2A6-B339-CCE2-0020277A2B6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594A1168-0BFF-6F95-61BB-28C9D7F64BE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6092F56-6834-1E1A-D13E-462191D2F0A9}"/>
              </a:ext>
            </a:extLst>
          </p:cNvPr>
          <p:cNvSpPr>
            <a:spLocks noGrp="1"/>
          </p:cNvSpPr>
          <p:nvPr>
            <p:ph type="sldNum" sz="quarter" idx="5"/>
          </p:nvPr>
        </p:nvSpPr>
        <p:spPr/>
        <p:txBody>
          <a:bodyPr/>
          <a:lstStyle/>
          <a:p>
            <a:fld id="{F8B5E8BF-C460-47FE-9BAB-73DF9FBB760D}" type="slidenum">
              <a:rPr lang="es-CL" smtClean="0"/>
              <a:t>9</a:t>
            </a:fld>
            <a:endParaRPr lang="es-CL"/>
          </a:p>
        </p:txBody>
      </p:sp>
    </p:spTree>
    <p:extLst>
      <p:ext uri="{BB962C8B-B14F-4D97-AF65-F5344CB8AC3E}">
        <p14:creationId xmlns:p14="http://schemas.microsoft.com/office/powerpoint/2010/main" val="2081886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9246-DE80-EB55-7BD8-C99817897F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D1FE72-22E8-CA7D-DA52-34B16EF1C1F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AEB4EA40-3622-D1E0-72C0-6CF3D9C6441F}"/>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EC8FEC0B-1673-1DEF-BAB8-EA4CCF865DB3}"/>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11</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614382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19012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r>
              <a:rPr lang="en-US"/>
              <a:t>Notes view: </a:t>
            </a:r>
            <a:fld id="{128CEAFE-FA94-43E5-B0FF-D47E1CCDD1B4}" type="slidenum">
              <a:rPr lang="en-US" smtClean="0"/>
              <a:pPr/>
              <a:t>13</a:t>
            </a:fld>
            <a:endParaRPr lang="en-US"/>
          </a:p>
        </p:txBody>
      </p:sp>
    </p:spTree>
    <p:extLst>
      <p:ext uri="{BB962C8B-B14F-4D97-AF65-F5344CB8AC3E}">
        <p14:creationId xmlns:p14="http://schemas.microsoft.com/office/powerpoint/2010/main" val="1012983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15</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90228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16</a:t>
            </a:fld>
            <a:endParaRPr lang="en-US"/>
          </a:p>
        </p:txBody>
      </p:sp>
    </p:spTree>
    <p:extLst>
      <p:ext uri="{BB962C8B-B14F-4D97-AF65-F5344CB8AC3E}">
        <p14:creationId xmlns:p14="http://schemas.microsoft.com/office/powerpoint/2010/main" val="1682613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17</a:t>
            </a:fld>
            <a:endParaRPr lang="en-US"/>
          </a:p>
        </p:txBody>
      </p:sp>
    </p:spTree>
    <p:extLst>
      <p:ext uri="{BB962C8B-B14F-4D97-AF65-F5344CB8AC3E}">
        <p14:creationId xmlns:p14="http://schemas.microsoft.com/office/powerpoint/2010/main" val="2436948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18</a:t>
            </a:fld>
            <a:endParaRPr lang="en-US"/>
          </a:p>
        </p:txBody>
      </p:sp>
    </p:spTree>
    <p:extLst>
      <p:ext uri="{BB962C8B-B14F-4D97-AF65-F5344CB8AC3E}">
        <p14:creationId xmlns:p14="http://schemas.microsoft.com/office/powerpoint/2010/main" val="304753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19</a:t>
            </a:fld>
            <a:endParaRPr lang="en-US"/>
          </a:p>
        </p:txBody>
      </p:sp>
    </p:spTree>
    <p:extLst>
      <p:ext uri="{BB962C8B-B14F-4D97-AF65-F5344CB8AC3E}">
        <p14:creationId xmlns:p14="http://schemas.microsoft.com/office/powerpoint/2010/main" val="1766897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29C8-03D1-2D9A-220B-3948212373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681C3F-8B2E-7A19-B9B0-12DC6048D807}"/>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4B44843-566A-AF75-F49A-79DFAB47E2C6}"/>
              </a:ext>
            </a:extLst>
          </p:cNvPr>
          <p:cNvSpPr>
            <a:spLocks noGrp="1"/>
          </p:cNvSpPr>
          <p:nvPr>
            <p:ph type="body" idx="1"/>
          </p:nvPr>
        </p:nvSpPr>
        <p:spPr/>
        <p:txBody>
          <a:bodyPr/>
          <a:lstStyle/>
          <a:p>
            <a:pPr defTabSz="933162">
              <a:defRPr/>
            </a:pPr>
            <a:r>
              <a:rPr lang="en-US" b="1"/>
              <a:t>Entradas:</a:t>
            </a:r>
          </a:p>
          <a:p>
            <a:pPr marL="174968" indent="-174968" defTabSz="933162">
              <a:buFontTx/>
              <a:buChar char="-"/>
              <a:defRPr/>
            </a:pPr>
            <a:r>
              <a:rPr lang="en-US" b="1" err="1">
                <a:solidFill>
                  <a:srgbClr val="696158"/>
                </a:solidFill>
                <a:highlight>
                  <a:srgbClr val="FFFF00"/>
                </a:highlight>
                <a:sym typeface="Rosario"/>
              </a:rPr>
              <a:t>Análisis</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riesgo</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los</a:t>
            </a:r>
            <a:r>
              <a:rPr lang="en-US" b="1">
                <a:solidFill>
                  <a:srgbClr val="696158"/>
                </a:solidFill>
                <a:highlight>
                  <a:srgbClr val="FFFF00"/>
                </a:highlight>
                <a:sym typeface="Rosario"/>
              </a:rPr>
              <a:t> </a:t>
            </a:r>
            <a:r>
              <a:rPr lang="en-US" b="1" err="1">
                <a:solidFill>
                  <a:srgbClr val="696158"/>
                </a:solidFill>
                <a:highlight>
                  <a:srgbClr val="FFFF00"/>
                </a:highlight>
                <a:sym typeface="Rosario"/>
              </a:rPr>
              <a:t>activos</a:t>
            </a:r>
            <a:r>
              <a:rPr lang="en-US" b="1">
                <a:solidFill>
                  <a:srgbClr val="696158"/>
                </a:solidFill>
                <a:highlight>
                  <a:srgbClr val="FFFF00"/>
                </a:highlight>
                <a:sym typeface="Rosario"/>
              </a:rPr>
              <a:t> y de las </a:t>
            </a:r>
            <a:r>
              <a:rPr lang="en-US" b="1" err="1">
                <a:solidFill>
                  <a:srgbClr val="696158"/>
                </a:solidFill>
                <a:highlight>
                  <a:srgbClr val="FFFF00"/>
                </a:highlight>
                <a:sym typeface="Rosario"/>
              </a:rPr>
              <a:t>actividades</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Condiciones</a:t>
            </a:r>
            <a:r>
              <a:rPr lang="en-US" b="1">
                <a:solidFill>
                  <a:srgbClr val="696158"/>
                </a:solidFill>
                <a:highlight>
                  <a:srgbClr val="FFFF00"/>
                </a:highlight>
                <a:sym typeface="Rosario"/>
              </a:rPr>
              <a:t> </a:t>
            </a:r>
            <a:r>
              <a:rPr lang="en-US" b="1" err="1">
                <a:solidFill>
                  <a:srgbClr val="696158"/>
                </a:solidFill>
                <a:highlight>
                  <a:srgbClr val="FFFF00"/>
                </a:highlight>
                <a:sym typeface="Rosario"/>
              </a:rPr>
              <a:t>operativas</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Requerimientos</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producción</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Recursos</a:t>
            </a:r>
            <a:r>
              <a:rPr lang="en-US" b="1">
                <a:solidFill>
                  <a:srgbClr val="696158"/>
                </a:solidFill>
                <a:highlight>
                  <a:srgbClr val="FFFF00"/>
                </a:highlight>
                <a:sym typeface="Rosario"/>
              </a:rPr>
              <a:t> </a:t>
            </a:r>
            <a:r>
              <a:rPr lang="en-US" b="1" err="1">
                <a:solidFill>
                  <a:srgbClr val="696158"/>
                </a:solidFill>
                <a:highlight>
                  <a:srgbClr val="FFFF00"/>
                </a:highlight>
                <a:sym typeface="Rosario"/>
              </a:rPr>
              <a:t>disponibles</a:t>
            </a:r>
            <a:endParaRPr lang="en-US"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200" b="1" err="1">
                <a:solidFill>
                  <a:srgbClr val="696158"/>
                </a:solidFill>
                <a:highlight>
                  <a:srgbClr val="FFFF00"/>
                </a:highlight>
                <a:sym typeface="Rosario"/>
              </a:rPr>
              <a:t>Estrategia</a:t>
            </a:r>
            <a:r>
              <a:rPr lang="en-US" sz="1200" b="1">
                <a:solidFill>
                  <a:srgbClr val="696158"/>
                </a:solidFill>
                <a:highlight>
                  <a:srgbClr val="FFFF00"/>
                </a:highlight>
                <a:sym typeface="Rosario"/>
              </a:rPr>
              <a:t> de </a:t>
            </a:r>
            <a:r>
              <a:rPr lang="en-US" sz="1200" b="1" err="1">
                <a:solidFill>
                  <a:srgbClr val="696158"/>
                </a:solidFill>
                <a:highlight>
                  <a:srgbClr val="FFFF00"/>
                </a:highlight>
                <a:sym typeface="Rosario"/>
              </a:rPr>
              <a:t>mantenimiento</a:t>
            </a:r>
            <a:endParaRPr lang="en-US" sz="1200"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200" b="1" err="1">
                <a:solidFill>
                  <a:srgbClr val="696158"/>
                </a:solidFill>
                <a:highlight>
                  <a:srgbClr val="FFFF00"/>
                </a:highlight>
                <a:sym typeface="Rosario"/>
              </a:rPr>
              <a:t>Criticidad</a:t>
            </a:r>
            <a:r>
              <a:rPr lang="en-US" sz="1200" b="1">
                <a:solidFill>
                  <a:srgbClr val="696158"/>
                </a:solidFill>
                <a:highlight>
                  <a:srgbClr val="FFFF00"/>
                </a:highlight>
                <a:sym typeface="Rosario"/>
              </a:rPr>
              <a:t> de Activos</a:t>
            </a: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000" b="1" err="1">
                <a:solidFill>
                  <a:srgbClr val="696158"/>
                </a:solidFill>
                <a:highlight>
                  <a:srgbClr val="FFFF00"/>
                </a:highlight>
                <a:sym typeface="Rosario"/>
              </a:rPr>
              <a:t>Normativas</a:t>
            </a:r>
            <a:r>
              <a:rPr lang="en-US" sz="1000" b="1">
                <a:solidFill>
                  <a:srgbClr val="696158"/>
                </a:solidFill>
                <a:highlight>
                  <a:srgbClr val="FFFF00"/>
                </a:highlight>
                <a:sym typeface="Rosario"/>
              </a:rPr>
              <a:t> y </a:t>
            </a:r>
            <a:r>
              <a:rPr lang="en-US" sz="1000" b="1" err="1">
                <a:solidFill>
                  <a:srgbClr val="696158"/>
                </a:solidFill>
                <a:highlight>
                  <a:srgbClr val="FFFF00"/>
                </a:highlight>
                <a:sym typeface="Rosario"/>
              </a:rPr>
              <a:t>políticas</a:t>
            </a:r>
            <a:endParaRPr lang="en-US" sz="1000"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000" b="1" err="1">
                <a:solidFill>
                  <a:srgbClr val="696158"/>
                </a:solidFill>
                <a:highlight>
                  <a:srgbClr val="FFFF00"/>
                </a:highlight>
                <a:sym typeface="Rosario"/>
              </a:rPr>
              <a:t>Registro</a:t>
            </a:r>
            <a:r>
              <a:rPr lang="en-US" sz="1000" b="1">
                <a:solidFill>
                  <a:srgbClr val="696158"/>
                </a:solidFill>
                <a:highlight>
                  <a:srgbClr val="FFFF00"/>
                </a:highlight>
                <a:sym typeface="Rosario"/>
              </a:rPr>
              <a:t> de EESS</a:t>
            </a:r>
          </a:p>
          <a:p>
            <a:pPr defTabSz="933162">
              <a:defRPr/>
            </a:pPr>
            <a:endParaRPr lang="en-US" b="1"/>
          </a:p>
          <a:p>
            <a:pPr defTabSz="933162">
              <a:defRPr/>
            </a:pPr>
            <a:r>
              <a:rPr lang="en-US" b="1"/>
              <a:t>Salida:</a:t>
            </a:r>
          </a:p>
          <a:p>
            <a:pPr marL="174968" indent="-174968" defTabSz="933162">
              <a:buFontTx/>
              <a:buChar char="-"/>
              <a:defRPr/>
            </a:pPr>
            <a:r>
              <a:rPr lang="en-US" b="1">
                <a:solidFill>
                  <a:srgbClr val="696158"/>
                </a:solidFill>
                <a:sym typeface="Rosario"/>
              </a:rPr>
              <a:t>Ordenes </a:t>
            </a:r>
            <a:r>
              <a:rPr lang="en-US" b="1" err="1">
                <a:solidFill>
                  <a:srgbClr val="696158"/>
                </a:solidFill>
                <a:sym typeface="Rosario"/>
              </a:rPr>
              <a:t>Priorizadas</a:t>
            </a:r>
            <a:r>
              <a:rPr lang="en-US" b="1">
                <a:solidFill>
                  <a:srgbClr val="696158"/>
                </a:solidFill>
                <a:sym typeface="Rosario"/>
              </a:rPr>
              <a:t>/Balance de carga HH </a:t>
            </a:r>
            <a:r>
              <a:rPr lang="en-US" b="1" err="1">
                <a:solidFill>
                  <a:srgbClr val="696158"/>
                </a:solidFill>
                <a:sym typeface="Rosario"/>
              </a:rPr>
              <a:t>preventivas</a:t>
            </a:r>
            <a:r>
              <a:rPr lang="en-US" b="1">
                <a:solidFill>
                  <a:srgbClr val="696158"/>
                </a:solidFill>
                <a:sym typeface="Rosario"/>
              </a:rPr>
              <a:t> y </a:t>
            </a:r>
            <a:r>
              <a:rPr lang="en-US" b="1" err="1">
                <a:solidFill>
                  <a:srgbClr val="696158"/>
                </a:solidFill>
                <a:sym typeface="Rosario"/>
              </a:rPr>
              <a:t>correctivas</a:t>
            </a:r>
            <a:endParaRPr lang="en-US" b="1">
              <a:solidFill>
                <a:srgbClr val="696158"/>
              </a:solidFill>
              <a:sym typeface="Rosario"/>
            </a:endParaRPr>
          </a:p>
          <a:p>
            <a:pPr marL="174968" indent="-174968" defTabSz="933162">
              <a:buFontTx/>
              <a:buChar char="-"/>
              <a:defRPr/>
            </a:pPr>
            <a:r>
              <a:rPr lang="en-US" b="1" err="1">
                <a:solidFill>
                  <a:srgbClr val="696158"/>
                </a:solidFill>
                <a:ea typeface="Calibri"/>
                <a:cs typeface="Calibri"/>
                <a:sym typeface="Rosario"/>
              </a:rPr>
              <a:t>Demanda</a:t>
            </a:r>
            <a:r>
              <a:rPr lang="en-US" b="1">
                <a:solidFill>
                  <a:srgbClr val="696158"/>
                </a:solidFill>
                <a:ea typeface="Calibri"/>
                <a:cs typeface="Calibri"/>
                <a:sym typeface="Rosario"/>
              </a:rPr>
              <a:t> de Bienes y </a:t>
            </a:r>
            <a:r>
              <a:rPr lang="en-US" b="1" err="1">
                <a:solidFill>
                  <a:srgbClr val="696158"/>
                </a:solidFill>
                <a:ea typeface="Calibri"/>
                <a:cs typeface="Calibri"/>
                <a:sym typeface="Rosario"/>
              </a:rPr>
              <a:t>servicios</a:t>
            </a:r>
            <a:endParaRPr lang="en-US">
              <a:solidFill>
                <a:srgbClr val="696158"/>
              </a:solidFill>
              <a:highlight>
                <a:srgbClr val="FFFF00"/>
              </a:highlight>
              <a:ea typeface="Calibri"/>
              <a:cs typeface="Calibri"/>
              <a:sym typeface="Rosario"/>
            </a:endParaRPr>
          </a:p>
          <a:p>
            <a:pPr marL="174968" indent="-174968" defTabSz="933162">
              <a:buFontTx/>
              <a:buChar char="-"/>
              <a:defRPr/>
            </a:pPr>
            <a:endParaRPr lang="en-US">
              <a:solidFill>
                <a:srgbClr val="696158"/>
              </a:solidFill>
              <a:highlight>
                <a:srgbClr val="FFFF00"/>
              </a:highlight>
              <a:ea typeface="Calibri"/>
              <a:cs typeface="Calibri"/>
              <a:sym typeface="Rosario"/>
            </a:endParaRPr>
          </a:p>
          <a:p>
            <a:pPr defTabSz="933162">
              <a:defRPr/>
            </a:pPr>
            <a:r>
              <a:rPr lang="en-US" err="1">
                <a:solidFill>
                  <a:srgbClr val="696158"/>
                </a:solidFill>
                <a:highlight>
                  <a:srgbClr val="FFFF00"/>
                </a:highlight>
                <a:ea typeface="Calibri"/>
                <a:cs typeface="Calibri"/>
                <a:sym typeface="Rosario"/>
              </a:rPr>
              <a:t>Asegurar</a:t>
            </a:r>
            <a:r>
              <a:rPr lang="en-US">
                <a:solidFill>
                  <a:srgbClr val="696158"/>
                </a:solidFill>
                <a:highlight>
                  <a:srgbClr val="FFFF00"/>
                </a:highlight>
                <a:ea typeface="Calibri"/>
                <a:cs typeface="Calibri"/>
                <a:sym typeface="Rosario"/>
              </a:rPr>
              <a:t> (revision semestral de planes </a:t>
            </a:r>
            <a:r>
              <a:rPr lang="en-US" err="1">
                <a:solidFill>
                  <a:srgbClr val="696158"/>
                </a:solidFill>
                <a:highlight>
                  <a:srgbClr val="FFFF00"/>
                </a:highlight>
                <a:ea typeface="Calibri"/>
                <a:cs typeface="Calibri"/>
                <a:sym typeface="Rosario"/>
              </a:rPr>
              <a:t>preventivos</a:t>
            </a:r>
            <a:r>
              <a:rPr lang="en-US">
                <a:solidFill>
                  <a:srgbClr val="696158"/>
                </a:solidFill>
                <a:highlight>
                  <a:srgbClr val="FFFF00"/>
                </a:highlight>
                <a:ea typeface="Calibri"/>
                <a:cs typeface="Calibri"/>
                <a:sym typeface="Rosario"/>
              </a:rPr>
              <a:t> PGP)</a:t>
            </a:r>
          </a:p>
          <a:p>
            <a:pPr defTabSz="933162">
              <a:defRPr/>
            </a:pPr>
            <a:r>
              <a:rPr lang="en-US" err="1">
                <a:solidFill>
                  <a:srgbClr val="696158"/>
                </a:solidFill>
                <a:highlight>
                  <a:srgbClr val="FFFF00"/>
                </a:highlight>
                <a:ea typeface="Calibri"/>
                <a:cs typeface="Calibri"/>
                <a:sym typeface="Rosario"/>
              </a:rPr>
              <a:t>Revisión</a:t>
            </a:r>
            <a:r>
              <a:rPr lang="en-US">
                <a:solidFill>
                  <a:srgbClr val="696158"/>
                </a:solidFill>
                <a:highlight>
                  <a:srgbClr val="FFFF00"/>
                </a:highlight>
                <a:ea typeface="Calibri"/>
                <a:cs typeface="Calibri"/>
                <a:sym typeface="Rosario"/>
              </a:rPr>
              <a:t> de planes (</a:t>
            </a:r>
            <a:r>
              <a:rPr lang="en-US" err="1">
                <a:solidFill>
                  <a:srgbClr val="696158"/>
                </a:solidFill>
                <a:highlight>
                  <a:srgbClr val="FFFF00"/>
                </a:highlight>
                <a:ea typeface="Calibri"/>
                <a:cs typeface="Calibri"/>
                <a:sym typeface="Rosario"/>
              </a:rPr>
              <a:t>planificación</a:t>
            </a:r>
            <a:r>
              <a:rPr lang="en-US">
                <a:solidFill>
                  <a:srgbClr val="696158"/>
                </a:solidFill>
                <a:highlight>
                  <a:srgbClr val="FFFF00"/>
                </a:highlight>
                <a:ea typeface="Calibri"/>
                <a:cs typeface="Calibri"/>
                <a:sym typeface="Rosario"/>
              </a:rPr>
              <a:t>) =! </a:t>
            </a:r>
            <a:r>
              <a:rPr lang="en-US" err="1">
                <a:solidFill>
                  <a:srgbClr val="696158"/>
                </a:solidFill>
                <a:highlight>
                  <a:srgbClr val="FFFF00"/>
                </a:highlight>
                <a:ea typeface="Calibri"/>
                <a:cs typeface="Calibri"/>
                <a:sym typeface="Rosario"/>
              </a:rPr>
              <a:t>Revisión</a:t>
            </a:r>
            <a:r>
              <a:rPr lang="en-US">
                <a:solidFill>
                  <a:srgbClr val="696158"/>
                </a:solidFill>
                <a:highlight>
                  <a:srgbClr val="FFFF00"/>
                </a:highlight>
                <a:ea typeface="Calibri"/>
                <a:cs typeface="Calibri"/>
                <a:sym typeface="Rosario"/>
              </a:rPr>
              <a:t> de </a:t>
            </a:r>
            <a:r>
              <a:rPr lang="en-US" err="1">
                <a:solidFill>
                  <a:srgbClr val="696158"/>
                </a:solidFill>
                <a:highlight>
                  <a:srgbClr val="FFFF00"/>
                </a:highlight>
                <a:ea typeface="Calibri"/>
                <a:cs typeface="Calibri"/>
                <a:sym typeface="Rosario"/>
              </a:rPr>
              <a:t>estrategia</a:t>
            </a:r>
            <a:r>
              <a:rPr lang="en-US">
                <a:solidFill>
                  <a:srgbClr val="696158"/>
                </a:solidFill>
                <a:highlight>
                  <a:srgbClr val="FFFF00"/>
                </a:highlight>
                <a:ea typeface="Calibri"/>
                <a:cs typeface="Calibri"/>
                <a:sym typeface="Rosario"/>
              </a:rPr>
              <a:t> (</a:t>
            </a:r>
            <a:r>
              <a:rPr lang="en-US" err="1">
                <a:solidFill>
                  <a:srgbClr val="696158"/>
                </a:solidFill>
                <a:highlight>
                  <a:srgbClr val="FFFF00"/>
                </a:highlight>
                <a:ea typeface="Calibri"/>
                <a:cs typeface="Calibri"/>
                <a:sym typeface="Rosario"/>
              </a:rPr>
              <a:t>confiabilidad</a:t>
            </a:r>
            <a:r>
              <a:rPr lang="en-US">
                <a:solidFill>
                  <a:srgbClr val="696158"/>
                </a:solidFill>
                <a:highlight>
                  <a:srgbClr val="FFFF00"/>
                </a:highlight>
                <a:ea typeface="Calibri"/>
                <a:cs typeface="Calibri"/>
                <a:sym typeface="Rosario"/>
              </a:rPr>
              <a:t>)</a:t>
            </a:r>
          </a:p>
          <a:p>
            <a:pPr defTabSz="933162">
              <a:defRPr/>
            </a:pPr>
            <a:endParaRPr lang="en-US">
              <a:solidFill>
                <a:srgbClr val="696158"/>
              </a:solidFill>
              <a:highlight>
                <a:srgbClr val="FFFF00"/>
              </a:highlight>
              <a:ea typeface="Calibri"/>
              <a:cs typeface="Calibri"/>
              <a:sym typeface="Rosario"/>
            </a:endParaRPr>
          </a:p>
          <a:p>
            <a:pPr defTabSz="933162">
              <a:defRPr/>
            </a:pPr>
            <a:r>
              <a:rPr lang="en-US" err="1">
                <a:solidFill>
                  <a:srgbClr val="696158"/>
                </a:solidFill>
                <a:highlight>
                  <a:srgbClr val="FFFF00"/>
                </a:highlight>
                <a:ea typeface="Calibri"/>
                <a:cs typeface="Calibri"/>
                <a:sym typeface="Rosario"/>
              </a:rPr>
              <a:t>Definición</a:t>
            </a:r>
            <a:r>
              <a:rPr lang="en-US">
                <a:solidFill>
                  <a:srgbClr val="696158"/>
                </a:solidFill>
                <a:highlight>
                  <a:srgbClr val="FFFF00"/>
                </a:highlight>
                <a:ea typeface="Calibri"/>
                <a:cs typeface="Calibri"/>
                <a:sym typeface="Rosario"/>
              </a:rPr>
              <a:t>:</a:t>
            </a:r>
          </a:p>
          <a:p>
            <a:pPr defTabSz="933162">
              <a:defRPr/>
            </a:pPr>
            <a:r>
              <a:rPr lang="en-US">
                <a:solidFill>
                  <a:srgbClr val="696158"/>
                </a:solidFill>
                <a:highlight>
                  <a:srgbClr val="FFFF00"/>
                </a:highlight>
                <a:ea typeface="Calibri"/>
                <a:cs typeface="Calibri"/>
                <a:sym typeface="Rosario"/>
              </a:rPr>
              <a:t>- Workflow de </a:t>
            </a:r>
            <a:r>
              <a:rPr lang="en-US" err="1">
                <a:solidFill>
                  <a:srgbClr val="696158"/>
                </a:solidFill>
                <a:highlight>
                  <a:srgbClr val="FFFF00"/>
                </a:highlight>
                <a:ea typeface="Calibri"/>
                <a:cs typeface="Calibri"/>
                <a:sym typeface="Rosario"/>
              </a:rPr>
              <a:t>aprobación</a:t>
            </a:r>
            <a:r>
              <a:rPr lang="en-US">
                <a:solidFill>
                  <a:srgbClr val="696158"/>
                </a:solidFill>
                <a:highlight>
                  <a:srgbClr val="FFFF00"/>
                </a:highlight>
                <a:ea typeface="Calibri"/>
                <a:cs typeface="Calibri"/>
                <a:sym typeface="Rosario"/>
              </a:rPr>
              <a:t> </a:t>
            </a:r>
            <a:r>
              <a:rPr lang="en-US" err="1">
                <a:solidFill>
                  <a:srgbClr val="696158"/>
                </a:solidFill>
                <a:highlight>
                  <a:srgbClr val="FFFF00"/>
                </a:highlight>
                <a:ea typeface="Calibri"/>
                <a:cs typeface="Calibri"/>
                <a:sym typeface="Rosario"/>
              </a:rPr>
              <a:t>en</a:t>
            </a:r>
            <a:r>
              <a:rPr lang="en-US">
                <a:solidFill>
                  <a:srgbClr val="696158"/>
                </a:solidFill>
                <a:highlight>
                  <a:srgbClr val="FFFF00"/>
                </a:highlight>
                <a:ea typeface="Calibri"/>
                <a:cs typeface="Calibri"/>
                <a:sym typeface="Rosario"/>
              </a:rPr>
              <a:t> SAP (</a:t>
            </a:r>
            <a:r>
              <a:rPr lang="en-US" err="1">
                <a:solidFill>
                  <a:srgbClr val="696158"/>
                </a:solidFill>
                <a:highlight>
                  <a:srgbClr val="FFFF00"/>
                </a:highlight>
                <a:ea typeface="Calibri"/>
                <a:cs typeface="Calibri"/>
                <a:sym typeface="Rosario"/>
              </a:rPr>
              <a:t>mientras</a:t>
            </a:r>
            <a:r>
              <a:rPr lang="en-US">
                <a:solidFill>
                  <a:srgbClr val="696158"/>
                </a:solidFill>
                <a:highlight>
                  <a:srgbClr val="FFFF00"/>
                </a:highlight>
                <a:ea typeface="Calibri"/>
                <a:cs typeface="Calibri"/>
                <a:sym typeface="Rosario"/>
              </a:rPr>
              <a:t> tanto la app de Nueva Aldea)</a:t>
            </a:r>
          </a:p>
          <a:p>
            <a:pPr defTabSz="933162">
              <a:defRPr/>
            </a:pPr>
            <a:r>
              <a:rPr lang="es-CL">
                <a:solidFill>
                  <a:srgbClr val="696158"/>
                </a:solidFill>
                <a:highlight>
                  <a:srgbClr val="FFFF00"/>
                </a:highlight>
                <a:ea typeface="Calibri"/>
                <a:cs typeface="Calibri"/>
              </a:rPr>
              <a:t>- Calendario de fábrica de paradas de áreas –&gt; que los movimientos obedezcan a ese calendario (?) podría cambiar la estrategia</a:t>
            </a:r>
          </a:p>
          <a:p>
            <a:pPr defTabSz="933162">
              <a:defRPr/>
            </a:pPr>
            <a:r>
              <a:rPr lang="es-CL">
                <a:solidFill>
                  <a:srgbClr val="696158"/>
                </a:solidFill>
                <a:highlight>
                  <a:srgbClr val="FFFF00"/>
                </a:highlight>
                <a:ea typeface="Calibri"/>
                <a:cs typeface="Calibri"/>
              </a:rPr>
              <a:t>- Definir en que casos la modificación debe pasar por confiabilidad -&gt; Confiabilidad, que parámetros modifican la estrategia</a:t>
            </a:r>
          </a:p>
          <a:p>
            <a:pPr defTabSz="933162">
              <a:defRPr/>
            </a:pPr>
            <a:r>
              <a:rPr lang="es-CL">
                <a:solidFill>
                  <a:srgbClr val="696158"/>
                </a:solidFill>
                <a:highlight>
                  <a:srgbClr val="FFFF00"/>
                </a:highlight>
                <a:ea typeface="Calibri"/>
                <a:cs typeface="Calibri"/>
              </a:rPr>
              <a:t>- Evaluar opción de proyección de servicios para tener un contrato marco (compresores, lubricación en valdivia)</a:t>
            </a:r>
          </a:p>
          <a:p>
            <a:pPr defTabSz="933162">
              <a:defRPr/>
            </a:pPr>
            <a:r>
              <a:rPr lang="es-CL">
                <a:solidFill>
                  <a:srgbClr val="696158"/>
                </a:solidFill>
                <a:highlight>
                  <a:srgbClr val="FFFF00"/>
                </a:highlight>
                <a:ea typeface="Calibri"/>
                <a:cs typeface="Calibri"/>
              </a:rPr>
              <a:t>- Compras: No puede determinar cuando o no hacer una mantención // tolerancia la riesgo // no se pueden modificar las </a:t>
            </a:r>
            <a:r>
              <a:rPr lang="es-CL" err="1">
                <a:solidFill>
                  <a:srgbClr val="696158"/>
                </a:solidFill>
                <a:highlight>
                  <a:srgbClr val="FFFF00"/>
                </a:highlight>
                <a:ea typeface="Calibri"/>
                <a:cs typeface="Calibri"/>
              </a:rPr>
              <a:t>OTs</a:t>
            </a:r>
            <a:r>
              <a:rPr lang="es-CL">
                <a:solidFill>
                  <a:srgbClr val="696158"/>
                </a:solidFill>
                <a:highlight>
                  <a:srgbClr val="FFFF00"/>
                </a:highlight>
                <a:ea typeface="Calibri"/>
                <a:cs typeface="Calibri"/>
              </a:rPr>
              <a:t> para que quede en MACO (prohibido)</a:t>
            </a:r>
          </a:p>
          <a:p>
            <a:pPr defTabSz="933162">
              <a:defRPr/>
            </a:pPr>
            <a:r>
              <a:rPr lang="es-CL">
                <a:solidFill>
                  <a:srgbClr val="696158"/>
                </a:solidFill>
                <a:highlight>
                  <a:srgbClr val="FFFF00"/>
                </a:highlight>
                <a:ea typeface="Calibri"/>
                <a:cs typeface="Calibri"/>
              </a:rPr>
              <a:t>- Repuestos no críticos de bodega: Que sea consultado antes de retirar sin ser crítico (</a:t>
            </a:r>
            <a:r>
              <a:rPr lang="es-CL" err="1">
                <a:solidFill>
                  <a:srgbClr val="696158"/>
                </a:solidFill>
                <a:highlight>
                  <a:srgbClr val="FFFF00"/>
                </a:highlight>
                <a:ea typeface="Calibri"/>
                <a:cs typeface="Calibri"/>
              </a:rPr>
              <a:t>workflow</a:t>
            </a:r>
            <a:r>
              <a:rPr lang="es-CL">
                <a:solidFill>
                  <a:srgbClr val="696158"/>
                </a:solidFill>
                <a:highlight>
                  <a:srgbClr val="FFFF00"/>
                </a:highlight>
                <a:ea typeface="Calibri"/>
                <a:cs typeface="Calibri"/>
              </a:rPr>
              <a:t>)</a:t>
            </a:r>
          </a:p>
          <a:p>
            <a:pPr defTabSz="933162">
              <a:defRPr/>
            </a:pPr>
            <a:endParaRPr lang="es-CL">
              <a:solidFill>
                <a:srgbClr val="696158"/>
              </a:solidFill>
              <a:highlight>
                <a:srgbClr val="FFFF00"/>
              </a:highlight>
              <a:ea typeface="Calibri"/>
              <a:cs typeface="Calibri"/>
            </a:endParaRPr>
          </a:p>
          <a:p>
            <a:pPr defTabSz="933162">
              <a:defRPr/>
            </a:pPr>
            <a:r>
              <a:rPr lang="es-CL">
                <a:solidFill>
                  <a:srgbClr val="696158"/>
                </a:solidFill>
                <a:highlight>
                  <a:srgbClr val="FFFF00"/>
                </a:highlight>
                <a:ea typeface="Calibri"/>
                <a:cs typeface="Calibri"/>
              </a:rPr>
              <a:t>Revisión de </a:t>
            </a:r>
            <a:r>
              <a:rPr lang="es-CL" err="1">
                <a:solidFill>
                  <a:srgbClr val="696158"/>
                </a:solidFill>
                <a:highlight>
                  <a:srgbClr val="FFFF00"/>
                </a:highlight>
                <a:ea typeface="Calibri"/>
                <a:cs typeface="Calibri"/>
              </a:rPr>
              <a:t>KPIs</a:t>
            </a:r>
            <a:r>
              <a:rPr lang="es-CL">
                <a:solidFill>
                  <a:srgbClr val="696158"/>
                </a:solidFill>
                <a:highlight>
                  <a:srgbClr val="FFFF00"/>
                </a:highlight>
                <a:ea typeface="Calibri"/>
                <a:cs typeface="Calibri"/>
              </a:rPr>
              <a:t> -&gt; Cota, porcentaje de planes revisados/ajustados (control de cambios)</a:t>
            </a:r>
          </a:p>
          <a:p>
            <a:pPr defTabSz="933162">
              <a:defRPr/>
            </a:pPr>
            <a:endParaRPr lang="es-CL">
              <a:solidFill>
                <a:srgbClr val="696158"/>
              </a:solidFill>
              <a:highlight>
                <a:srgbClr val="FFFF00"/>
              </a:highlight>
              <a:ea typeface="Calibri"/>
              <a:cs typeface="Calibri"/>
            </a:endParaRPr>
          </a:p>
        </p:txBody>
      </p:sp>
      <p:sp>
        <p:nvSpPr>
          <p:cNvPr id="4" name="Marcador de número de diapositiva 3">
            <a:extLst>
              <a:ext uri="{FF2B5EF4-FFF2-40B4-BE49-F238E27FC236}">
                <a16:creationId xmlns:a16="http://schemas.microsoft.com/office/drawing/2014/main" id="{EEBEF0B9-01B8-D413-CFEA-9605FDA678CE}"/>
              </a:ext>
            </a:extLst>
          </p:cNvPr>
          <p:cNvSpPr>
            <a:spLocks noGrp="1"/>
          </p:cNvSpPr>
          <p:nvPr>
            <p:ph type="sldNum" sz="quarter" idx="5"/>
          </p:nvPr>
        </p:nvSpPr>
        <p:spPr/>
        <p:txBody>
          <a:bodyPr/>
          <a:lstStyle/>
          <a:p>
            <a:fld id="{3631B0A6-3FCB-43BF-A3B1-F20DCE2A7C2F}" type="slidenum">
              <a:rPr lang="en-US" smtClean="0"/>
              <a:t>20</a:t>
            </a:fld>
            <a:endParaRPr lang="en-US"/>
          </a:p>
        </p:txBody>
      </p:sp>
    </p:spTree>
    <p:extLst>
      <p:ext uri="{BB962C8B-B14F-4D97-AF65-F5344CB8AC3E}">
        <p14:creationId xmlns:p14="http://schemas.microsoft.com/office/powerpoint/2010/main" val="1692693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marL="0" indent="0">
              <a:buFontTx/>
              <a:buNone/>
            </a:pPr>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21</a:t>
            </a:fld>
            <a:endParaRPr lang="en-US"/>
          </a:p>
        </p:txBody>
      </p:sp>
    </p:spTree>
    <p:extLst>
      <p:ext uri="{BB962C8B-B14F-4D97-AF65-F5344CB8AC3E}">
        <p14:creationId xmlns:p14="http://schemas.microsoft.com/office/powerpoint/2010/main" val="710351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667582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23</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93954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26</a:t>
            </a:fld>
            <a:endParaRPr lang="en-US"/>
          </a:p>
        </p:txBody>
      </p:sp>
    </p:spTree>
    <p:extLst>
      <p:ext uri="{BB962C8B-B14F-4D97-AF65-F5344CB8AC3E}">
        <p14:creationId xmlns:p14="http://schemas.microsoft.com/office/powerpoint/2010/main" val="2689657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127A-23DC-3066-1478-9AEE144CF0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935609-8EFE-6420-B523-5269A02AFE2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121A617A-0663-E167-465E-6943666A6BDC}"/>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DAD1BDE-0582-34D6-46BF-F578CE56BE23}"/>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28</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58489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7E24-946A-7C95-4F5C-0384493B0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5F650-857D-6FB4-7256-D939ACA02B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0939DD-FD90-E8FA-1ADD-7BD85DE0E1F0}"/>
              </a:ext>
            </a:extLst>
          </p:cNvPr>
          <p:cNvSpPr>
            <a:spLocks noGrp="1"/>
          </p:cNvSpPr>
          <p:nvPr>
            <p:ph type="body" idx="1"/>
          </p:nvPr>
        </p:nvSpPr>
        <p:spPr/>
        <p:txBody>
          <a:bodyPr/>
          <a:lstStyle/>
          <a:p>
            <a:pPr marL="385577" lvl="1" indent="-256619" defTabSz="933162">
              <a:spcAft>
                <a:spcPts val="204"/>
              </a:spcAft>
              <a:buClr>
                <a:srgbClr val="EA7600"/>
              </a:buClr>
              <a:buFont typeface="Trebuchet MS" panose="020B0603020202020204" pitchFamily="34" charset="0"/>
              <a:buChar char="•"/>
              <a:defRPr/>
            </a:pPr>
            <a:r>
              <a:rPr lang="es-CL">
                <a:solidFill>
                  <a:srgbClr val="696158"/>
                </a:solidFill>
                <a:latin typeface="Calibri"/>
                <a:ea typeface="Calibri"/>
                <a:cs typeface="Calibri"/>
              </a:rPr>
              <a:t>ERP Actualizado / Ordenes Planificadas</a:t>
            </a: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Planes de </a:t>
            </a:r>
            <a:r>
              <a:rPr lang="en-US" err="1">
                <a:solidFill>
                  <a:srgbClr val="696158"/>
                </a:solidFill>
                <a:latin typeface="Calibri"/>
                <a:ea typeface="Calibri"/>
                <a:cs typeface="Calibri"/>
              </a:rPr>
              <a:t>Mantenimiento</a:t>
            </a:r>
            <a:r>
              <a:rPr lang="en-US">
                <a:solidFill>
                  <a:srgbClr val="696158"/>
                </a:solidFill>
                <a:latin typeface="Calibri"/>
                <a:ea typeface="Calibri"/>
                <a:cs typeface="Calibri"/>
              </a:rPr>
              <a:t> </a:t>
            </a:r>
            <a:r>
              <a:rPr lang="en-US" err="1">
                <a:solidFill>
                  <a:srgbClr val="696158"/>
                </a:solidFill>
                <a:latin typeface="Calibri"/>
                <a:ea typeface="Calibri"/>
                <a:cs typeface="Calibri"/>
              </a:rPr>
              <a:t>cargados</a:t>
            </a:r>
            <a:r>
              <a:rPr lang="en-US">
                <a:solidFill>
                  <a:srgbClr val="696158"/>
                </a:solidFill>
                <a:latin typeface="Calibri"/>
                <a:ea typeface="Calibri"/>
                <a:cs typeface="Calibri"/>
              </a:rPr>
              <a:t> en SAP</a:t>
            </a:r>
          </a:p>
          <a:p>
            <a:pPr marL="385577" lvl="1" indent="-256619" defTabSz="933162">
              <a:spcAft>
                <a:spcPts val="204"/>
              </a:spcAft>
              <a:buClr>
                <a:srgbClr val="EA7600"/>
              </a:buClr>
              <a:buFont typeface="Trebuchet MS" panose="020B0603020202020204" pitchFamily="34" charset="0"/>
              <a:buChar char="•"/>
              <a:defRPr/>
            </a:pPr>
            <a:r>
              <a:rPr lang="en-US" err="1">
                <a:solidFill>
                  <a:srgbClr val="696158"/>
                </a:solidFill>
                <a:latin typeface="Calibri"/>
                <a:ea typeface="Calibri"/>
                <a:cs typeface="Calibri"/>
              </a:rPr>
              <a:t>Demanda</a:t>
            </a:r>
            <a:r>
              <a:rPr lang="en-US">
                <a:solidFill>
                  <a:srgbClr val="696158"/>
                </a:solidFill>
                <a:latin typeface="Calibri"/>
                <a:ea typeface="Calibri"/>
                <a:cs typeface="Calibri"/>
              </a:rPr>
              <a:t> de </a:t>
            </a:r>
            <a:r>
              <a:rPr lang="en-US" err="1">
                <a:solidFill>
                  <a:srgbClr val="696158"/>
                </a:solidFill>
                <a:latin typeface="Calibri"/>
                <a:ea typeface="Calibri"/>
                <a:cs typeface="Calibri"/>
              </a:rPr>
              <a:t>bienes</a:t>
            </a:r>
            <a:r>
              <a:rPr lang="en-US">
                <a:solidFill>
                  <a:srgbClr val="696158"/>
                </a:solidFill>
                <a:latin typeface="Calibri"/>
                <a:ea typeface="Calibri"/>
                <a:cs typeface="Calibri"/>
              </a:rPr>
              <a:t> y </a:t>
            </a:r>
            <a:r>
              <a:rPr lang="en-US" err="1">
                <a:solidFill>
                  <a:srgbClr val="696158"/>
                </a:solidFill>
                <a:latin typeface="Calibri"/>
                <a:ea typeface="Calibri"/>
                <a:cs typeface="Calibri"/>
              </a:rPr>
              <a:t>servicios</a:t>
            </a:r>
            <a:endParaRPr lang="en-US">
              <a:solidFill>
                <a:srgbClr val="696158"/>
              </a:solidFill>
              <a:latin typeface="Calibri"/>
              <a:ea typeface="Calibri"/>
              <a:cs typeface="Calibri"/>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Plan </a:t>
            </a:r>
            <a:r>
              <a:rPr lang="en-US" err="1">
                <a:solidFill>
                  <a:srgbClr val="696158"/>
                </a:solidFill>
                <a:latin typeface="Calibri"/>
                <a:ea typeface="Calibri"/>
                <a:cs typeface="Calibri"/>
              </a:rPr>
              <a:t>Quinquenal</a:t>
            </a:r>
            <a:endParaRPr lang="es-CL">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s-CL">
                <a:solidFill>
                  <a:srgbClr val="696158"/>
                </a:solidFill>
                <a:latin typeface="Calibri"/>
                <a:sym typeface="Rosario"/>
              </a:rPr>
              <a:t>Disponibilidad de repuestos Críticos en bodega</a:t>
            </a: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sym typeface="Rosario"/>
              </a:rPr>
              <a:t>Ordenes </a:t>
            </a:r>
            <a:r>
              <a:rPr lang="en-US" err="1">
                <a:solidFill>
                  <a:srgbClr val="696158"/>
                </a:solidFill>
                <a:sym typeface="Rosario"/>
              </a:rPr>
              <a:t>Priorizadas</a:t>
            </a:r>
            <a:r>
              <a:rPr lang="en-US">
                <a:solidFill>
                  <a:srgbClr val="696158"/>
                </a:solidFill>
                <a:sym typeface="Rosario"/>
              </a:rPr>
              <a:t>/Balance de carga HH </a:t>
            </a:r>
            <a:r>
              <a:rPr lang="en-US" err="1">
                <a:solidFill>
                  <a:srgbClr val="696158"/>
                </a:solidFill>
                <a:sym typeface="Rosario"/>
              </a:rPr>
              <a:t>Preventivas</a:t>
            </a:r>
            <a:r>
              <a:rPr lang="en-US">
                <a:solidFill>
                  <a:srgbClr val="696158"/>
                </a:solidFill>
                <a:sym typeface="Rosario"/>
              </a:rPr>
              <a:t> y </a:t>
            </a:r>
            <a:r>
              <a:rPr lang="en-US" err="1">
                <a:solidFill>
                  <a:srgbClr val="696158"/>
                </a:solidFill>
                <a:sym typeface="Rosario"/>
              </a:rPr>
              <a:t>Correctivas</a:t>
            </a:r>
            <a:endParaRPr lang="es-CL">
              <a:solidFill>
                <a:srgbClr val="696158"/>
              </a:solidFill>
              <a:latin typeface="Calibri"/>
              <a:ea typeface="Calibri"/>
              <a:cs typeface="Calibri"/>
            </a:endParaRPr>
          </a:p>
          <a:p>
            <a:pPr marL="385577" lvl="1" indent="-256619" defTabSz="933162">
              <a:spcAft>
                <a:spcPts val="204"/>
              </a:spcAft>
              <a:buClr>
                <a:srgbClr val="EA7600"/>
              </a:buClr>
              <a:buFont typeface="Trebuchet MS" panose="020B0603020202020204" pitchFamily="34" charset="0"/>
              <a:buChar char="•"/>
              <a:defRPr/>
            </a:pPr>
            <a:r>
              <a:rPr lang="en-US" err="1">
                <a:solidFill>
                  <a:srgbClr val="696158"/>
                </a:solidFill>
                <a:latin typeface="Calibri"/>
                <a:sym typeface="Rosario"/>
              </a:rPr>
              <a:t>Presupuesto</a:t>
            </a:r>
            <a:r>
              <a:rPr lang="en-US">
                <a:solidFill>
                  <a:srgbClr val="696158"/>
                </a:solidFill>
                <a:latin typeface="Calibri"/>
                <a:sym typeface="Rosario"/>
              </a:rPr>
              <a:t> </a:t>
            </a:r>
            <a:r>
              <a:rPr lang="en-US" err="1">
                <a:solidFill>
                  <a:srgbClr val="696158"/>
                </a:solidFill>
                <a:latin typeface="Calibri"/>
                <a:sym typeface="Rosario"/>
              </a:rPr>
              <a:t>anual</a:t>
            </a:r>
            <a:r>
              <a:rPr lang="en-US">
                <a:solidFill>
                  <a:srgbClr val="696158"/>
                </a:solidFill>
                <a:latin typeface="Calibri"/>
                <a:sym typeface="Rosario"/>
              </a:rPr>
              <a:t> de </a:t>
            </a:r>
            <a:r>
              <a:rPr lang="en-US" err="1">
                <a:solidFill>
                  <a:srgbClr val="696158"/>
                </a:solidFill>
                <a:latin typeface="Calibri"/>
                <a:sym typeface="Rosario"/>
              </a:rPr>
              <a:t>mantenimiento</a:t>
            </a:r>
            <a:endParaRPr lang="en-US">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Calendario de </a:t>
            </a:r>
            <a:r>
              <a:rPr lang="en-US" err="1">
                <a:solidFill>
                  <a:srgbClr val="696158"/>
                </a:solidFill>
                <a:latin typeface="Calibri"/>
                <a:ea typeface="Calibri"/>
                <a:cs typeface="Calibri"/>
              </a:rPr>
              <a:t>Detenciones</a:t>
            </a:r>
            <a:endParaRPr lang="en-US">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POI de </a:t>
            </a:r>
            <a:r>
              <a:rPr lang="en-US" err="1">
                <a:solidFill>
                  <a:srgbClr val="696158"/>
                </a:solidFill>
                <a:latin typeface="Calibri"/>
                <a:ea typeface="Calibri"/>
                <a:cs typeface="Calibri"/>
              </a:rPr>
              <a:t>Mantenimiento</a:t>
            </a:r>
            <a:endParaRPr lang="en-US">
              <a:solidFill>
                <a:srgbClr val="696158"/>
              </a:solidFill>
              <a:latin typeface="Calibri"/>
              <a:ea typeface="Calibri"/>
              <a:cs typeface="Calibri"/>
            </a:endParaRPr>
          </a:p>
          <a:p>
            <a:endParaRPr lang="en-US"/>
          </a:p>
        </p:txBody>
      </p:sp>
      <p:sp>
        <p:nvSpPr>
          <p:cNvPr id="4" name="Slide Number Placeholder 3">
            <a:extLst>
              <a:ext uri="{FF2B5EF4-FFF2-40B4-BE49-F238E27FC236}">
                <a16:creationId xmlns:a16="http://schemas.microsoft.com/office/drawing/2014/main" id="{077FC8C3-A009-DBFC-9C1D-D4268B765884}"/>
              </a:ext>
            </a:extLst>
          </p:cNvPr>
          <p:cNvSpPr>
            <a:spLocks noGrp="1"/>
          </p:cNvSpPr>
          <p:nvPr>
            <p:ph type="sldNum" sz="quarter" idx="5"/>
          </p:nvPr>
        </p:nvSpPr>
        <p:spPr/>
        <p:txBody>
          <a:bodyPr/>
          <a:lstStyle/>
          <a:p>
            <a:r>
              <a:rPr lang="en-US"/>
              <a:t>Notes view: </a:t>
            </a:r>
            <a:fld id="{128CEAFE-FA94-43E5-B0FF-D47E1CCDD1B4}" type="slidenum">
              <a:rPr lang="en-US" smtClean="0"/>
              <a:pPr/>
              <a:t>29</a:t>
            </a:fld>
            <a:endParaRPr lang="en-US"/>
          </a:p>
        </p:txBody>
      </p:sp>
    </p:spTree>
    <p:extLst>
      <p:ext uri="{BB962C8B-B14F-4D97-AF65-F5344CB8AC3E}">
        <p14:creationId xmlns:p14="http://schemas.microsoft.com/office/powerpoint/2010/main" val="3917355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30</a:t>
            </a:fld>
            <a:endParaRPr lang="en-US"/>
          </a:p>
        </p:txBody>
      </p:sp>
    </p:spTree>
    <p:extLst>
      <p:ext uri="{BB962C8B-B14F-4D97-AF65-F5344CB8AC3E}">
        <p14:creationId xmlns:p14="http://schemas.microsoft.com/office/powerpoint/2010/main" val="1450743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AE2EF-53D8-1872-FFE0-1CEDA7887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B3D1C-7791-FA7C-BEAD-055CC6126E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F5FE07-6585-FA4E-F238-456F6CA376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8F2849-285E-E203-CC54-71F4146AD801}"/>
              </a:ext>
            </a:extLst>
          </p:cNvPr>
          <p:cNvSpPr>
            <a:spLocks noGrp="1"/>
          </p:cNvSpPr>
          <p:nvPr>
            <p:ph type="sldNum" sz="quarter" idx="5"/>
          </p:nvPr>
        </p:nvSpPr>
        <p:spPr/>
        <p:txBody>
          <a:bodyPr/>
          <a:lstStyle/>
          <a:p>
            <a:pPr defTabSz="941561">
              <a:defRPr/>
            </a:pPr>
            <a:r>
              <a:rPr lang="en-US">
                <a:solidFill>
                  <a:srgbClr val="6E6F73"/>
                </a:solidFill>
              </a:rPr>
              <a:t>Notes view: </a:t>
            </a:r>
            <a:fld id="{128CEAFE-FA94-43E5-B0FF-D47E1CCDD1B4}" type="slidenum">
              <a:rPr lang="en-US">
                <a:solidFill>
                  <a:srgbClr val="6E6F73"/>
                </a:solidFill>
              </a:rPr>
              <a:pPr defTabSz="941561">
                <a:defRPr/>
              </a:pPr>
              <a:t>31</a:t>
            </a:fld>
            <a:endParaRPr lang="en-US">
              <a:solidFill>
                <a:srgbClr val="6E6F73"/>
              </a:solidFill>
            </a:endParaRPr>
          </a:p>
        </p:txBody>
      </p:sp>
    </p:spTree>
    <p:extLst>
      <p:ext uri="{BB962C8B-B14F-4D97-AF65-F5344CB8AC3E}">
        <p14:creationId xmlns:p14="http://schemas.microsoft.com/office/powerpoint/2010/main" val="26241213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32</a:t>
            </a:fld>
            <a:endParaRPr lang="en-US"/>
          </a:p>
        </p:txBody>
      </p:sp>
    </p:spTree>
    <p:extLst>
      <p:ext uri="{BB962C8B-B14F-4D97-AF65-F5344CB8AC3E}">
        <p14:creationId xmlns:p14="http://schemas.microsoft.com/office/powerpoint/2010/main" val="307988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7BE9-7B48-75A6-3A7D-06AE3F70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7FB9-1D5F-A451-5063-25B6A693F3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E7ACFD-1B9B-8164-E476-C52901EFC6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E0DA3E-8834-0926-CC22-E84CEBB15B6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33</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05954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7BE9-7B48-75A6-3A7D-06AE3F70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7FB9-1D5F-A451-5063-25B6A693F3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E7ACFD-1B9B-8164-E476-C52901EFC6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E0DA3E-8834-0926-CC22-E84CEBB15B6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35</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05954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2E8E-3FA8-2B1C-EF74-7F363C3106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AE97B1-AE3B-DD65-6A0E-2824B3EB0D46}"/>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B61A78A3-0CC5-D823-F223-0C1775F2D07F}"/>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86797FD3-D5F5-A8C4-1434-D15F0DECC66D}"/>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38</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9006496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marL="330648" lvl="1" indent="-220432">
              <a:buClr>
                <a:srgbClr val="EA7600"/>
              </a:buClr>
              <a:buFont typeface="Trebuchet MS" panose="020B0603020202020204" pitchFamily="34" charset="0"/>
              <a:buChar char="•"/>
            </a:pPr>
            <a:r>
              <a:rPr lang="es-CL" sz="1100">
                <a:solidFill>
                  <a:srgbClr val="696158"/>
                </a:solidFill>
              </a:rPr>
              <a:t>MTTR (Mean Time </a:t>
            </a:r>
            <a:r>
              <a:rPr lang="es-CL" sz="1100" err="1">
                <a:solidFill>
                  <a:srgbClr val="696158"/>
                </a:solidFill>
              </a:rPr>
              <a:t>to</a:t>
            </a:r>
            <a:r>
              <a:rPr lang="es-CL" sz="1100">
                <a:solidFill>
                  <a:srgbClr val="696158"/>
                </a:solidFill>
              </a:rPr>
              <a:t> </a:t>
            </a:r>
            <a:r>
              <a:rPr lang="es-CL" sz="1100" err="1">
                <a:solidFill>
                  <a:srgbClr val="696158"/>
                </a:solidFill>
              </a:rPr>
              <a:t>Repair</a:t>
            </a:r>
            <a:r>
              <a:rPr lang="es-CL" sz="1100">
                <a:solidFill>
                  <a:srgbClr val="696158"/>
                </a:solidFill>
              </a:rPr>
              <a:t>): Tiempo promedio de reparación por equipo</a:t>
            </a:r>
          </a:p>
          <a:p>
            <a:pPr marL="330648" lvl="1" indent="-220432">
              <a:buClr>
                <a:srgbClr val="EA7600"/>
              </a:buClr>
              <a:buFont typeface="Trebuchet MS" panose="020B0603020202020204" pitchFamily="34" charset="0"/>
              <a:buChar char="•"/>
            </a:pPr>
            <a:r>
              <a:rPr lang="es-CL" sz="1100">
                <a:solidFill>
                  <a:srgbClr val="696158"/>
                </a:solidFill>
              </a:rPr>
              <a:t>Cumplimiento del plan/Programa (%): Porcentaje de órdenes planificadas/programada completadas dentro del plazo establecido</a:t>
            </a:r>
          </a:p>
          <a:p>
            <a:pPr marL="330648" lvl="1" indent="-220432">
              <a:buClr>
                <a:srgbClr val="EA7600"/>
              </a:buClr>
              <a:buFont typeface="Trebuchet MS" panose="020B0603020202020204" pitchFamily="34" charset="0"/>
              <a:buChar char="•"/>
            </a:pPr>
            <a:r>
              <a:rPr lang="es-CL" sz="1100">
                <a:solidFill>
                  <a:srgbClr val="696158"/>
                </a:solidFill>
              </a:rPr>
              <a:t>Tasa de fallas recurrentes: Porcentaje de equipos con fallas repetitivas tras intervenciones anteriores</a:t>
            </a:r>
          </a:p>
          <a:p>
            <a:pPr marL="330648" lvl="1" indent="-220432">
              <a:buClr>
                <a:srgbClr val="EA7600"/>
              </a:buClr>
              <a:buFont typeface="Trebuchet MS" panose="020B0603020202020204" pitchFamily="34" charset="0"/>
              <a:buChar char="•"/>
            </a:pPr>
            <a:r>
              <a:rPr lang="es-CL" sz="1100">
                <a:solidFill>
                  <a:srgbClr val="696158"/>
                </a:solidFill>
              </a:rPr>
              <a:t>Uso de recursos (%): Porcentaje de asignación efectiva de materiales, repuestos y técnicos</a:t>
            </a:r>
          </a:p>
          <a:p>
            <a:pPr marL="330648" lvl="1" indent="-220432">
              <a:buClr>
                <a:srgbClr val="EA7600"/>
              </a:buClr>
              <a:buFont typeface="Trebuchet MS" panose="020B0603020202020204" pitchFamily="34" charset="0"/>
              <a:buChar char="•"/>
            </a:pPr>
            <a:r>
              <a:rPr lang="es-CL" sz="1100">
                <a:solidFill>
                  <a:srgbClr val="696158"/>
                </a:solidFill>
              </a:rPr>
              <a:t>Costo específico de mantenimiento por tonelada producida: Relación entre el costo total de mantenimiento y la producción total en toneladas</a:t>
            </a:r>
          </a:p>
        </p:txBody>
      </p:sp>
      <p:sp>
        <p:nvSpPr>
          <p:cNvPr id="4" name="Marcador de número de diapositiva 3"/>
          <p:cNvSpPr>
            <a:spLocks noGrp="1"/>
          </p:cNvSpPr>
          <p:nvPr>
            <p:ph type="sldNum" sz="quarter" idx="5"/>
          </p:nvPr>
        </p:nvSpPr>
        <p:spPr/>
        <p:txBody>
          <a:bodyPr/>
          <a:lstStyle/>
          <a:p>
            <a:r>
              <a:rPr lang="en-US"/>
              <a:t>Notes view: </a:t>
            </a:r>
            <a:fld id="{128CEAFE-FA94-43E5-B0FF-D47E1CCDD1B4}" type="slidenum">
              <a:rPr lang="en-US" smtClean="0"/>
              <a:pPr/>
              <a:t>39</a:t>
            </a:fld>
            <a:endParaRPr lang="en-US"/>
          </a:p>
        </p:txBody>
      </p:sp>
    </p:spTree>
    <p:extLst>
      <p:ext uri="{BB962C8B-B14F-4D97-AF65-F5344CB8AC3E}">
        <p14:creationId xmlns:p14="http://schemas.microsoft.com/office/powerpoint/2010/main" val="1198682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588D-7991-0582-192B-329A01BE50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204CC6-081A-DA54-497E-9F8699B584C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B527188-BAF4-0448-D059-D7A86920B397}"/>
              </a:ext>
            </a:extLst>
          </p:cNvPr>
          <p:cNvSpPr>
            <a:spLocks noGrp="1"/>
          </p:cNvSpPr>
          <p:nvPr>
            <p:ph type="body" idx="1"/>
          </p:nvPr>
        </p:nvSpPr>
        <p:spPr/>
        <p:txBody>
          <a:bodyPr/>
          <a:lstStyle/>
          <a:p>
            <a:endParaRPr lang="en-US" b="1"/>
          </a:p>
          <a:p>
            <a:pPr marL="174968" indent="-174968">
              <a:buFontTx/>
              <a:buChar char="-"/>
            </a:pPr>
            <a:endParaRPr lang="en-US" b="1"/>
          </a:p>
        </p:txBody>
      </p:sp>
      <p:sp>
        <p:nvSpPr>
          <p:cNvPr id="4" name="Marcador de número de diapositiva 3">
            <a:extLst>
              <a:ext uri="{FF2B5EF4-FFF2-40B4-BE49-F238E27FC236}">
                <a16:creationId xmlns:a16="http://schemas.microsoft.com/office/drawing/2014/main" id="{6F30B628-FF51-4E2A-9340-873BB90471A2}"/>
              </a:ext>
            </a:extLst>
          </p:cNvPr>
          <p:cNvSpPr>
            <a:spLocks noGrp="1"/>
          </p:cNvSpPr>
          <p:nvPr>
            <p:ph type="sldNum" sz="quarter" idx="5"/>
          </p:nvPr>
        </p:nvSpPr>
        <p:spPr/>
        <p:txBody>
          <a:bodyPr/>
          <a:lstStyle/>
          <a:p>
            <a:fld id="{042A430B-9264-4951-ABE2-4219E2179341}" type="slidenum">
              <a:rPr lang="en-US" smtClean="0"/>
              <a:t>42</a:t>
            </a:fld>
            <a:endParaRPr lang="en-US"/>
          </a:p>
        </p:txBody>
      </p:sp>
    </p:spTree>
    <p:extLst>
      <p:ext uri="{BB962C8B-B14F-4D97-AF65-F5344CB8AC3E}">
        <p14:creationId xmlns:p14="http://schemas.microsoft.com/office/powerpoint/2010/main" val="27159754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C74EB-88CC-E474-3CA6-6724A33222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A7CF93-5063-98D4-A435-3A91E453DF8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3074998-2D22-32BB-975A-811C6EBCB18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764F2AC3-865B-512A-F631-6B696AF9061F}"/>
              </a:ext>
            </a:extLst>
          </p:cNvPr>
          <p:cNvSpPr>
            <a:spLocks noGrp="1"/>
          </p:cNvSpPr>
          <p:nvPr>
            <p:ph type="sldNum" sz="quarter" idx="5"/>
          </p:nvPr>
        </p:nvSpPr>
        <p:spPr/>
        <p:txBody>
          <a:bodyPr/>
          <a:lstStyle/>
          <a:p>
            <a:fld id="{3631B0A6-3FCB-43BF-A3B1-F20DCE2A7C2F}" type="slidenum">
              <a:rPr lang="en-US" smtClean="0"/>
              <a:t>43</a:t>
            </a:fld>
            <a:endParaRPr lang="en-US"/>
          </a:p>
        </p:txBody>
      </p:sp>
    </p:spTree>
    <p:extLst>
      <p:ext uri="{BB962C8B-B14F-4D97-AF65-F5344CB8AC3E}">
        <p14:creationId xmlns:p14="http://schemas.microsoft.com/office/powerpoint/2010/main" val="30720612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98650-0A7F-B1DF-29C0-C9C6D957F8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55FB9F-AE94-2417-3C3E-B03F21EF62F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2B7E1552-025D-4EC6-4933-66C1D22E3ED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8B653B7-4B9A-F30B-B76C-56D1B01D8B12}"/>
              </a:ext>
            </a:extLst>
          </p:cNvPr>
          <p:cNvSpPr>
            <a:spLocks noGrp="1"/>
          </p:cNvSpPr>
          <p:nvPr>
            <p:ph type="sldNum" sz="quarter" idx="5"/>
          </p:nvPr>
        </p:nvSpPr>
        <p:spPr/>
        <p:txBody>
          <a:bodyPr/>
          <a:lstStyle/>
          <a:p>
            <a:fld id="{3631B0A6-3FCB-43BF-A3B1-F20DCE2A7C2F}" type="slidenum">
              <a:rPr lang="en-US" smtClean="0"/>
              <a:t>44</a:t>
            </a:fld>
            <a:endParaRPr lang="en-US"/>
          </a:p>
        </p:txBody>
      </p:sp>
    </p:spTree>
    <p:extLst>
      <p:ext uri="{BB962C8B-B14F-4D97-AF65-F5344CB8AC3E}">
        <p14:creationId xmlns:p14="http://schemas.microsoft.com/office/powerpoint/2010/main" val="22108045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6B0BA-FD12-E457-1BBE-D1BE0B7FAF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5FB8A1-0ADF-A117-DDA1-115AFC8894CC}"/>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D0D60E4-9056-FF72-8AB7-06E6D3AB7895}"/>
              </a:ext>
            </a:extLst>
          </p:cNvPr>
          <p:cNvSpPr>
            <a:spLocks noGrp="1"/>
          </p:cNvSpPr>
          <p:nvPr>
            <p:ph type="body" idx="1"/>
          </p:nvPr>
        </p:nvSpPr>
        <p:spPr/>
        <p:txBody>
          <a:bodyPr/>
          <a:lstStyle/>
          <a:p>
            <a:pPr marL="0" indent="0">
              <a:buFontTx/>
              <a:buNone/>
            </a:pPr>
            <a:endParaRPr lang="en-US" b="0"/>
          </a:p>
          <a:p>
            <a:pPr marL="174968" indent="-174968">
              <a:buFontTx/>
              <a:buChar char="-"/>
            </a:pPr>
            <a:endParaRPr lang="en-US" b="1"/>
          </a:p>
        </p:txBody>
      </p:sp>
      <p:sp>
        <p:nvSpPr>
          <p:cNvPr id="4" name="Marcador de número de diapositiva 3">
            <a:extLst>
              <a:ext uri="{FF2B5EF4-FFF2-40B4-BE49-F238E27FC236}">
                <a16:creationId xmlns:a16="http://schemas.microsoft.com/office/drawing/2014/main" id="{EBBAEAB8-5A38-3CD6-5820-A9DAFF313CFB}"/>
              </a:ext>
            </a:extLst>
          </p:cNvPr>
          <p:cNvSpPr>
            <a:spLocks noGrp="1"/>
          </p:cNvSpPr>
          <p:nvPr>
            <p:ph type="sldNum" sz="quarter" idx="5"/>
          </p:nvPr>
        </p:nvSpPr>
        <p:spPr/>
        <p:txBody>
          <a:bodyPr/>
          <a:lstStyle/>
          <a:p>
            <a:fld id="{042A430B-9264-4951-ABE2-4219E2179341}" type="slidenum">
              <a:rPr lang="en-US" smtClean="0"/>
              <a:t>45</a:t>
            </a:fld>
            <a:endParaRPr lang="en-US"/>
          </a:p>
        </p:txBody>
      </p:sp>
    </p:spTree>
    <p:extLst>
      <p:ext uri="{BB962C8B-B14F-4D97-AF65-F5344CB8AC3E}">
        <p14:creationId xmlns:p14="http://schemas.microsoft.com/office/powerpoint/2010/main" val="3386237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7C13-DFEF-253D-8A5C-D4E765E1E3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8FBEAE-BE83-DE0E-CC0B-50E59797601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716595E-BBE3-3CD4-B6BE-E1BA66076867}"/>
              </a:ext>
            </a:extLst>
          </p:cNvPr>
          <p:cNvSpPr>
            <a:spLocks noGrp="1"/>
          </p:cNvSpPr>
          <p:nvPr>
            <p:ph type="body" idx="1"/>
          </p:nvPr>
        </p:nvSpPr>
        <p:spPr/>
        <p:txBody>
          <a:bodyPr/>
          <a:lstStyle/>
          <a:p>
            <a:pPr marL="174968" indent="-174968">
              <a:buFontTx/>
              <a:buChar char="-"/>
            </a:pPr>
            <a:r>
              <a:rPr lang="en-US" err="1"/>
              <a:t>Que</a:t>
            </a:r>
            <a:r>
              <a:rPr lang="en-US"/>
              <a:t> </a:t>
            </a:r>
            <a:r>
              <a:rPr lang="en-US" err="1"/>
              <a:t>diferencia</a:t>
            </a:r>
            <a:r>
              <a:rPr lang="en-US"/>
              <a:t> al </a:t>
            </a:r>
            <a:r>
              <a:rPr lang="en-US" err="1"/>
              <a:t>tratamiento</a:t>
            </a:r>
            <a:r>
              <a:rPr lang="en-US"/>
              <a:t> de un aviso de </a:t>
            </a:r>
            <a:r>
              <a:rPr lang="en-US" err="1"/>
              <a:t>una</a:t>
            </a:r>
            <a:r>
              <a:rPr lang="en-US"/>
              <a:t> gestion de </a:t>
            </a:r>
            <a:r>
              <a:rPr lang="en-US" err="1"/>
              <a:t>falla</a:t>
            </a:r>
            <a:endParaRPr lang="en-US"/>
          </a:p>
          <a:p>
            <a:pPr marL="174968" indent="-174968">
              <a:buFontTx/>
              <a:buChar char="-"/>
            </a:pPr>
            <a:r>
              <a:rPr lang="en-US"/>
              <a:t>Solicitudes de </a:t>
            </a:r>
            <a:r>
              <a:rPr lang="en-US" err="1"/>
              <a:t>operaciones</a:t>
            </a:r>
            <a:r>
              <a:rPr lang="en-US"/>
              <a:t> = </a:t>
            </a:r>
            <a:r>
              <a:rPr lang="en-US" err="1"/>
              <a:t>urgencias</a:t>
            </a:r>
            <a:r>
              <a:rPr lang="en-US"/>
              <a:t> del día a día // </a:t>
            </a:r>
            <a:r>
              <a:rPr lang="en-US" err="1"/>
              <a:t>Cambiarle</a:t>
            </a:r>
            <a:r>
              <a:rPr lang="en-US"/>
              <a:t> </a:t>
            </a:r>
            <a:r>
              <a:rPr lang="en-US" err="1"/>
              <a:t>el</a:t>
            </a:r>
            <a:r>
              <a:rPr lang="en-US"/>
              <a:t> </a:t>
            </a:r>
            <a:r>
              <a:rPr lang="en-US" err="1"/>
              <a:t>nombre</a:t>
            </a:r>
            <a:endParaRPr lang="en-US"/>
          </a:p>
        </p:txBody>
      </p:sp>
      <p:sp>
        <p:nvSpPr>
          <p:cNvPr id="4" name="Marcador de número de diapositiva 3">
            <a:extLst>
              <a:ext uri="{FF2B5EF4-FFF2-40B4-BE49-F238E27FC236}">
                <a16:creationId xmlns:a16="http://schemas.microsoft.com/office/drawing/2014/main" id="{295D4AE8-748E-3AA2-6978-C97DF2239001}"/>
              </a:ext>
            </a:extLst>
          </p:cNvPr>
          <p:cNvSpPr>
            <a:spLocks noGrp="1"/>
          </p:cNvSpPr>
          <p:nvPr>
            <p:ph type="sldNum" sz="quarter" idx="5"/>
          </p:nvPr>
        </p:nvSpPr>
        <p:spPr/>
        <p:txBody>
          <a:bodyPr/>
          <a:lstStyle/>
          <a:p>
            <a:fld id="{3631B0A6-3FCB-43BF-A3B1-F20DCE2A7C2F}" type="slidenum">
              <a:rPr lang="en-US" smtClean="0"/>
              <a:t>46</a:t>
            </a:fld>
            <a:endParaRPr lang="en-US"/>
          </a:p>
        </p:txBody>
      </p:sp>
    </p:spTree>
    <p:extLst>
      <p:ext uri="{BB962C8B-B14F-4D97-AF65-F5344CB8AC3E}">
        <p14:creationId xmlns:p14="http://schemas.microsoft.com/office/powerpoint/2010/main" val="41212132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47</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229058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605DD-14AC-87F0-6609-3B0EFBBA95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5C01B6-3027-0F05-0FB9-A5F1CEAA200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DDEB515-C8D1-FD44-6A37-F83A09340F05}"/>
              </a:ext>
            </a:extLst>
          </p:cNvPr>
          <p:cNvSpPr>
            <a:spLocks noGrp="1"/>
          </p:cNvSpPr>
          <p:nvPr>
            <p:ph type="body" idx="1"/>
          </p:nvPr>
        </p:nvSpPr>
        <p:spPr/>
        <p:txBody>
          <a:bodyPr/>
          <a:lstStyle/>
          <a:p>
            <a:pPr marL="0" indent="0">
              <a:buFontTx/>
              <a:buNone/>
            </a:pPr>
            <a:endParaRPr lang="en-US"/>
          </a:p>
        </p:txBody>
      </p:sp>
      <p:sp>
        <p:nvSpPr>
          <p:cNvPr id="4" name="Marcador de número de diapositiva 3">
            <a:extLst>
              <a:ext uri="{FF2B5EF4-FFF2-40B4-BE49-F238E27FC236}">
                <a16:creationId xmlns:a16="http://schemas.microsoft.com/office/drawing/2014/main" id="{8581F3AA-4D86-5A45-F8ED-32D0B72AAE17}"/>
              </a:ext>
            </a:extLst>
          </p:cNvPr>
          <p:cNvSpPr>
            <a:spLocks noGrp="1"/>
          </p:cNvSpPr>
          <p:nvPr>
            <p:ph type="sldNum" sz="quarter" idx="5"/>
          </p:nvPr>
        </p:nvSpPr>
        <p:spPr/>
        <p:txBody>
          <a:bodyPr/>
          <a:lstStyle/>
          <a:p>
            <a:fld id="{3631B0A6-3FCB-43BF-A3B1-F20DCE2A7C2F}" type="slidenum">
              <a:rPr lang="en-US" smtClean="0"/>
              <a:t>48</a:t>
            </a:fld>
            <a:endParaRPr lang="en-US"/>
          </a:p>
        </p:txBody>
      </p:sp>
    </p:spTree>
    <p:extLst>
      <p:ext uri="{BB962C8B-B14F-4D97-AF65-F5344CB8AC3E}">
        <p14:creationId xmlns:p14="http://schemas.microsoft.com/office/powerpoint/2010/main" val="2969952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49</a:t>
            </a:fld>
            <a:endParaRPr lang="en-US"/>
          </a:p>
        </p:txBody>
      </p:sp>
    </p:spTree>
    <p:extLst>
      <p:ext uri="{BB962C8B-B14F-4D97-AF65-F5344CB8AC3E}">
        <p14:creationId xmlns:p14="http://schemas.microsoft.com/office/powerpoint/2010/main" val="16927644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62087-1662-6125-841D-44E96B8F81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EA5A32-726B-0B73-7CED-EDF9E9362042}"/>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99BE65F-F908-DDAA-E526-35C6AF4BBD46}"/>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A819150-449E-A5B9-ADB6-62927981BA19}"/>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50</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94011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0D85B-D012-6C18-B48A-7A3B4346D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7DF9C-605E-A8A9-1099-811242257C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20C5E7-E643-864C-C8E0-6AD566D68B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D9007C-0138-55DD-246C-C0D29E88442C}"/>
              </a:ext>
            </a:extLst>
          </p:cNvPr>
          <p:cNvSpPr>
            <a:spLocks noGrp="1"/>
          </p:cNvSpPr>
          <p:nvPr>
            <p:ph type="sldNum" sz="quarter" idx="5"/>
          </p:nvPr>
        </p:nvSpPr>
        <p:spPr/>
        <p:txBody>
          <a:bodyPr/>
          <a:lstStyle/>
          <a:p>
            <a:r>
              <a:rPr lang="en-US"/>
              <a:t>Notes view: </a:t>
            </a:r>
            <a:fld id="{128CEAFE-FA94-43E5-B0FF-D47E1CCDD1B4}" type="slidenum">
              <a:rPr lang="en-US" smtClean="0"/>
              <a:pPr/>
              <a:t>51</a:t>
            </a:fld>
            <a:endParaRPr lang="en-US"/>
          </a:p>
        </p:txBody>
      </p:sp>
    </p:spTree>
    <p:extLst>
      <p:ext uri="{BB962C8B-B14F-4D97-AF65-F5344CB8AC3E}">
        <p14:creationId xmlns:p14="http://schemas.microsoft.com/office/powerpoint/2010/main" val="1624596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4CD9B-DCB9-E3C7-29B8-B4C212235C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3FD252-95F6-2BE1-A10C-BC9648CD5B2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1C10986-3177-D7B7-5DEB-F642E47BAFE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3EEF243-E2F8-1E0A-3147-D62685B9C06A}"/>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6481725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53</a:t>
            </a:fld>
            <a:endParaRPr lang="en-US"/>
          </a:p>
        </p:txBody>
      </p:sp>
    </p:spTree>
    <p:extLst>
      <p:ext uri="{BB962C8B-B14F-4D97-AF65-F5344CB8AC3E}">
        <p14:creationId xmlns:p14="http://schemas.microsoft.com/office/powerpoint/2010/main" val="22631547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A4874-1044-FB67-3046-02FC5843F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21FAF-1777-4984-92A0-45B6A4B745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EB89A6-C7EE-50EE-A103-82272858D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FRS o AFAL</a:t>
            </a:r>
          </a:p>
          <a:p>
            <a:endParaRPr lang="en-US"/>
          </a:p>
        </p:txBody>
      </p:sp>
      <p:sp>
        <p:nvSpPr>
          <p:cNvPr id="4" name="Slide Number Placeholder 3">
            <a:extLst>
              <a:ext uri="{FF2B5EF4-FFF2-40B4-BE49-F238E27FC236}">
                <a16:creationId xmlns:a16="http://schemas.microsoft.com/office/drawing/2014/main" id="{E50812E8-103B-E283-5046-067D7D1A5A8A}"/>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54</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0824154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37C70-55DA-584A-25E3-374F828BF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2B2FB-B934-018D-4D82-79B15DB12E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9A82DD-DE58-CE12-C8D5-A7D721B9C2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F8B7D3-0D21-3D91-A98A-55957B58D6E5}"/>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56</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9568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14-04-2026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133.x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0.xml"/><Relationship Id="rId1" Type="http://schemas.openxmlformats.org/officeDocument/2006/relationships/tags" Target="../tags/tag134.xml"/><Relationship Id="rId5" Type="http://schemas.openxmlformats.org/officeDocument/2006/relationships/image" Target="../media/image2.emf"/><Relationship Id="rId4" Type="http://schemas.openxmlformats.org/officeDocument/2006/relationships/oleObject" Target="../embeddings/oleObject6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135.xml"/><Relationship Id="rId5" Type="http://schemas.openxmlformats.org/officeDocument/2006/relationships/image" Target="../media/image17.emf"/><Relationship Id="rId4" Type="http://schemas.openxmlformats.org/officeDocument/2006/relationships/oleObject" Target="../embeddings/oleObject63.bin"/></Relationships>
</file>

<file path=ppt/slides/_rels/slide4.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image" Target="../media/image17.emf"/><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oleObject" Target="../embeddings/oleObject64.bin"/><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slideLayout" Target="../slideLayouts/slideLayout30.xml"/><Relationship Id="rId5" Type="http://schemas.openxmlformats.org/officeDocument/2006/relationships/tags" Target="../tags/tag14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0.xml"/><Relationship Id="rId1" Type="http://schemas.openxmlformats.org/officeDocument/2006/relationships/tags" Target="../tags/tag146.xml"/><Relationship Id="rId5" Type="http://schemas.openxmlformats.org/officeDocument/2006/relationships/image" Target="../media/image17.emf"/><Relationship Id="rId4" Type="http://schemas.openxmlformats.org/officeDocument/2006/relationships/oleObject" Target="../embeddings/oleObject65.bin"/></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tags" Target="../tags/tag149.xml"/><Relationship Id="rId7" Type="http://schemas.openxmlformats.org/officeDocument/2006/relationships/tags" Target="../tags/tag153.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image" Target="../media/image17.emf"/><Relationship Id="rId5" Type="http://schemas.openxmlformats.org/officeDocument/2006/relationships/tags" Target="../tags/tag151.xml"/><Relationship Id="rId10" Type="http://schemas.openxmlformats.org/officeDocument/2006/relationships/oleObject" Target="../embeddings/oleObject66.bin"/><Relationship Id="rId4" Type="http://schemas.openxmlformats.org/officeDocument/2006/relationships/tags" Target="../tags/tag150.xml"/><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0.xml"/><Relationship Id="rId1" Type="http://schemas.openxmlformats.org/officeDocument/2006/relationships/tags" Target="../tags/tag154.xml"/><Relationship Id="rId5" Type="http://schemas.openxmlformats.org/officeDocument/2006/relationships/image" Target="../media/image17.emf"/><Relationship Id="rId4" Type="http://schemas.openxmlformats.org/officeDocument/2006/relationships/oleObject" Target="../embeddings/oleObject6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30.xml"/><Relationship Id="rId1" Type="http://schemas.openxmlformats.org/officeDocument/2006/relationships/tags" Target="../tags/tag155.xml"/><Relationship Id="rId4" Type="http://schemas.openxmlformats.org/officeDocument/2006/relationships/image" Target="../media/image17.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0.xml"/><Relationship Id="rId1" Type="http://schemas.openxmlformats.org/officeDocument/2006/relationships/tags" Target="../tags/tag156.xml"/><Relationship Id="rId6" Type="http://schemas.openxmlformats.org/officeDocument/2006/relationships/image" Target="../media/image17.emf"/><Relationship Id="rId5" Type="http://schemas.openxmlformats.org/officeDocument/2006/relationships/oleObject" Target="../embeddings/oleObject69.bin"/><Relationship Id="rId4" Type="http://schemas.microsoft.com/office/2018/10/relationships/comments" Target="../comments/modernComment_7FFFFFD8_D30DEFD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30.xml"/><Relationship Id="rId1" Type="http://schemas.openxmlformats.org/officeDocument/2006/relationships/tags" Target="../tags/tag157.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tags" Target="../tags/tag160.xml"/><Relationship Id="rId7" Type="http://schemas.openxmlformats.org/officeDocument/2006/relationships/notesSlide" Target="../notesSlides/notesSlide8.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162.xml"/><Relationship Id="rId10" Type="http://schemas.openxmlformats.org/officeDocument/2006/relationships/oleObject" Target="../embeddings/oleObject72.bin"/><Relationship Id="rId4" Type="http://schemas.openxmlformats.org/officeDocument/2006/relationships/tags" Target="../tags/tag161.xml"/><Relationship Id="rId9"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0.xml"/><Relationship Id="rId1" Type="http://schemas.openxmlformats.org/officeDocument/2006/relationships/tags" Target="../tags/tag163.xml"/><Relationship Id="rId5" Type="http://schemas.openxmlformats.org/officeDocument/2006/relationships/image" Target="../media/image17.emf"/><Relationship Id="rId4" Type="http://schemas.openxmlformats.org/officeDocument/2006/relationships/oleObject" Target="../embeddings/oleObject73.bin"/></Relationships>
</file>

<file path=ppt/slides/_rels/slide13.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Layout" Target="../slideLayouts/slideLayout30.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6" Type="http://schemas.openxmlformats.org/officeDocument/2006/relationships/image" Target="../media/image17.emf"/><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oleObject" Target="../embeddings/oleObject74.bin"/><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tags" Target="../tags/tag178.xml"/><Relationship Id="rId7" Type="http://schemas.openxmlformats.org/officeDocument/2006/relationships/image" Target="../media/image19.sv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18.emf"/><Relationship Id="rId5" Type="http://schemas.openxmlformats.org/officeDocument/2006/relationships/oleObject" Target="../embeddings/oleObject75.bin"/><Relationship Id="rId10" Type="http://schemas.openxmlformats.org/officeDocument/2006/relationships/image" Target="../media/image15.emf"/><Relationship Id="rId4" Type="http://schemas.openxmlformats.org/officeDocument/2006/relationships/slideLayout" Target="../slideLayouts/slideLayout30.xml"/><Relationship Id="rId9" Type="http://schemas.openxmlformats.org/officeDocument/2006/relationships/oleObject" Target="../embeddings/oleObject72.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0.xml"/><Relationship Id="rId1" Type="http://schemas.openxmlformats.org/officeDocument/2006/relationships/tags" Target="../tags/tag179.xml"/><Relationship Id="rId5" Type="http://schemas.openxmlformats.org/officeDocument/2006/relationships/image" Target="../media/image17.emf"/><Relationship Id="rId4" Type="http://schemas.openxmlformats.org/officeDocument/2006/relationships/oleObject" Target="../embeddings/oleObject76.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0.svg"/><Relationship Id="rId2" Type="http://schemas.openxmlformats.org/officeDocument/2006/relationships/slideLayout" Target="../slideLayouts/slideLayout30.xml"/><Relationship Id="rId1" Type="http://schemas.openxmlformats.org/officeDocument/2006/relationships/tags" Target="../tags/tag180.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77.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0.xml"/><Relationship Id="rId1" Type="http://schemas.openxmlformats.org/officeDocument/2006/relationships/tags" Target="../tags/tag181.xml"/><Relationship Id="rId5" Type="http://schemas.openxmlformats.org/officeDocument/2006/relationships/image" Target="../media/image17.emf"/><Relationship Id="rId4"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182.xml"/><Relationship Id="rId6" Type="http://schemas.openxmlformats.org/officeDocument/2006/relationships/image" Target="../media/image20.svg"/><Relationship Id="rId5" Type="http://schemas.openxmlformats.org/officeDocument/2006/relationships/image" Target="../media/image17.emf"/><Relationship Id="rId4" Type="http://schemas.openxmlformats.org/officeDocument/2006/relationships/oleObject" Target="../embeddings/oleObject79.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0.xml"/><Relationship Id="rId1" Type="http://schemas.openxmlformats.org/officeDocument/2006/relationships/tags" Target="../tags/tag183.xml"/><Relationship Id="rId5" Type="http://schemas.openxmlformats.org/officeDocument/2006/relationships/image" Target="../media/image17.emf"/><Relationship Id="rId4" Type="http://schemas.openxmlformats.org/officeDocument/2006/relationships/oleObject" Target="../embeddings/oleObject80.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0.svg"/><Relationship Id="rId2" Type="http://schemas.openxmlformats.org/officeDocument/2006/relationships/slideLayout" Target="../slideLayouts/slideLayout30.xml"/><Relationship Id="rId1" Type="http://schemas.openxmlformats.org/officeDocument/2006/relationships/tags" Target="../tags/tag184.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8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0.xml"/><Relationship Id="rId1" Type="http://schemas.openxmlformats.org/officeDocument/2006/relationships/tags" Target="../tags/tag185.xml"/><Relationship Id="rId5" Type="http://schemas.openxmlformats.org/officeDocument/2006/relationships/image" Target="../media/image17.emf"/><Relationship Id="rId4" Type="http://schemas.openxmlformats.org/officeDocument/2006/relationships/oleObject" Target="../embeddings/oleObject8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0.xml"/><Relationship Id="rId1" Type="http://schemas.openxmlformats.org/officeDocument/2006/relationships/tags" Target="../tags/tag186.xml"/><Relationship Id="rId6" Type="http://schemas.openxmlformats.org/officeDocument/2006/relationships/image" Target="../media/image20.svg"/><Relationship Id="rId5" Type="http://schemas.openxmlformats.org/officeDocument/2006/relationships/image" Target="../media/image21.emf"/><Relationship Id="rId4" Type="http://schemas.openxmlformats.org/officeDocument/2006/relationships/oleObject" Target="../embeddings/oleObject8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0.xml"/><Relationship Id="rId1" Type="http://schemas.openxmlformats.org/officeDocument/2006/relationships/tags" Target="../tags/tag187.xml"/><Relationship Id="rId5" Type="http://schemas.openxmlformats.org/officeDocument/2006/relationships/image" Target="../media/image17.emf"/><Relationship Id="rId4" Type="http://schemas.openxmlformats.org/officeDocument/2006/relationships/oleObject" Target="../embeddings/oleObject84.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30.xml"/><Relationship Id="rId1" Type="http://schemas.openxmlformats.org/officeDocument/2006/relationships/tags" Target="../tags/tag188.xml"/><Relationship Id="rId5" Type="http://schemas.openxmlformats.org/officeDocument/2006/relationships/image" Target="../media/image19.svg"/><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30.xml"/><Relationship Id="rId1" Type="http://schemas.openxmlformats.org/officeDocument/2006/relationships/tags" Target="../tags/tag189.x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0.xml"/><Relationship Id="rId1" Type="http://schemas.openxmlformats.org/officeDocument/2006/relationships/tags" Target="../tags/tag190.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8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30.xml"/><Relationship Id="rId1" Type="http://schemas.openxmlformats.org/officeDocument/2006/relationships/tags" Target="../tags/tag191.xml"/><Relationship Id="rId4" Type="http://schemas.openxmlformats.org/officeDocument/2006/relationships/image" Target="../media/image17.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194.xml"/><Relationship Id="rId7" Type="http://schemas.openxmlformats.org/officeDocument/2006/relationships/notesSlide" Target="../notesSlides/notesSlide21.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196.xml"/><Relationship Id="rId10" Type="http://schemas.openxmlformats.org/officeDocument/2006/relationships/oleObject" Target="../embeddings/oleObject72.bin"/><Relationship Id="rId4" Type="http://schemas.openxmlformats.org/officeDocument/2006/relationships/tags" Target="../tags/tag195.xml"/><Relationship Id="rId9" Type="http://schemas.openxmlformats.org/officeDocument/2006/relationships/image" Target="../media/image2.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0.xml"/><Relationship Id="rId1" Type="http://schemas.openxmlformats.org/officeDocument/2006/relationships/tags" Target="../tags/tag197.xml"/><Relationship Id="rId5" Type="http://schemas.openxmlformats.org/officeDocument/2006/relationships/image" Target="../media/image17.emf"/><Relationship Id="rId4" Type="http://schemas.openxmlformats.org/officeDocument/2006/relationships/oleObject" Target="../embeddings/oleObject90.bin"/></Relationships>
</file>

<file path=ppt/slides/_rels/slide30.xml.rels><?xml version="1.0" encoding="UTF-8" standalone="yes"?>
<Relationships xmlns="http://schemas.openxmlformats.org/package/2006/relationships"><Relationship Id="rId8" Type="http://schemas.openxmlformats.org/officeDocument/2006/relationships/tags" Target="../tags/tag205.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image" Target="../media/image17.emf"/><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oleObject" Target="../embeddings/oleObject91.bin"/><Relationship Id="rId5" Type="http://schemas.openxmlformats.org/officeDocument/2006/relationships/tags" Target="../tags/tag202.xml"/><Relationship Id="rId10" Type="http://schemas.openxmlformats.org/officeDocument/2006/relationships/notesSlide" Target="../notesSlides/notesSlide23.xml"/><Relationship Id="rId4" Type="http://schemas.openxmlformats.org/officeDocument/2006/relationships/tags" Target="../tags/tag201.xml"/><Relationship Id="rId9"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206.xml"/><Relationship Id="rId6" Type="http://schemas.openxmlformats.org/officeDocument/2006/relationships/image" Target="../media/image20.svg"/><Relationship Id="rId5" Type="http://schemas.openxmlformats.org/officeDocument/2006/relationships/image" Target="../media/image17.emf"/><Relationship Id="rId4" Type="http://schemas.openxmlformats.org/officeDocument/2006/relationships/oleObject" Target="../embeddings/oleObject92.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0.xml"/><Relationship Id="rId1" Type="http://schemas.openxmlformats.org/officeDocument/2006/relationships/tags" Target="../tags/tag207.xml"/><Relationship Id="rId5" Type="http://schemas.openxmlformats.org/officeDocument/2006/relationships/image" Target="../media/image17.emf"/><Relationship Id="rId4" Type="http://schemas.openxmlformats.org/officeDocument/2006/relationships/oleObject" Target="../embeddings/oleObject9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0.xml"/><Relationship Id="rId1" Type="http://schemas.openxmlformats.org/officeDocument/2006/relationships/tags" Target="../tags/tag208.xml"/><Relationship Id="rId5" Type="http://schemas.openxmlformats.org/officeDocument/2006/relationships/image" Target="../media/image17.emf"/><Relationship Id="rId4" Type="http://schemas.openxmlformats.org/officeDocument/2006/relationships/oleObject" Target="../embeddings/oleObject93.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30.xml"/><Relationship Id="rId1" Type="http://schemas.openxmlformats.org/officeDocument/2006/relationships/tags" Target="../tags/tag209.xml"/><Relationship Id="rId4" Type="http://schemas.openxmlformats.org/officeDocument/2006/relationships/image" Target="../media/image17.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0.xml"/><Relationship Id="rId1" Type="http://schemas.openxmlformats.org/officeDocument/2006/relationships/tags" Target="../tags/tag210.xml"/><Relationship Id="rId5" Type="http://schemas.openxmlformats.org/officeDocument/2006/relationships/image" Target="../media/image17.emf"/><Relationship Id="rId4" Type="http://schemas.openxmlformats.org/officeDocument/2006/relationships/oleObject" Target="../embeddings/oleObject95.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30.xml"/><Relationship Id="rId1" Type="http://schemas.openxmlformats.org/officeDocument/2006/relationships/tags" Target="../tags/tag211.xml"/><Relationship Id="rId4" Type="http://schemas.openxmlformats.org/officeDocument/2006/relationships/image" Target="../media/image17.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30.xml"/><Relationship Id="rId1" Type="http://schemas.openxmlformats.org/officeDocument/2006/relationships/tags" Target="../tags/tag212.xml"/><Relationship Id="rId4" Type="http://schemas.openxmlformats.org/officeDocument/2006/relationships/image" Target="../media/image17.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215.xml"/><Relationship Id="rId7" Type="http://schemas.openxmlformats.org/officeDocument/2006/relationships/notesSlide" Target="../notesSlides/notesSlide28.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217.xml"/><Relationship Id="rId10" Type="http://schemas.openxmlformats.org/officeDocument/2006/relationships/oleObject" Target="../embeddings/oleObject72.bin"/><Relationship Id="rId4" Type="http://schemas.openxmlformats.org/officeDocument/2006/relationships/tags" Target="../tags/tag216.xml"/><Relationship Id="rId9" Type="http://schemas.openxmlformats.org/officeDocument/2006/relationships/image" Target="../media/image2.e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0.xml"/><Relationship Id="rId1" Type="http://schemas.openxmlformats.org/officeDocument/2006/relationships/tags" Target="../tags/tag218.xml"/><Relationship Id="rId5" Type="http://schemas.openxmlformats.org/officeDocument/2006/relationships/image" Target="../media/image17.emf"/><Relationship Id="rId4" Type="http://schemas.openxmlformats.org/officeDocument/2006/relationships/oleObject" Target="../embeddings/oleObject97.bin"/></Relationships>
</file>

<file path=ppt/slides/_rels/slide40.xml.rels><?xml version="1.0" encoding="UTF-8" standalone="yes"?>
<Relationships xmlns="http://schemas.openxmlformats.org/package/2006/relationships"><Relationship Id="rId8" Type="http://schemas.openxmlformats.org/officeDocument/2006/relationships/tags" Target="../tags/tag226.xml"/><Relationship Id="rId13" Type="http://schemas.openxmlformats.org/officeDocument/2006/relationships/image" Target="../media/image17.emf"/><Relationship Id="rId3" Type="http://schemas.openxmlformats.org/officeDocument/2006/relationships/tags" Target="../tags/tag221.xml"/><Relationship Id="rId7" Type="http://schemas.openxmlformats.org/officeDocument/2006/relationships/tags" Target="../tags/tag225.xml"/><Relationship Id="rId12" Type="http://schemas.openxmlformats.org/officeDocument/2006/relationships/oleObject" Target="../embeddings/oleObject98.bin"/><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slideLayout" Target="../slideLayouts/slideLayout30.xml"/><Relationship Id="rId5" Type="http://schemas.openxmlformats.org/officeDocument/2006/relationships/tags" Target="../tags/tag223.xml"/><Relationship Id="rId10" Type="http://schemas.openxmlformats.org/officeDocument/2006/relationships/tags" Target="../tags/tag228.xml"/><Relationship Id="rId4" Type="http://schemas.openxmlformats.org/officeDocument/2006/relationships/tags" Target="../tags/tag222.xml"/><Relationship Id="rId9" Type="http://schemas.openxmlformats.org/officeDocument/2006/relationships/tags" Target="../tags/tag22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30.xml"/><Relationship Id="rId1" Type="http://schemas.openxmlformats.org/officeDocument/2006/relationships/tags" Target="../tags/tag229.xml"/><Relationship Id="rId4" Type="http://schemas.openxmlformats.org/officeDocument/2006/relationships/image" Target="../media/image17.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0.xml"/><Relationship Id="rId1" Type="http://schemas.openxmlformats.org/officeDocument/2006/relationships/tags" Target="../tags/tag230.xml"/><Relationship Id="rId6" Type="http://schemas.openxmlformats.org/officeDocument/2006/relationships/image" Target="../media/image17.emf"/><Relationship Id="rId5" Type="http://schemas.openxmlformats.org/officeDocument/2006/relationships/oleObject" Target="../embeddings/oleObject100.bin"/><Relationship Id="rId4" Type="http://schemas.microsoft.com/office/2018/10/relationships/comments" Target="../comments/modernComment_111_D03FD18B.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0.xml"/><Relationship Id="rId1" Type="http://schemas.openxmlformats.org/officeDocument/2006/relationships/tags" Target="../tags/tag231.xml"/><Relationship Id="rId5" Type="http://schemas.openxmlformats.org/officeDocument/2006/relationships/image" Target="../media/image17.emf"/><Relationship Id="rId4" Type="http://schemas.openxmlformats.org/officeDocument/2006/relationships/oleObject" Target="../embeddings/oleObject101.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0.xml"/><Relationship Id="rId1" Type="http://schemas.openxmlformats.org/officeDocument/2006/relationships/tags" Target="../tags/tag232.xml"/><Relationship Id="rId5" Type="http://schemas.openxmlformats.org/officeDocument/2006/relationships/image" Target="../media/image17.emf"/><Relationship Id="rId4" Type="http://schemas.openxmlformats.org/officeDocument/2006/relationships/oleObject" Target="../embeddings/oleObject102.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0.xml"/><Relationship Id="rId1" Type="http://schemas.openxmlformats.org/officeDocument/2006/relationships/tags" Target="../tags/tag233.xml"/><Relationship Id="rId5" Type="http://schemas.openxmlformats.org/officeDocument/2006/relationships/image" Target="../media/image17.emf"/><Relationship Id="rId4" Type="http://schemas.openxmlformats.org/officeDocument/2006/relationships/oleObject" Target="../embeddings/oleObject103.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0.xml"/><Relationship Id="rId1" Type="http://schemas.openxmlformats.org/officeDocument/2006/relationships/tags" Target="../tags/tag234.xml"/><Relationship Id="rId5" Type="http://schemas.openxmlformats.org/officeDocument/2006/relationships/image" Target="../media/image17.emf"/><Relationship Id="rId4" Type="http://schemas.openxmlformats.org/officeDocument/2006/relationships/oleObject" Target="../embeddings/oleObject104.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0.xml"/><Relationship Id="rId1" Type="http://schemas.openxmlformats.org/officeDocument/2006/relationships/tags" Target="../tags/tag235.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0.xml"/><Relationship Id="rId1" Type="http://schemas.openxmlformats.org/officeDocument/2006/relationships/tags" Target="../tags/tag236.xml"/><Relationship Id="rId6" Type="http://schemas.openxmlformats.org/officeDocument/2006/relationships/image" Target="../media/image17.emf"/><Relationship Id="rId5" Type="http://schemas.openxmlformats.org/officeDocument/2006/relationships/oleObject" Target="../embeddings/oleObject106.bin"/><Relationship Id="rId4" Type="http://schemas.microsoft.com/office/2018/10/relationships/comments" Target="../comments/modernComment_10A_D1B7272C.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0.xml"/><Relationship Id="rId1" Type="http://schemas.openxmlformats.org/officeDocument/2006/relationships/tags" Target="../tags/tag237.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240.xml"/><Relationship Id="rId7" Type="http://schemas.openxmlformats.org/officeDocument/2006/relationships/notesSlide" Target="../notesSlides/notesSlide38.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242.xml"/><Relationship Id="rId10" Type="http://schemas.openxmlformats.org/officeDocument/2006/relationships/oleObject" Target="../embeddings/oleObject72.bin"/><Relationship Id="rId4" Type="http://schemas.openxmlformats.org/officeDocument/2006/relationships/tags" Target="../tags/tag241.xml"/><Relationship Id="rId9" Type="http://schemas.openxmlformats.org/officeDocument/2006/relationships/image" Target="../media/image2.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0.xml"/><Relationship Id="rId1" Type="http://schemas.openxmlformats.org/officeDocument/2006/relationships/tags" Target="../tags/tag243.xml"/><Relationship Id="rId5" Type="http://schemas.openxmlformats.org/officeDocument/2006/relationships/image" Target="../media/image17.emf"/><Relationship Id="rId4" Type="http://schemas.openxmlformats.org/officeDocument/2006/relationships/oleObject" Target="../embeddings/oleObject107.bin"/></Relationships>
</file>

<file path=ppt/slides/_rels/slide5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tags" Target="../tags/tag246.xml"/><Relationship Id="rId7" Type="http://schemas.openxmlformats.org/officeDocument/2006/relationships/tags" Target="../tags/tag25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17.emf"/><Relationship Id="rId5" Type="http://schemas.openxmlformats.org/officeDocument/2006/relationships/tags" Target="../tags/tag248.xml"/><Relationship Id="rId10" Type="http://schemas.openxmlformats.org/officeDocument/2006/relationships/oleObject" Target="../embeddings/oleObject108.bin"/><Relationship Id="rId4" Type="http://schemas.openxmlformats.org/officeDocument/2006/relationships/tags" Target="../tags/tag247.xml"/><Relationship Id="rId9"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0.xml"/><Relationship Id="rId1" Type="http://schemas.openxmlformats.org/officeDocument/2006/relationships/tags" Target="../tags/tag251.xml"/><Relationship Id="rId5" Type="http://schemas.openxmlformats.org/officeDocument/2006/relationships/image" Target="../media/image17.emf"/><Relationship Id="rId4" Type="http://schemas.openxmlformats.org/officeDocument/2006/relationships/oleObject" Target="../embeddings/oleObject109.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0.xml"/><Relationship Id="rId1" Type="http://schemas.openxmlformats.org/officeDocument/2006/relationships/tags" Target="../tags/tag252.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30.xml"/><Relationship Id="rId1" Type="http://schemas.openxmlformats.org/officeDocument/2006/relationships/tags" Target="../tags/tag253.xml"/><Relationship Id="rId4" Type="http://schemas.openxmlformats.org/officeDocument/2006/relationships/image" Target="../media/image17.e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0.xml"/><Relationship Id="rId1" Type="http://schemas.openxmlformats.org/officeDocument/2006/relationships/tags" Target="../tags/tag254.xml"/><Relationship Id="rId5" Type="http://schemas.openxmlformats.org/officeDocument/2006/relationships/image" Target="../media/image17.emf"/><Relationship Id="rId4" Type="http://schemas.openxmlformats.org/officeDocument/2006/relationships/oleObject" Target="../embeddings/oleObject8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D11FE-E541-2855-97C9-70E71F13DFCD}"/>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4EEBDE2-C6EC-E310-BC25-67453D5C429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27" imgH="327" progId="TCLayout.ActiveDocument.1">
                  <p:embed/>
                </p:oleObj>
              </mc:Choice>
              <mc:Fallback>
                <p:oleObj name="Diapositiva de think-cell" r:id="rId4" imgW="327" imgH="327" progId="TCLayout.ActiveDocument.1">
                  <p:embed/>
                  <p:pic>
                    <p:nvPicPr>
                      <p:cNvPr id="3" name="Object 2" hidden="1">
                        <a:extLst>
                          <a:ext uri="{FF2B5EF4-FFF2-40B4-BE49-F238E27FC236}">
                            <a16:creationId xmlns:a16="http://schemas.microsoft.com/office/drawing/2014/main" id="{24EEBDE2-C6EC-E310-BC25-67453D5C42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5436AFD-6F2C-7C1F-1CD1-3A8B5F04052B}"/>
              </a:ext>
            </a:extLst>
          </p:cNvPr>
          <p:cNvSpPr>
            <a:spLocks noGrp="1"/>
          </p:cNvSpPr>
          <p:nvPr>
            <p:ph type="title"/>
          </p:nvPr>
        </p:nvSpPr>
        <p:spPr/>
        <p:txBody>
          <a:bodyPr vert="horz"/>
          <a:lstStyle/>
          <a:p>
            <a:r>
              <a:rPr lang="es-ES">
                <a:solidFill>
                  <a:srgbClr val="EA7600"/>
                </a:solidFill>
              </a:rPr>
              <a:t>Macroprocesos | </a:t>
            </a:r>
            <a:r>
              <a:rPr lang="es-ES">
                <a:solidFill>
                  <a:schemeClr val="tx1"/>
                </a:solidFill>
              </a:rPr>
              <a:t>Negocio de celulosa cuenta con 21 macroprocesos</a:t>
            </a:r>
            <a:endParaRPr lang="en-US">
              <a:solidFill>
                <a:schemeClr val="tx1"/>
              </a:solidFill>
            </a:endParaRPr>
          </a:p>
        </p:txBody>
      </p:sp>
      <p:grpSp>
        <p:nvGrpSpPr>
          <p:cNvPr id="191" name="Grupo 190">
            <a:extLst>
              <a:ext uri="{FF2B5EF4-FFF2-40B4-BE49-F238E27FC236}">
                <a16:creationId xmlns:a16="http://schemas.microsoft.com/office/drawing/2014/main" id="{FA1082A4-6F27-123A-00BB-4CFE75D5752E}"/>
              </a:ext>
            </a:extLst>
          </p:cNvPr>
          <p:cNvGrpSpPr/>
          <p:nvPr/>
        </p:nvGrpSpPr>
        <p:grpSpPr>
          <a:xfrm>
            <a:off x="1106657" y="4729213"/>
            <a:ext cx="9980037" cy="1343024"/>
            <a:chOff x="238922" y="4811231"/>
            <a:chExt cx="11672552" cy="1570786"/>
          </a:xfrm>
        </p:grpSpPr>
        <p:sp>
          <p:nvSpPr>
            <p:cNvPr id="140" name="Oval 20">
              <a:extLst>
                <a:ext uri="{FF2B5EF4-FFF2-40B4-BE49-F238E27FC236}">
                  <a16:creationId xmlns:a16="http://schemas.microsoft.com/office/drawing/2014/main" id="{A84FD64A-767F-FB3E-1B2B-B5121EDA9B29}"/>
                </a:ext>
              </a:extLst>
            </p:cNvPr>
            <p:cNvSpPr>
              <a:spLocks noChangeAspect="1" noChangeArrowheads="1"/>
            </p:cNvSpPr>
            <p:nvPr/>
          </p:nvSpPr>
          <p:spPr bwMode="auto">
            <a:xfrm>
              <a:off x="3390797" y="5176000"/>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16</a:t>
              </a:r>
            </a:p>
          </p:txBody>
        </p:sp>
        <p:sp>
          <p:nvSpPr>
            <p:cNvPr id="118" name="TextBox 117">
              <a:extLst>
                <a:ext uri="{FF2B5EF4-FFF2-40B4-BE49-F238E27FC236}">
                  <a16:creationId xmlns:a16="http://schemas.microsoft.com/office/drawing/2014/main" id="{F3A93561-1C6E-161E-1DE0-CC7F05ACF8FF}"/>
                </a:ext>
              </a:extLst>
            </p:cNvPr>
            <p:cNvSpPr txBox="1"/>
            <p:nvPr/>
          </p:nvSpPr>
          <p:spPr>
            <a:xfrm>
              <a:off x="355036" y="4811231"/>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lgn="ctr">
                <a:lnSpc>
                  <a:spcPct val="90000"/>
                </a:lnSpc>
                <a:spcAft>
                  <a:spcPts val="600"/>
                </a:spcAft>
              </a:pPr>
              <a:r>
                <a:rPr lang="es-CL" sz="1368">
                  <a:solidFill>
                    <a:srgbClr val="FFFFFF"/>
                  </a:solidFill>
                  <a:sym typeface="+mn-lt"/>
                </a:rPr>
                <a:t>Macroprocesos de soporte </a:t>
              </a:r>
            </a:p>
          </p:txBody>
        </p:sp>
        <p:sp>
          <p:nvSpPr>
            <p:cNvPr id="119" name="Rectangle: Rounded Corners 118">
              <a:extLst>
                <a:ext uri="{FF2B5EF4-FFF2-40B4-BE49-F238E27FC236}">
                  <a16:creationId xmlns:a16="http://schemas.microsoft.com/office/drawing/2014/main" id="{215C5312-508A-7119-B4E4-E09A2AD044F0}"/>
                </a:ext>
              </a:extLst>
            </p:cNvPr>
            <p:cNvSpPr/>
            <p:nvPr/>
          </p:nvSpPr>
          <p:spPr>
            <a:xfrm>
              <a:off x="238922" y="5114832"/>
              <a:ext cx="11672552" cy="1267185"/>
            </a:xfrm>
            <a:prstGeom prst="roundRect">
              <a:avLst>
                <a:gd name="adj" fmla="val 4704"/>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11" name="Grupo 110">
              <a:extLst>
                <a:ext uri="{FF2B5EF4-FFF2-40B4-BE49-F238E27FC236}">
                  <a16:creationId xmlns:a16="http://schemas.microsoft.com/office/drawing/2014/main" id="{3342015D-9583-6FDD-5DB9-5E83F70E6D8E}"/>
                </a:ext>
              </a:extLst>
            </p:cNvPr>
            <p:cNvGrpSpPr/>
            <p:nvPr/>
          </p:nvGrpSpPr>
          <p:grpSpPr>
            <a:xfrm>
              <a:off x="741161" y="5176000"/>
              <a:ext cx="1036959" cy="1122694"/>
              <a:chOff x="783693" y="4970168"/>
              <a:chExt cx="1036959" cy="1122694"/>
            </a:xfrm>
          </p:grpSpPr>
          <p:grpSp>
            <p:nvGrpSpPr>
              <p:cNvPr id="25" name="bcgIcons_Monolith">
                <a:extLst>
                  <a:ext uri="{FF2B5EF4-FFF2-40B4-BE49-F238E27FC236}">
                    <a16:creationId xmlns:a16="http://schemas.microsoft.com/office/drawing/2014/main" id="{8CE0165C-ACF3-C171-70F9-459D0C3D0303}"/>
                  </a:ext>
                </a:extLst>
              </p:cNvPr>
              <p:cNvGrpSpPr>
                <a:grpSpLocks noChangeAspect="1"/>
              </p:cNvGrpSpPr>
              <p:nvPr/>
            </p:nvGrpSpPr>
            <p:grpSpPr>
              <a:xfrm>
                <a:off x="1160707" y="5141091"/>
                <a:ext cx="380413" cy="380413"/>
                <a:chOff x="1113742" y="1826004"/>
                <a:chExt cx="1644650" cy="1644650"/>
              </a:xfrm>
            </p:grpSpPr>
            <p:sp>
              <p:nvSpPr>
                <p:cNvPr id="26" name="AutoShape 128">
                  <a:extLst>
                    <a:ext uri="{FF2B5EF4-FFF2-40B4-BE49-F238E27FC236}">
                      <a16:creationId xmlns:a16="http://schemas.microsoft.com/office/drawing/2014/main" id="{698B1543-3263-29DF-7901-E19D0434B98A}"/>
                    </a:ext>
                  </a:extLst>
                </p:cNvPr>
                <p:cNvSpPr>
                  <a:spLocks noChangeAspect="1"/>
                </p:cNvSpPr>
                <p:nvPr/>
              </p:nvSpPr>
              <p:spPr bwMode="auto">
                <a:xfrm>
                  <a:off x="1113742" y="1826004"/>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7" name="Group 26">
                  <a:extLst>
                    <a:ext uri="{FF2B5EF4-FFF2-40B4-BE49-F238E27FC236}">
                      <a16:creationId xmlns:a16="http://schemas.microsoft.com/office/drawing/2014/main" id="{B6DD7370-C903-9E74-7E60-851773C269B6}"/>
                    </a:ext>
                  </a:extLst>
                </p:cNvPr>
                <p:cNvGrpSpPr>
                  <a:grpSpLocks/>
                </p:cNvGrpSpPr>
                <p:nvPr/>
              </p:nvGrpSpPr>
              <p:grpSpPr>
                <a:xfrm>
                  <a:off x="1243917" y="1897442"/>
                  <a:ext cx="1374775" cy="1508125"/>
                  <a:chOff x="1243917" y="1897442"/>
                  <a:chExt cx="1374775" cy="1508125"/>
                </a:xfrm>
              </p:grpSpPr>
              <p:sp>
                <p:nvSpPr>
                  <p:cNvPr id="28" name="Freeform 130">
                    <a:extLst>
                      <a:ext uri="{FF2B5EF4-FFF2-40B4-BE49-F238E27FC236}">
                        <a16:creationId xmlns:a16="http://schemas.microsoft.com/office/drawing/2014/main" id="{8A2D6F41-41AC-FB6B-F842-192AFFBA4204}"/>
                      </a:ext>
                    </a:extLst>
                  </p:cNvPr>
                  <p:cNvSpPr>
                    <a:spLocks/>
                  </p:cNvSpPr>
                  <p:nvPr/>
                </p:nvSpPr>
                <p:spPr bwMode="auto">
                  <a:xfrm>
                    <a:off x="1259792" y="1897442"/>
                    <a:ext cx="1349375" cy="1508125"/>
                  </a:xfrm>
                  <a:custGeom>
                    <a:avLst/>
                    <a:gdLst>
                      <a:gd name="T0" fmla="*/ 1059 w 1889"/>
                      <a:gd name="T1" fmla="*/ 116 h 2112"/>
                      <a:gd name="T2" fmla="*/ 828 w 1889"/>
                      <a:gd name="T3" fmla="*/ 116 h 2112"/>
                      <a:gd name="T4" fmla="*/ 944 w 1889"/>
                      <a:gd name="T5" fmla="*/ 1880 h 2112"/>
                      <a:gd name="T6" fmla="*/ 944 w 1889"/>
                      <a:gd name="T7" fmla="*/ 2112 h 2112"/>
                      <a:gd name="T8" fmla="*/ 944 w 1889"/>
                      <a:gd name="T9" fmla="*/ 1880 h 2112"/>
                      <a:gd name="T10" fmla="*/ 232 w 1889"/>
                      <a:gd name="T11" fmla="*/ 606 h 2112"/>
                      <a:gd name="T12" fmla="*/ 0 w 1889"/>
                      <a:gd name="T13" fmla="*/ 606 h 2112"/>
                      <a:gd name="T14" fmla="*/ 137 w 1889"/>
                      <a:gd name="T15" fmla="*/ 1428 h 2112"/>
                      <a:gd name="T16" fmla="*/ 137 w 1889"/>
                      <a:gd name="T17" fmla="*/ 1660 h 2112"/>
                      <a:gd name="T18" fmla="*/ 137 w 1889"/>
                      <a:gd name="T19" fmla="*/ 1428 h 2112"/>
                      <a:gd name="T20" fmla="*/ 1889 w 1889"/>
                      <a:gd name="T21" fmla="*/ 606 h 2112"/>
                      <a:gd name="T22" fmla="*/ 1658 w 1889"/>
                      <a:gd name="T23" fmla="*/ 606 h 2112"/>
                      <a:gd name="T24" fmla="*/ 1750 w 1889"/>
                      <a:gd name="T25" fmla="*/ 1428 h 2112"/>
                      <a:gd name="T26" fmla="*/ 1750 w 1889"/>
                      <a:gd name="T27" fmla="*/ 1660 h 2112"/>
                      <a:gd name="T28" fmla="*/ 1750 w 1889"/>
                      <a:gd name="T29" fmla="*/ 1428 h 2112"/>
                      <a:gd name="T30" fmla="*/ 1607 w 1889"/>
                      <a:gd name="T31" fmla="*/ 1019 h 2112"/>
                      <a:gd name="T32" fmla="*/ 1595 w 1889"/>
                      <a:gd name="T33" fmla="*/ 933 h 2112"/>
                      <a:gd name="T34" fmla="*/ 1595 w 1889"/>
                      <a:gd name="T35" fmla="*/ 930 h 2112"/>
                      <a:gd name="T36" fmla="*/ 1575 w 1889"/>
                      <a:gd name="T37" fmla="*/ 848 h 2112"/>
                      <a:gd name="T38" fmla="*/ 1399 w 1889"/>
                      <a:gd name="T39" fmla="*/ 733 h 2112"/>
                      <a:gd name="T40" fmla="*/ 1424 w 1889"/>
                      <a:gd name="T41" fmla="*/ 594 h 2112"/>
                      <a:gd name="T42" fmla="*/ 1310 w 1889"/>
                      <a:gd name="T43" fmla="*/ 498 h 2112"/>
                      <a:gd name="T44" fmla="*/ 1167 w 1889"/>
                      <a:gd name="T45" fmla="*/ 553 h 2112"/>
                      <a:gd name="T46" fmla="*/ 1038 w 1889"/>
                      <a:gd name="T47" fmla="*/ 390 h 2112"/>
                      <a:gd name="T48" fmla="*/ 939 w 1889"/>
                      <a:gd name="T49" fmla="*/ 384 h 2112"/>
                      <a:gd name="T50" fmla="*/ 839 w 1889"/>
                      <a:gd name="T51" fmla="*/ 390 h 2112"/>
                      <a:gd name="T52" fmla="*/ 711 w 1889"/>
                      <a:gd name="T53" fmla="*/ 553 h 2112"/>
                      <a:gd name="T54" fmla="*/ 568 w 1889"/>
                      <a:gd name="T55" fmla="*/ 497 h 2112"/>
                      <a:gd name="T56" fmla="*/ 494 w 1889"/>
                      <a:gd name="T57" fmla="*/ 556 h 2112"/>
                      <a:gd name="T58" fmla="*/ 437 w 1889"/>
                      <a:gd name="T59" fmla="*/ 612 h 2112"/>
                      <a:gd name="T60" fmla="*/ 423 w 1889"/>
                      <a:gd name="T61" fmla="*/ 824 h 2112"/>
                      <a:gd name="T62" fmla="*/ 297 w 1889"/>
                      <a:gd name="T63" fmla="*/ 872 h 2112"/>
                      <a:gd name="T64" fmla="*/ 280 w 1889"/>
                      <a:gd name="T65" fmla="*/ 948 h 2112"/>
                      <a:gd name="T66" fmla="*/ 268 w 1889"/>
                      <a:gd name="T67" fmla="*/ 1045 h 2112"/>
                      <a:gd name="T68" fmla="*/ 389 w 1889"/>
                      <a:gd name="T69" fmla="*/ 1220 h 2112"/>
                      <a:gd name="T70" fmla="*/ 325 w 1889"/>
                      <a:gd name="T71" fmla="*/ 1336 h 2112"/>
                      <a:gd name="T72" fmla="*/ 354 w 1889"/>
                      <a:gd name="T73" fmla="*/ 1391 h 2112"/>
                      <a:gd name="T74" fmla="*/ 359 w 1889"/>
                      <a:gd name="T75" fmla="*/ 1402 h 2112"/>
                      <a:gd name="T76" fmla="*/ 413 w 1889"/>
                      <a:gd name="T77" fmla="*/ 1486 h 2112"/>
                      <a:gd name="T78" fmla="*/ 617 w 1889"/>
                      <a:gd name="T79" fmla="*/ 1528 h 2112"/>
                      <a:gd name="T80" fmla="*/ 641 w 1889"/>
                      <a:gd name="T81" fmla="*/ 1672 h 2112"/>
                      <a:gd name="T82" fmla="*/ 710 w 1889"/>
                      <a:gd name="T83" fmla="*/ 1701 h 2112"/>
                      <a:gd name="T84" fmla="*/ 779 w 1889"/>
                      <a:gd name="T85" fmla="*/ 1723 h 2112"/>
                      <a:gd name="T86" fmla="*/ 895 w 1889"/>
                      <a:gd name="T87" fmla="*/ 1624 h 2112"/>
                      <a:gd name="T88" fmla="*/ 981 w 1889"/>
                      <a:gd name="T89" fmla="*/ 1624 h 2112"/>
                      <a:gd name="T90" fmla="*/ 1097 w 1889"/>
                      <a:gd name="T91" fmla="*/ 1723 h 2112"/>
                      <a:gd name="T92" fmla="*/ 1235 w 1889"/>
                      <a:gd name="T93" fmla="*/ 1673 h 2112"/>
                      <a:gd name="T94" fmla="*/ 1260 w 1889"/>
                      <a:gd name="T95" fmla="*/ 1529 h 2112"/>
                      <a:gd name="T96" fmla="*/ 1463 w 1889"/>
                      <a:gd name="T97" fmla="*/ 1486 h 2112"/>
                      <a:gd name="T98" fmla="*/ 1518 w 1889"/>
                      <a:gd name="T99" fmla="*/ 1402 h 2112"/>
                      <a:gd name="T100" fmla="*/ 1552 w 1889"/>
                      <a:gd name="T101" fmla="*/ 1334 h 2112"/>
                      <a:gd name="T102" fmla="*/ 1489 w 1889"/>
                      <a:gd name="T103" fmla="*/ 1222 h 2112"/>
                      <a:gd name="T104" fmla="*/ 1609 w 1889"/>
                      <a:gd name="T105" fmla="*/ 1045 h 2112"/>
                      <a:gd name="T106" fmla="*/ 564 w 1889"/>
                      <a:gd name="T107" fmla="*/ 1059 h 2112"/>
                      <a:gd name="T108" fmla="*/ 1318 w 1889"/>
                      <a:gd name="T109" fmla="*/ 1059 h 2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9" h="2112">
                        <a:moveTo>
                          <a:pt x="944" y="232"/>
                        </a:moveTo>
                        <a:cubicBezTo>
                          <a:pt x="1007" y="232"/>
                          <a:pt x="1059" y="180"/>
                          <a:pt x="1059" y="116"/>
                        </a:cubicBezTo>
                        <a:cubicBezTo>
                          <a:pt x="1059" y="52"/>
                          <a:pt x="1007" y="0"/>
                          <a:pt x="944" y="0"/>
                        </a:cubicBezTo>
                        <a:cubicBezTo>
                          <a:pt x="880" y="0"/>
                          <a:pt x="828" y="52"/>
                          <a:pt x="828" y="116"/>
                        </a:cubicBezTo>
                        <a:cubicBezTo>
                          <a:pt x="828" y="180"/>
                          <a:pt x="880" y="232"/>
                          <a:pt x="944" y="232"/>
                        </a:cubicBezTo>
                        <a:close/>
                        <a:moveTo>
                          <a:pt x="944" y="1880"/>
                        </a:moveTo>
                        <a:cubicBezTo>
                          <a:pt x="880" y="1880"/>
                          <a:pt x="828" y="1932"/>
                          <a:pt x="828" y="1996"/>
                        </a:cubicBezTo>
                        <a:cubicBezTo>
                          <a:pt x="828" y="2060"/>
                          <a:pt x="880" y="2112"/>
                          <a:pt x="944" y="2112"/>
                        </a:cubicBezTo>
                        <a:cubicBezTo>
                          <a:pt x="1007" y="2112"/>
                          <a:pt x="1059" y="2060"/>
                          <a:pt x="1059" y="1996"/>
                        </a:cubicBezTo>
                        <a:cubicBezTo>
                          <a:pt x="1059" y="1932"/>
                          <a:pt x="1007" y="1880"/>
                          <a:pt x="944" y="1880"/>
                        </a:cubicBezTo>
                        <a:close/>
                        <a:moveTo>
                          <a:pt x="116" y="722"/>
                        </a:moveTo>
                        <a:cubicBezTo>
                          <a:pt x="180" y="722"/>
                          <a:pt x="232" y="670"/>
                          <a:pt x="232" y="606"/>
                        </a:cubicBezTo>
                        <a:cubicBezTo>
                          <a:pt x="232" y="541"/>
                          <a:pt x="180" y="490"/>
                          <a:pt x="116" y="490"/>
                        </a:cubicBezTo>
                        <a:cubicBezTo>
                          <a:pt x="52" y="490"/>
                          <a:pt x="0" y="541"/>
                          <a:pt x="0" y="606"/>
                        </a:cubicBezTo>
                        <a:cubicBezTo>
                          <a:pt x="0" y="670"/>
                          <a:pt x="52" y="722"/>
                          <a:pt x="116" y="722"/>
                        </a:cubicBezTo>
                        <a:close/>
                        <a:moveTo>
                          <a:pt x="137" y="1428"/>
                        </a:moveTo>
                        <a:cubicBezTo>
                          <a:pt x="73" y="1428"/>
                          <a:pt x="21" y="1480"/>
                          <a:pt x="21" y="1544"/>
                        </a:cubicBezTo>
                        <a:cubicBezTo>
                          <a:pt x="21" y="1608"/>
                          <a:pt x="73" y="1660"/>
                          <a:pt x="137" y="1660"/>
                        </a:cubicBezTo>
                        <a:cubicBezTo>
                          <a:pt x="201" y="1660"/>
                          <a:pt x="253" y="1608"/>
                          <a:pt x="253" y="1544"/>
                        </a:cubicBezTo>
                        <a:cubicBezTo>
                          <a:pt x="253" y="1480"/>
                          <a:pt x="201" y="1428"/>
                          <a:pt x="137" y="1428"/>
                        </a:cubicBezTo>
                        <a:close/>
                        <a:moveTo>
                          <a:pt x="1773" y="722"/>
                        </a:moveTo>
                        <a:cubicBezTo>
                          <a:pt x="1837" y="722"/>
                          <a:pt x="1889" y="670"/>
                          <a:pt x="1889" y="606"/>
                        </a:cubicBezTo>
                        <a:cubicBezTo>
                          <a:pt x="1889" y="541"/>
                          <a:pt x="1837" y="490"/>
                          <a:pt x="1773" y="490"/>
                        </a:cubicBezTo>
                        <a:cubicBezTo>
                          <a:pt x="1709" y="490"/>
                          <a:pt x="1658" y="541"/>
                          <a:pt x="1658" y="606"/>
                        </a:cubicBezTo>
                        <a:cubicBezTo>
                          <a:pt x="1658" y="670"/>
                          <a:pt x="1709" y="722"/>
                          <a:pt x="1773" y="722"/>
                        </a:cubicBezTo>
                        <a:close/>
                        <a:moveTo>
                          <a:pt x="1750" y="1428"/>
                        </a:moveTo>
                        <a:cubicBezTo>
                          <a:pt x="1686" y="1428"/>
                          <a:pt x="1635" y="1480"/>
                          <a:pt x="1635" y="1544"/>
                        </a:cubicBezTo>
                        <a:cubicBezTo>
                          <a:pt x="1635" y="1608"/>
                          <a:pt x="1686" y="1660"/>
                          <a:pt x="1750" y="1660"/>
                        </a:cubicBezTo>
                        <a:cubicBezTo>
                          <a:pt x="1814" y="1660"/>
                          <a:pt x="1866" y="1608"/>
                          <a:pt x="1866" y="1544"/>
                        </a:cubicBezTo>
                        <a:cubicBezTo>
                          <a:pt x="1866" y="1480"/>
                          <a:pt x="1814" y="1428"/>
                          <a:pt x="1750" y="1428"/>
                        </a:cubicBezTo>
                        <a:close/>
                        <a:moveTo>
                          <a:pt x="1609" y="1045"/>
                        </a:moveTo>
                        <a:cubicBezTo>
                          <a:pt x="1607" y="1019"/>
                          <a:pt x="1607" y="1019"/>
                          <a:pt x="1607" y="1019"/>
                        </a:cubicBezTo>
                        <a:cubicBezTo>
                          <a:pt x="1604" y="984"/>
                          <a:pt x="1598" y="947"/>
                          <a:pt x="1598" y="946"/>
                        </a:cubicBezTo>
                        <a:cubicBezTo>
                          <a:pt x="1595" y="933"/>
                          <a:pt x="1595" y="933"/>
                          <a:pt x="1595" y="933"/>
                        </a:cubicBezTo>
                        <a:cubicBezTo>
                          <a:pt x="1595" y="932"/>
                          <a:pt x="1595" y="932"/>
                          <a:pt x="1595" y="932"/>
                        </a:cubicBezTo>
                        <a:cubicBezTo>
                          <a:pt x="1595" y="932"/>
                          <a:pt x="1595" y="931"/>
                          <a:pt x="1595" y="930"/>
                        </a:cubicBezTo>
                        <a:cubicBezTo>
                          <a:pt x="1592" y="917"/>
                          <a:pt x="1588" y="894"/>
                          <a:pt x="1582" y="873"/>
                        </a:cubicBezTo>
                        <a:cubicBezTo>
                          <a:pt x="1575" y="848"/>
                          <a:pt x="1575" y="848"/>
                          <a:pt x="1575" y="848"/>
                        </a:cubicBezTo>
                        <a:cubicBezTo>
                          <a:pt x="1455" y="825"/>
                          <a:pt x="1455" y="825"/>
                          <a:pt x="1455" y="825"/>
                        </a:cubicBezTo>
                        <a:cubicBezTo>
                          <a:pt x="1440" y="793"/>
                          <a:pt x="1422" y="763"/>
                          <a:pt x="1399" y="733"/>
                        </a:cubicBezTo>
                        <a:cubicBezTo>
                          <a:pt x="1441" y="612"/>
                          <a:pt x="1441" y="612"/>
                          <a:pt x="1441" y="612"/>
                        </a:cubicBezTo>
                        <a:cubicBezTo>
                          <a:pt x="1424" y="594"/>
                          <a:pt x="1424" y="594"/>
                          <a:pt x="1424" y="594"/>
                        </a:cubicBezTo>
                        <a:cubicBezTo>
                          <a:pt x="1400" y="570"/>
                          <a:pt x="1373" y="547"/>
                          <a:pt x="1369" y="544"/>
                        </a:cubicBezTo>
                        <a:cubicBezTo>
                          <a:pt x="1366" y="541"/>
                          <a:pt x="1338" y="517"/>
                          <a:pt x="1310" y="498"/>
                        </a:cubicBezTo>
                        <a:cubicBezTo>
                          <a:pt x="1289" y="483"/>
                          <a:pt x="1289" y="483"/>
                          <a:pt x="1289" y="483"/>
                        </a:cubicBezTo>
                        <a:cubicBezTo>
                          <a:pt x="1167" y="553"/>
                          <a:pt x="1167" y="553"/>
                          <a:pt x="1167" y="553"/>
                        </a:cubicBezTo>
                        <a:cubicBezTo>
                          <a:pt x="1142" y="542"/>
                          <a:pt x="1116" y="533"/>
                          <a:pt x="1089" y="526"/>
                        </a:cubicBezTo>
                        <a:cubicBezTo>
                          <a:pt x="1038" y="390"/>
                          <a:pt x="1038" y="390"/>
                          <a:pt x="1038" y="390"/>
                        </a:cubicBezTo>
                        <a:cubicBezTo>
                          <a:pt x="1013" y="387"/>
                          <a:pt x="1013" y="387"/>
                          <a:pt x="1013" y="387"/>
                        </a:cubicBezTo>
                        <a:cubicBezTo>
                          <a:pt x="978" y="384"/>
                          <a:pt x="943" y="384"/>
                          <a:pt x="939" y="384"/>
                        </a:cubicBezTo>
                        <a:cubicBezTo>
                          <a:pt x="937" y="384"/>
                          <a:pt x="901" y="384"/>
                          <a:pt x="865" y="387"/>
                        </a:cubicBezTo>
                        <a:cubicBezTo>
                          <a:pt x="839" y="390"/>
                          <a:pt x="839" y="390"/>
                          <a:pt x="839" y="390"/>
                        </a:cubicBezTo>
                        <a:cubicBezTo>
                          <a:pt x="789" y="526"/>
                          <a:pt x="789" y="526"/>
                          <a:pt x="789" y="526"/>
                        </a:cubicBezTo>
                        <a:cubicBezTo>
                          <a:pt x="763" y="533"/>
                          <a:pt x="738" y="542"/>
                          <a:pt x="711" y="553"/>
                        </a:cubicBezTo>
                        <a:cubicBezTo>
                          <a:pt x="589" y="482"/>
                          <a:pt x="589" y="482"/>
                          <a:pt x="589" y="482"/>
                        </a:cubicBezTo>
                        <a:cubicBezTo>
                          <a:pt x="568" y="497"/>
                          <a:pt x="568" y="497"/>
                          <a:pt x="568" y="497"/>
                        </a:cubicBezTo>
                        <a:cubicBezTo>
                          <a:pt x="549" y="510"/>
                          <a:pt x="532" y="524"/>
                          <a:pt x="521" y="533"/>
                        </a:cubicBezTo>
                        <a:cubicBezTo>
                          <a:pt x="494" y="556"/>
                          <a:pt x="494" y="556"/>
                          <a:pt x="494" y="556"/>
                        </a:cubicBezTo>
                        <a:cubicBezTo>
                          <a:pt x="483" y="566"/>
                          <a:pt x="468" y="580"/>
                          <a:pt x="454" y="594"/>
                        </a:cubicBezTo>
                        <a:cubicBezTo>
                          <a:pt x="437" y="612"/>
                          <a:pt x="437" y="612"/>
                          <a:pt x="437" y="612"/>
                        </a:cubicBezTo>
                        <a:cubicBezTo>
                          <a:pt x="479" y="733"/>
                          <a:pt x="479" y="733"/>
                          <a:pt x="479" y="733"/>
                        </a:cubicBezTo>
                        <a:cubicBezTo>
                          <a:pt x="459" y="759"/>
                          <a:pt x="441" y="789"/>
                          <a:pt x="423" y="824"/>
                        </a:cubicBezTo>
                        <a:cubicBezTo>
                          <a:pt x="303" y="847"/>
                          <a:pt x="303" y="847"/>
                          <a:pt x="303" y="847"/>
                        </a:cubicBezTo>
                        <a:cubicBezTo>
                          <a:pt x="297" y="872"/>
                          <a:pt x="297" y="872"/>
                          <a:pt x="297" y="872"/>
                        </a:cubicBezTo>
                        <a:cubicBezTo>
                          <a:pt x="287" y="906"/>
                          <a:pt x="281" y="943"/>
                          <a:pt x="281" y="945"/>
                        </a:cubicBezTo>
                        <a:cubicBezTo>
                          <a:pt x="280" y="948"/>
                          <a:pt x="280" y="948"/>
                          <a:pt x="280" y="948"/>
                        </a:cubicBezTo>
                        <a:cubicBezTo>
                          <a:pt x="278" y="960"/>
                          <a:pt x="273" y="989"/>
                          <a:pt x="271" y="1019"/>
                        </a:cubicBezTo>
                        <a:cubicBezTo>
                          <a:pt x="268" y="1045"/>
                          <a:pt x="268" y="1045"/>
                          <a:pt x="268" y="1045"/>
                        </a:cubicBezTo>
                        <a:cubicBezTo>
                          <a:pt x="368" y="1105"/>
                          <a:pt x="368" y="1105"/>
                          <a:pt x="368" y="1105"/>
                        </a:cubicBezTo>
                        <a:cubicBezTo>
                          <a:pt x="371" y="1144"/>
                          <a:pt x="378" y="1183"/>
                          <a:pt x="389" y="1220"/>
                        </a:cubicBezTo>
                        <a:cubicBezTo>
                          <a:pt x="314" y="1313"/>
                          <a:pt x="314" y="1313"/>
                          <a:pt x="314" y="1313"/>
                        </a:cubicBezTo>
                        <a:cubicBezTo>
                          <a:pt x="325" y="1336"/>
                          <a:pt x="325" y="1336"/>
                          <a:pt x="325" y="1336"/>
                        </a:cubicBezTo>
                        <a:cubicBezTo>
                          <a:pt x="335" y="1357"/>
                          <a:pt x="346" y="1378"/>
                          <a:pt x="353" y="1390"/>
                        </a:cubicBezTo>
                        <a:cubicBezTo>
                          <a:pt x="353" y="1391"/>
                          <a:pt x="353" y="1391"/>
                          <a:pt x="354" y="1391"/>
                        </a:cubicBezTo>
                        <a:cubicBezTo>
                          <a:pt x="354" y="1392"/>
                          <a:pt x="354" y="1392"/>
                          <a:pt x="354" y="1392"/>
                        </a:cubicBezTo>
                        <a:cubicBezTo>
                          <a:pt x="359" y="1402"/>
                          <a:pt x="359" y="1402"/>
                          <a:pt x="359" y="1402"/>
                        </a:cubicBezTo>
                        <a:cubicBezTo>
                          <a:pt x="360" y="1403"/>
                          <a:pt x="378" y="1435"/>
                          <a:pt x="398" y="1465"/>
                        </a:cubicBezTo>
                        <a:cubicBezTo>
                          <a:pt x="413" y="1486"/>
                          <a:pt x="413" y="1486"/>
                          <a:pt x="413" y="1486"/>
                        </a:cubicBezTo>
                        <a:cubicBezTo>
                          <a:pt x="539" y="1465"/>
                          <a:pt x="539" y="1465"/>
                          <a:pt x="539" y="1465"/>
                        </a:cubicBezTo>
                        <a:cubicBezTo>
                          <a:pt x="562" y="1488"/>
                          <a:pt x="587" y="1508"/>
                          <a:pt x="617" y="1528"/>
                        </a:cubicBezTo>
                        <a:cubicBezTo>
                          <a:pt x="618" y="1661"/>
                          <a:pt x="618" y="1661"/>
                          <a:pt x="618" y="1661"/>
                        </a:cubicBezTo>
                        <a:cubicBezTo>
                          <a:pt x="641" y="1672"/>
                          <a:pt x="641" y="1672"/>
                          <a:pt x="641" y="1672"/>
                        </a:cubicBezTo>
                        <a:cubicBezTo>
                          <a:pt x="674" y="1687"/>
                          <a:pt x="708" y="1700"/>
                          <a:pt x="709" y="1701"/>
                        </a:cubicBezTo>
                        <a:cubicBezTo>
                          <a:pt x="710" y="1701"/>
                          <a:pt x="710" y="1701"/>
                          <a:pt x="710" y="1701"/>
                        </a:cubicBezTo>
                        <a:cubicBezTo>
                          <a:pt x="711" y="1701"/>
                          <a:pt x="711" y="1701"/>
                          <a:pt x="711" y="1701"/>
                        </a:cubicBezTo>
                        <a:cubicBezTo>
                          <a:pt x="712" y="1702"/>
                          <a:pt x="746" y="1714"/>
                          <a:pt x="779" y="1723"/>
                        </a:cubicBezTo>
                        <a:cubicBezTo>
                          <a:pt x="805" y="1730"/>
                          <a:pt x="805" y="1730"/>
                          <a:pt x="805" y="1730"/>
                        </a:cubicBezTo>
                        <a:cubicBezTo>
                          <a:pt x="895" y="1624"/>
                          <a:pt x="895" y="1624"/>
                          <a:pt x="895" y="1624"/>
                        </a:cubicBezTo>
                        <a:cubicBezTo>
                          <a:pt x="910" y="1625"/>
                          <a:pt x="925" y="1625"/>
                          <a:pt x="939" y="1625"/>
                        </a:cubicBezTo>
                        <a:cubicBezTo>
                          <a:pt x="954" y="1625"/>
                          <a:pt x="967" y="1625"/>
                          <a:pt x="981" y="1624"/>
                        </a:cubicBezTo>
                        <a:cubicBezTo>
                          <a:pt x="1072" y="1730"/>
                          <a:pt x="1072" y="1730"/>
                          <a:pt x="1072" y="1730"/>
                        </a:cubicBezTo>
                        <a:cubicBezTo>
                          <a:pt x="1097" y="1723"/>
                          <a:pt x="1097" y="1723"/>
                          <a:pt x="1097" y="1723"/>
                        </a:cubicBezTo>
                        <a:cubicBezTo>
                          <a:pt x="1132" y="1714"/>
                          <a:pt x="1166" y="1702"/>
                          <a:pt x="1167" y="1701"/>
                        </a:cubicBezTo>
                        <a:cubicBezTo>
                          <a:pt x="1177" y="1698"/>
                          <a:pt x="1197" y="1690"/>
                          <a:pt x="1235" y="1673"/>
                        </a:cubicBezTo>
                        <a:cubicBezTo>
                          <a:pt x="1259" y="1662"/>
                          <a:pt x="1259" y="1662"/>
                          <a:pt x="1259" y="1662"/>
                        </a:cubicBezTo>
                        <a:cubicBezTo>
                          <a:pt x="1260" y="1529"/>
                          <a:pt x="1260" y="1529"/>
                          <a:pt x="1260" y="1529"/>
                        </a:cubicBezTo>
                        <a:cubicBezTo>
                          <a:pt x="1286" y="1512"/>
                          <a:pt x="1312" y="1491"/>
                          <a:pt x="1339" y="1466"/>
                        </a:cubicBezTo>
                        <a:cubicBezTo>
                          <a:pt x="1463" y="1486"/>
                          <a:pt x="1463" y="1486"/>
                          <a:pt x="1463" y="1486"/>
                        </a:cubicBezTo>
                        <a:cubicBezTo>
                          <a:pt x="1478" y="1465"/>
                          <a:pt x="1478" y="1465"/>
                          <a:pt x="1478" y="1465"/>
                        </a:cubicBezTo>
                        <a:cubicBezTo>
                          <a:pt x="1501" y="1432"/>
                          <a:pt x="1513" y="1413"/>
                          <a:pt x="1518" y="1402"/>
                        </a:cubicBezTo>
                        <a:cubicBezTo>
                          <a:pt x="1519" y="1402"/>
                          <a:pt x="1519" y="1402"/>
                          <a:pt x="1519" y="1402"/>
                        </a:cubicBezTo>
                        <a:cubicBezTo>
                          <a:pt x="1519" y="1400"/>
                          <a:pt x="1538" y="1368"/>
                          <a:pt x="1552" y="1334"/>
                        </a:cubicBezTo>
                        <a:cubicBezTo>
                          <a:pt x="1562" y="1312"/>
                          <a:pt x="1562" y="1312"/>
                          <a:pt x="1562" y="1312"/>
                        </a:cubicBezTo>
                        <a:cubicBezTo>
                          <a:pt x="1489" y="1222"/>
                          <a:pt x="1489" y="1222"/>
                          <a:pt x="1489" y="1222"/>
                        </a:cubicBezTo>
                        <a:cubicBezTo>
                          <a:pt x="1501" y="1184"/>
                          <a:pt x="1508" y="1144"/>
                          <a:pt x="1510" y="1105"/>
                        </a:cubicBezTo>
                        <a:cubicBezTo>
                          <a:pt x="1609" y="1045"/>
                          <a:pt x="1609" y="1045"/>
                          <a:pt x="1609" y="1045"/>
                        </a:cubicBezTo>
                        <a:close/>
                        <a:moveTo>
                          <a:pt x="940" y="1436"/>
                        </a:moveTo>
                        <a:cubicBezTo>
                          <a:pt x="732" y="1436"/>
                          <a:pt x="564" y="1267"/>
                          <a:pt x="564" y="1059"/>
                        </a:cubicBezTo>
                        <a:cubicBezTo>
                          <a:pt x="564" y="850"/>
                          <a:pt x="732" y="680"/>
                          <a:pt x="940" y="680"/>
                        </a:cubicBezTo>
                        <a:cubicBezTo>
                          <a:pt x="1148" y="680"/>
                          <a:pt x="1318" y="850"/>
                          <a:pt x="1318" y="1059"/>
                        </a:cubicBezTo>
                        <a:cubicBezTo>
                          <a:pt x="1318" y="1267"/>
                          <a:pt x="1148" y="1436"/>
                          <a:pt x="940" y="143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9" name="Freeform 131">
                    <a:extLst>
                      <a:ext uri="{FF2B5EF4-FFF2-40B4-BE49-F238E27FC236}">
                        <a16:creationId xmlns:a16="http://schemas.microsoft.com/office/drawing/2014/main" id="{C0C3B43D-D5B0-85A9-D4F0-FC39A9602F02}"/>
                      </a:ext>
                    </a:extLst>
                  </p:cNvPr>
                  <p:cNvSpPr>
                    <a:spLocks/>
                  </p:cNvSpPr>
                  <p:nvPr/>
                </p:nvSpPr>
                <p:spPr bwMode="auto">
                  <a:xfrm>
                    <a:off x="1243917" y="1973642"/>
                    <a:ext cx="1374775" cy="1360488"/>
                  </a:xfrm>
                  <a:custGeom>
                    <a:avLst/>
                    <a:gdLst>
                      <a:gd name="T0" fmla="*/ 1126 w 1927"/>
                      <a:gd name="T1" fmla="*/ 1 h 1907"/>
                      <a:gd name="T2" fmla="*/ 1126 w 1927"/>
                      <a:gd name="T3" fmla="*/ 11 h 1907"/>
                      <a:gd name="T4" fmla="*/ 1122 w 1927"/>
                      <a:gd name="T5" fmla="*/ 45 h 1907"/>
                      <a:gd name="T6" fmla="*/ 1687 w 1927"/>
                      <a:gd name="T7" fmla="*/ 384 h 1907"/>
                      <a:gd name="T8" fmla="*/ 1722 w 1927"/>
                      <a:gd name="T9" fmla="*/ 359 h 1907"/>
                      <a:gd name="T10" fmla="*/ 1645 w 1927"/>
                      <a:gd name="T11" fmla="*/ 270 h 1907"/>
                      <a:gd name="T12" fmla="*/ 1126 w 1927"/>
                      <a:gd name="T13" fmla="*/ 1 h 1907"/>
                      <a:gd name="T14" fmla="*/ 1875 w 1927"/>
                      <a:gd name="T15" fmla="*/ 640 h 1907"/>
                      <a:gd name="T16" fmla="*/ 1834 w 1927"/>
                      <a:gd name="T17" fmla="*/ 656 h 1907"/>
                      <a:gd name="T18" fmla="*/ 1883 w 1927"/>
                      <a:gd name="T19" fmla="*/ 953 h 1907"/>
                      <a:gd name="T20" fmla="*/ 1821 w 1927"/>
                      <a:gd name="T21" fmla="*/ 1286 h 1907"/>
                      <a:gd name="T22" fmla="*/ 1861 w 1927"/>
                      <a:gd name="T23" fmla="*/ 1305 h 1907"/>
                      <a:gd name="T24" fmla="*/ 1927 w 1927"/>
                      <a:gd name="T25" fmla="*/ 953 h 1907"/>
                      <a:gd name="T26" fmla="*/ 1875 w 1927"/>
                      <a:gd name="T27" fmla="*/ 640 h 1907"/>
                      <a:gd name="T28" fmla="*/ 811 w 1927"/>
                      <a:gd name="T29" fmla="*/ 44 h 1907"/>
                      <a:gd name="T30" fmla="*/ 807 w 1927"/>
                      <a:gd name="T31" fmla="*/ 11 h 1907"/>
                      <a:gd name="T32" fmla="*/ 808 w 1927"/>
                      <a:gd name="T33" fmla="*/ 0 h 1907"/>
                      <a:gd name="T34" fmla="*/ 283 w 1927"/>
                      <a:gd name="T35" fmla="*/ 270 h 1907"/>
                      <a:gd name="T36" fmla="*/ 207 w 1927"/>
                      <a:gd name="T37" fmla="*/ 356 h 1907"/>
                      <a:gd name="T38" fmla="*/ 244 w 1927"/>
                      <a:gd name="T39" fmla="*/ 380 h 1907"/>
                      <a:gd name="T40" fmla="*/ 811 w 1927"/>
                      <a:gd name="T41" fmla="*/ 44 h 1907"/>
                      <a:gd name="T42" fmla="*/ 1662 w 1927"/>
                      <a:gd name="T43" fmla="*/ 1552 h 1907"/>
                      <a:gd name="T44" fmla="*/ 1123 w 1927"/>
                      <a:gd name="T45" fmla="*/ 1861 h 1907"/>
                      <a:gd name="T46" fmla="*/ 1126 w 1927"/>
                      <a:gd name="T47" fmla="*/ 1891 h 1907"/>
                      <a:gd name="T48" fmla="*/ 1125 w 1927"/>
                      <a:gd name="T49" fmla="*/ 1906 h 1907"/>
                      <a:gd name="T50" fmla="*/ 1645 w 1927"/>
                      <a:gd name="T51" fmla="*/ 1636 h 1907"/>
                      <a:gd name="T52" fmla="*/ 1698 w 1927"/>
                      <a:gd name="T53" fmla="*/ 1579 h 1907"/>
                      <a:gd name="T54" fmla="*/ 1662 w 1927"/>
                      <a:gd name="T55" fmla="*/ 1552 h 1907"/>
                      <a:gd name="T56" fmla="*/ 269 w 1927"/>
                      <a:gd name="T57" fmla="*/ 1556 h 1907"/>
                      <a:gd name="T58" fmla="*/ 232 w 1927"/>
                      <a:gd name="T59" fmla="*/ 1582 h 1907"/>
                      <a:gd name="T60" fmla="*/ 283 w 1927"/>
                      <a:gd name="T61" fmla="*/ 1636 h 1907"/>
                      <a:gd name="T62" fmla="*/ 808 w 1927"/>
                      <a:gd name="T63" fmla="*/ 1907 h 1907"/>
                      <a:gd name="T64" fmla="*/ 807 w 1927"/>
                      <a:gd name="T65" fmla="*/ 1891 h 1907"/>
                      <a:gd name="T66" fmla="*/ 810 w 1927"/>
                      <a:gd name="T67" fmla="*/ 1862 h 1907"/>
                      <a:gd name="T68" fmla="*/ 269 w 1927"/>
                      <a:gd name="T69" fmla="*/ 1556 h 1907"/>
                      <a:gd name="T70" fmla="*/ 94 w 1927"/>
                      <a:gd name="T71" fmla="*/ 654 h 1907"/>
                      <a:gd name="T72" fmla="*/ 53 w 1927"/>
                      <a:gd name="T73" fmla="*/ 636 h 1907"/>
                      <a:gd name="T74" fmla="*/ 0 w 1927"/>
                      <a:gd name="T75" fmla="*/ 953 h 1907"/>
                      <a:gd name="T76" fmla="*/ 67 w 1927"/>
                      <a:gd name="T77" fmla="*/ 1309 h 1907"/>
                      <a:gd name="T78" fmla="*/ 107 w 1927"/>
                      <a:gd name="T79" fmla="*/ 1288 h 1907"/>
                      <a:gd name="T80" fmla="*/ 44 w 1927"/>
                      <a:gd name="T81" fmla="*/ 953 h 1907"/>
                      <a:gd name="T82" fmla="*/ 94 w 1927"/>
                      <a:gd name="T83" fmla="*/ 654 h 1907"/>
                      <a:gd name="T84" fmla="*/ 961 w 1927"/>
                      <a:gd name="T85" fmla="*/ 754 h 1907"/>
                      <a:gd name="T86" fmla="*/ 767 w 1927"/>
                      <a:gd name="T87" fmla="*/ 953 h 1907"/>
                      <a:gd name="T88" fmla="*/ 961 w 1927"/>
                      <a:gd name="T89" fmla="*/ 1151 h 1907"/>
                      <a:gd name="T90" fmla="*/ 1157 w 1927"/>
                      <a:gd name="T91" fmla="*/ 953 h 1907"/>
                      <a:gd name="T92" fmla="*/ 961 w 1927"/>
                      <a:gd name="T93" fmla="*/ 754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7" h="1907">
                        <a:moveTo>
                          <a:pt x="1126" y="1"/>
                        </a:moveTo>
                        <a:cubicBezTo>
                          <a:pt x="1126" y="11"/>
                          <a:pt x="1126" y="11"/>
                          <a:pt x="1126" y="11"/>
                        </a:cubicBezTo>
                        <a:cubicBezTo>
                          <a:pt x="1126" y="23"/>
                          <a:pt x="1125" y="34"/>
                          <a:pt x="1122" y="45"/>
                        </a:cubicBezTo>
                        <a:cubicBezTo>
                          <a:pt x="1351" y="85"/>
                          <a:pt x="1549" y="209"/>
                          <a:pt x="1687" y="384"/>
                        </a:cubicBezTo>
                        <a:cubicBezTo>
                          <a:pt x="1698" y="374"/>
                          <a:pt x="1709" y="366"/>
                          <a:pt x="1722" y="359"/>
                        </a:cubicBezTo>
                        <a:cubicBezTo>
                          <a:pt x="1699" y="328"/>
                          <a:pt x="1673" y="298"/>
                          <a:pt x="1645" y="270"/>
                        </a:cubicBezTo>
                        <a:cubicBezTo>
                          <a:pt x="1501" y="127"/>
                          <a:pt x="1322" y="34"/>
                          <a:pt x="1126" y="1"/>
                        </a:cubicBezTo>
                        <a:close/>
                        <a:moveTo>
                          <a:pt x="1875" y="640"/>
                        </a:moveTo>
                        <a:cubicBezTo>
                          <a:pt x="1862" y="647"/>
                          <a:pt x="1848" y="652"/>
                          <a:pt x="1834" y="656"/>
                        </a:cubicBezTo>
                        <a:cubicBezTo>
                          <a:pt x="1865" y="749"/>
                          <a:pt x="1883" y="849"/>
                          <a:pt x="1883" y="953"/>
                        </a:cubicBezTo>
                        <a:cubicBezTo>
                          <a:pt x="1883" y="1071"/>
                          <a:pt x="1861" y="1183"/>
                          <a:pt x="1821" y="1286"/>
                        </a:cubicBezTo>
                        <a:cubicBezTo>
                          <a:pt x="1835" y="1290"/>
                          <a:pt x="1849" y="1297"/>
                          <a:pt x="1861" y="1305"/>
                        </a:cubicBezTo>
                        <a:cubicBezTo>
                          <a:pt x="1904" y="1194"/>
                          <a:pt x="1927" y="1076"/>
                          <a:pt x="1927" y="953"/>
                        </a:cubicBezTo>
                        <a:cubicBezTo>
                          <a:pt x="1927" y="845"/>
                          <a:pt x="1909" y="739"/>
                          <a:pt x="1875" y="640"/>
                        </a:cubicBezTo>
                        <a:close/>
                        <a:moveTo>
                          <a:pt x="811" y="44"/>
                        </a:moveTo>
                        <a:cubicBezTo>
                          <a:pt x="808" y="33"/>
                          <a:pt x="807" y="22"/>
                          <a:pt x="807" y="11"/>
                        </a:cubicBezTo>
                        <a:cubicBezTo>
                          <a:pt x="807" y="7"/>
                          <a:pt x="807" y="4"/>
                          <a:pt x="808" y="0"/>
                        </a:cubicBezTo>
                        <a:cubicBezTo>
                          <a:pt x="610" y="32"/>
                          <a:pt x="427" y="125"/>
                          <a:pt x="283" y="270"/>
                        </a:cubicBezTo>
                        <a:cubicBezTo>
                          <a:pt x="255" y="297"/>
                          <a:pt x="230" y="326"/>
                          <a:pt x="207" y="356"/>
                        </a:cubicBezTo>
                        <a:cubicBezTo>
                          <a:pt x="220" y="362"/>
                          <a:pt x="233" y="370"/>
                          <a:pt x="244" y="380"/>
                        </a:cubicBezTo>
                        <a:cubicBezTo>
                          <a:pt x="382" y="206"/>
                          <a:pt x="583" y="83"/>
                          <a:pt x="811" y="44"/>
                        </a:cubicBezTo>
                        <a:close/>
                        <a:moveTo>
                          <a:pt x="1662" y="1552"/>
                        </a:moveTo>
                        <a:cubicBezTo>
                          <a:pt x="1526" y="1711"/>
                          <a:pt x="1338" y="1823"/>
                          <a:pt x="1123" y="1861"/>
                        </a:cubicBezTo>
                        <a:cubicBezTo>
                          <a:pt x="1125" y="1871"/>
                          <a:pt x="1126" y="1881"/>
                          <a:pt x="1126" y="1891"/>
                        </a:cubicBezTo>
                        <a:cubicBezTo>
                          <a:pt x="1126" y="1896"/>
                          <a:pt x="1126" y="1901"/>
                          <a:pt x="1125" y="1906"/>
                        </a:cubicBezTo>
                        <a:cubicBezTo>
                          <a:pt x="1322" y="1873"/>
                          <a:pt x="1501" y="1780"/>
                          <a:pt x="1645" y="1636"/>
                        </a:cubicBezTo>
                        <a:cubicBezTo>
                          <a:pt x="1663" y="1618"/>
                          <a:pt x="1681" y="1599"/>
                          <a:pt x="1698" y="1579"/>
                        </a:cubicBezTo>
                        <a:cubicBezTo>
                          <a:pt x="1684" y="1572"/>
                          <a:pt x="1672" y="1563"/>
                          <a:pt x="1662" y="1552"/>
                        </a:cubicBezTo>
                        <a:close/>
                        <a:moveTo>
                          <a:pt x="269" y="1556"/>
                        </a:moveTo>
                        <a:cubicBezTo>
                          <a:pt x="258" y="1566"/>
                          <a:pt x="245" y="1575"/>
                          <a:pt x="232" y="1582"/>
                        </a:cubicBezTo>
                        <a:cubicBezTo>
                          <a:pt x="248" y="1600"/>
                          <a:pt x="265" y="1619"/>
                          <a:pt x="283" y="1636"/>
                        </a:cubicBezTo>
                        <a:cubicBezTo>
                          <a:pt x="427" y="1781"/>
                          <a:pt x="610" y="1875"/>
                          <a:pt x="808" y="1907"/>
                        </a:cubicBezTo>
                        <a:cubicBezTo>
                          <a:pt x="807" y="1902"/>
                          <a:pt x="807" y="1896"/>
                          <a:pt x="807" y="1891"/>
                        </a:cubicBezTo>
                        <a:cubicBezTo>
                          <a:pt x="807" y="1881"/>
                          <a:pt x="808" y="1872"/>
                          <a:pt x="810" y="1862"/>
                        </a:cubicBezTo>
                        <a:cubicBezTo>
                          <a:pt x="595" y="1826"/>
                          <a:pt x="405" y="1715"/>
                          <a:pt x="269" y="1556"/>
                        </a:cubicBezTo>
                        <a:close/>
                        <a:moveTo>
                          <a:pt x="94" y="654"/>
                        </a:moveTo>
                        <a:cubicBezTo>
                          <a:pt x="79" y="650"/>
                          <a:pt x="66" y="644"/>
                          <a:pt x="53" y="636"/>
                        </a:cubicBezTo>
                        <a:cubicBezTo>
                          <a:pt x="18" y="736"/>
                          <a:pt x="0" y="843"/>
                          <a:pt x="0" y="953"/>
                        </a:cubicBezTo>
                        <a:cubicBezTo>
                          <a:pt x="0" y="1077"/>
                          <a:pt x="23" y="1197"/>
                          <a:pt x="67" y="1309"/>
                        </a:cubicBezTo>
                        <a:cubicBezTo>
                          <a:pt x="79" y="1300"/>
                          <a:pt x="92" y="1293"/>
                          <a:pt x="107" y="1288"/>
                        </a:cubicBezTo>
                        <a:cubicBezTo>
                          <a:pt x="66" y="1184"/>
                          <a:pt x="44" y="1071"/>
                          <a:pt x="44" y="953"/>
                        </a:cubicBezTo>
                        <a:cubicBezTo>
                          <a:pt x="44" y="849"/>
                          <a:pt x="61" y="748"/>
                          <a:pt x="94" y="654"/>
                        </a:cubicBezTo>
                        <a:close/>
                        <a:moveTo>
                          <a:pt x="961" y="754"/>
                        </a:moveTo>
                        <a:cubicBezTo>
                          <a:pt x="854" y="754"/>
                          <a:pt x="767" y="843"/>
                          <a:pt x="767" y="953"/>
                        </a:cubicBezTo>
                        <a:cubicBezTo>
                          <a:pt x="767" y="1062"/>
                          <a:pt x="854" y="1151"/>
                          <a:pt x="961" y="1151"/>
                        </a:cubicBezTo>
                        <a:cubicBezTo>
                          <a:pt x="1069" y="1151"/>
                          <a:pt x="1157" y="1062"/>
                          <a:pt x="1157" y="953"/>
                        </a:cubicBezTo>
                        <a:cubicBezTo>
                          <a:pt x="1157" y="843"/>
                          <a:pt x="1069" y="754"/>
                          <a:pt x="961" y="7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08" name="Grupo 107">
                <a:extLst>
                  <a:ext uri="{FF2B5EF4-FFF2-40B4-BE49-F238E27FC236}">
                    <a16:creationId xmlns:a16="http://schemas.microsoft.com/office/drawing/2014/main" id="{98585C82-A4AA-6E73-E297-9DE18C951EEA}"/>
                  </a:ext>
                </a:extLst>
              </p:cNvPr>
              <p:cNvGrpSpPr/>
              <p:nvPr/>
            </p:nvGrpSpPr>
            <p:grpSpPr>
              <a:xfrm>
                <a:off x="783693" y="4970168"/>
                <a:ext cx="1036959" cy="1122694"/>
                <a:chOff x="783693" y="4970168"/>
                <a:chExt cx="1036959" cy="1122694"/>
              </a:xfrm>
            </p:grpSpPr>
            <p:sp>
              <p:nvSpPr>
                <p:cNvPr id="5" name="Rectangle: Rounded Corners 4">
                  <a:extLst>
                    <a:ext uri="{FF2B5EF4-FFF2-40B4-BE49-F238E27FC236}">
                      <a16:creationId xmlns:a16="http://schemas.microsoft.com/office/drawing/2014/main" id="{2C4D68E1-F758-ED63-A217-F342F82CE1F3}"/>
                    </a:ext>
                  </a:extLst>
                </p:cNvPr>
                <p:cNvSpPr/>
                <p:nvPr/>
              </p:nvSpPr>
              <p:spPr>
                <a:xfrm>
                  <a:off x="848652"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Confiabilidad </a:t>
                  </a:r>
                  <a:br>
                    <a:rPr lang="es-CL" sz="855">
                      <a:solidFill>
                        <a:schemeClr val="tx1"/>
                      </a:solidFill>
                    </a:rPr>
                  </a:br>
                  <a:r>
                    <a:rPr lang="es-CL" sz="855">
                      <a:solidFill>
                        <a:schemeClr val="tx1"/>
                      </a:solidFill>
                    </a:rPr>
                    <a:t>de Procesos</a:t>
                  </a:r>
                </a:p>
              </p:txBody>
            </p:sp>
            <p:sp>
              <p:nvSpPr>
                <p:cNvPr id="66" name="Oval 20">
                  <a:extLst>
                    <a:ext uri="{FF2B5EF4-FFF2-40B4-BE49-F238E27FC236}">
                      <a16:creationId xmlns:a16="http://schemas.microsoft.com/office/drawing/2014/main" id="{681671F2-0A5B-E149-2E8C-2F268F329535}"/>
                    </a:ext>
                  </a:extLst>
                </p:cNvPr>
                <p:cNvSpPr>
                  <a:spLocks noChangeAspect="1" noChangeArrowheads="1"/>
                </p:cNvSpPr>
                <p:nvPr/>
              </p:nvSpPr>
              <p:spPr bwMode="auto">
                <a:xfrm>
                  <a:off x="783693"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14</a:t>
                  </a:r>
                </a:p>
              </p:txBody>
            </p:sp>
          </p:grpSp>
        </p:grpSp>
        <p:grpSp>
          <p:nvGrpSpPr>
            <p:cNvPr id="113" name="Grupo 112">
              <a:extLst>
                <a:ext uri="{FF2B5EF4-FFF2-40B4-BE49-F238E27FC236}">
                  <a16:creationId xmlns:a16="http://schemas.microsoft.com/office/drawing/2014/main" id="{D8505395-EB29-90E7-1CC8-5319BD48E266}"/>
                </a:ext>
              </a:extLst>
            </p:cNvPr>
            <p:cNvGrpSpPr/>
            <p:nvPr/>
          </p:nvGrpSpPr>
          <p:grpSpPr>
            <a:xfrm>
              <a:off x="4827038" y="5176000"/>
              <a:ext cx="1036959" cy="1122694"/>
              <a:chOff x="3537698" y="4970168"/>
              <a:chExt cx="1036959" cy="1122694"/>
            </a:xfrm>
          </p:grpSpPr>
          <p:grpSp>
            <p:nvGrpSpPr>
              <p:cNvPr id="50" name="bcgIcons_Continuous testing ">
                <a:extLst>
                  <a:ext uri="{FF2B5EF4-FFF2-40B4-BE49-F238E27FC236}">
                    <a16:creationId xmlns:a16="http://schemas.microsoft.com/office/drawing/2014/main" id="{56813B34-C9B4-CBE7-7A70-1012C8F33BB5}"/>
                  </a:ext>
                </a:extLst>
              </p:cNvPr>
              <p:cNvGrpSpPr>
                <a:grpSpLocks noChangeAspect="1"/>
              </p:cNvGrpSpPr>
              <p:nvPr/>
            </p:nvGrpSpPr>
            <p:grpSpPr>
              <a:xfrm>
                <a:off x="3872186" y="5141091"/>
                <a:ext cx="380413" cy="380413"/>
                <a:chOff x="5256341" y="2517774"/>
                <a:chExt cx="1646238" cy="1646238"/>
              </a:xfrm>
            </p:grpSpPr>
            <p:sp>
              <p:nvSpPr>
                <p:cNvPr id="51" name="AutoShape 107">
                  <a:extLst>
                    <a:ext uri="{FF2B5EF4-FFF2-40B4-BE49-F238E27FC236}">
                      <a16:creationId xmlns:a16="http://schemas.microsoft.com/office/drawing/2014/main" id="{D92D02A3-B81B-09C4-C49E-446189F833E2}"/>
                    </a:ext>
                  </a:extLst>
                </p:cNvPr>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2" name="Group 51">
                  <a:extLst>
                    <a:ext uri="{FF2B5EF4-FFF2-40B4-BE49-F238E27FC236}">
                      <a16:creationId xmlns:a16="http://schemas.microsoft.com/office/drawing/2014/main" id="{C1B3030C-9E93-1F4C-6D26-5596921DEFA7}"/>
                    </a:ext>
                  </a:extLst>
                </p:cNvPr>
                <p:cNvGrpSpPr/>
                <p:nvPr/>
              </p:nvGrpSpPr>
              <p:grpSpPr>
                <a:xfrm>
                  <a:off x="5432682" y="2692400"/>
                  <a:ext cx="1293556" cy="1296987"/>
                  <a:chOff x="5432682" y="2692400"/>
                  <a:chExt cx="1293556" cy="1296987"/>
                </a:xfrm>
              </p:grpSpPr>
              <p:sp>
                <p:nvSpPr>
                  <p:cNvPr id="53" name="Freeform 5">
                    <a:extLst>
                      <a:ext uri="{FF2B5EF4-FFF2-40B4-BE49-F238E27FC236}">
                        <a16:creationId xmlns:a16="http://schemas.microsoft.com/office/drawing/2014/main" id="{FA6009AE-C5ED-7503-A0BA-3B294FF18B6F}"/>
                      </a:ext>
                    </a:extLst>
                  </p:cNvPr>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54" name="Freeform 6">
                    <a:extLst>
                      <a:ext uri="{FF2B5EF4-FFF2-40B4-BE49-F238E27FC236}">
                        <a16:creationId xmlns:a16="http://schemas.microsoft.com/office/drawing/2014/main" id="{A56F6428-61ED-AC81-4B61-D63EDA892B21}"/>
                      </a:ext>
                    </a:extLst>
                  </p:cNvPr>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110" name="Grupo 109">
                <a:extLst>
                  <a:ext uri="{FF2B5EF4-FFF2-40B4-BE49-F238E27FC236}">
                    <a16:creationId xmlns:a16="http://schemas.microsoft.com/office/drawing/2014/main" id="{4E579B60-A39A-796D-F79E-A8AE59301525}"/>
                  </a:ext>
                </a:extLst>
              </p:cNvPr>
              <p:cNvGrpSpPr/>
              <p:nvPr/>
            </p:nvGrpSpPr>
            <p:grpSpPr>
              <a:xfrm>
                <a:off x="3537698" y="4970168"/>
                <a:ext cx="1036959" cy="1122694"/>
                <a:chOff x="3537698" y="4970168"/>
                <a:chExt cx="1036959" cy="1122694"/>
              </a:xfrm>
            </p:grpSpPr>
            <p:sp>
              <p:nvSpPr>
                <p:cNvPr id="121" name="Rectangle: Rounded Corners 120">
                  <a:extLst>
                    <a:ext uri="{FF2B5EF4-FFF2-40B4-BE49-F238E27FC236}">
                      <a16:creationId xmlns:a16="http://schemas.microsoft.com/office/drawing/2014/main" id="{8A40BA29-F03B-E9A1-A0D0-994919837685}"/>
                    </a:ext>
                  </a:extLst>
                </p:cNvPr>
                <p:cNvSpPr/>
                <p:nvPr/>
              </p:nvSpPr>
              <p:spPr>
                <a:xfrm>
                  <a:off x="3602657"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Activos</a:t>
                  </a:r>
                </a:p>
              </p:txBody>
            </p:sp>
            <p:sp>
              <p:nvSpPr>
                <p:cNvPr id="67" name="Oval 20">
                  <a:extLst>
                    <a:ext uri="{FF2B5EF4-FFF2-40B4-BE49-F238E27FC236}">
                      <a16:creationId xmlns:a16="http://schemas.microsoft.com/office/drawing/2014/main" id="{A634EA64-185E-F930-4FBA-DD059E65A190}"/>
                    </a:ext>
                  </a:extLst>
                </p:cNvPr>
                <p:cNvSpPr>
                  <a:spLocks noChangeAspect="1" noChangeArrowheads="1"/>
                </p:cNvSpPr>
                <p:nvPr/>
              </p:nvSpPr>
              <p:spPr bwMode="auto">
                <a:xfrm>
                  <a:off x="3537698"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17</a:t>
                  </a:r>
                </a:p>
              </p:txBody>
            </p:sp>
          </p:grpSp>
        </p:grpSp>
        <p:grpSp>
          <p:nvGrpSpPr>
            <p:cNvPr id="117" name="Grupo 116">
              <a:extLst>
                <a:ext uri="{FF2B5EF4-FFF2-40B4-BE49-F238E27FC236}">
                  <a16:creationId xmlns:a16="http://schemas.microsoft.com/office/drawing/2014/main" id="{53CFF59E-9F05-29B8-A713-BABD67C5BFA5}"/>
                </a:ext>
              </a:extLst>
            </p:cNvPr>
            <p:cNvGrpSpPr/>
            <p:nvPr/>
          </p:nvGrpSpPr>
          <p:grpSpPr>
            <a:xfrm>
              <a:off x="8977874" y="5176000"/>
              <a:ext cx="1036959" cy="1122694"/>
              <a:chOff x="8918125" y="4970168"/>
              <a:chExt cx="1036959" cy="1122694"/>
            </a:xfrm>
          </p:grpSpPr>
          <p:sp>
            <p:nvSpPr>
              <p:cNvPr id="124" name="Rectangle: Rounded Corners 123">
                <a:extLst>
                  <a:ext uri="{FF2B5EF4-FFF2-40B4-BE49-F238E27FC236}">
                    <a16:creationId xmlns:a16="http://schemas.microsoft.com/office/drawing/2014/main" id="{010283D5-BD7B-BF45-FED4-6DCF821946A2}"/>
                  </a:ext>
                </a:extLst>
              </p:cNvPr>
              <p:cNvSpPr/>
              <p:nvPr/>
            </p:nvSpPr>
            <p:spPr>
              <a:xfrm>
                <a:off x="898308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Logística</a:t>
                </a:r>
              </a:p>
            </p:txBody>
          </p:sp>
          <p:grpSp>
            <p:nvGrpSpPr>
              <p:cNvPr id="20" name="bcgIcons_Long truck ">
                <a:extLst>
                  <a:ext uri="{FF2B5EF4-FFF2-40B4-BE49-F238E27FC236}">
                    <a16:creationId xmlns:a16="http://schemas.microsoft.com/office/drawing/2014/main" id="{F21071D4-CFF0-99A3-D419-02F527F4B93F}"/>
                  </a:ext>
                </a:extLst>
              </p:cNvPr>
              <p:cNvGrpSpPr>
                <a:grpSpLocks noChangeAspect="1"/>
              </p:cNvGrpSpPr>
              <p:nvPr/>
            </p:nvGrpSpPr>
            <p:grpSpPr>
              <a:xfrm>
                <a:off x="9295141" y="5141091"/>
                <a:ext cx="380413" cy="380413"/>
                <a:chOff x="5273675" y="2606675"/>
                <a:chExt cx="1644650" cy="1644650"/>
              </a:xfrm>
            </p:grpSpPr>
            <p:sp>
              <p:nvSpPr>
                <p:cNvPr id="21" name="AutoShape 3">
                  <a:extLst>
                    <a:ext uri="{FF2B5EF4-FFF2-40B4-BE49-F238E27FC236}">
                      <a16:creationId xmlns:a16="http://schemas.microsoft.com/office/drawing/2014/main" id="{5B2DB15A-D77E-58E1-7615-3C8F1ED6A456}"/>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2" name="Group 21">
                  <a:extLst>
                    <a:ext uri="{FF2B5EF4-FFF2-40B4-BE49-F238E27FC236}">
                      <a16:creationId xmlns:a16="http://schemas.microsoft.com/office/drawing/2014/main" id="{7973A42C-8936-939E-E577-2CBF999CF41D}"/>
                    </a:ext>
                  </a:extLst>
                </p:cNvPr>
                <p:cNvGrpSpPr>
                  <a:grpSpLocks/>
                </p:cNvGrpSpPr>
                <p:nvPr/>
              </p:nvGrpSpPr>
              <p:grpSpPr>
                <a:xfrm>
                  <a:off x="5341938" y="3120232"/>
                  <a:ext cx="1508125" cy="617537"/>
                  <a:chOff x="5341938" y="3201988"/>
                  <a:chExt cx="1508125" cy="617537"/>
                </a:xfrm>
              </p:grpSpPr>
              <p:sp>
                <p:nvSpPr>
                  <p:cNvPr id="23" name="Freeform 5">
                    <a:extLst>
                      <a:ext uri="{FF2B5EF4-FFF2-40B4-BE49-F238E27FC236}">
                        <a16:creationId xmlns:a16="http://schemas.microsoft.com/office/drawing/2014/main" id="{2A796B11-21DD-3250-851E-C876CEFB955F}"/>
                      </a:ext>
                    </a:extLst>
                  </p:cNvPr>
                  <p:cNvSpPr>
                    <a:spLocks/>
                  </p:cNvSpPr>
                  <p:nvPr/>
                </p:nvSpPr>
                <p:spPr bwMode="auto">
                  <a:xfrm>
                    <a:off x="5341938" y="3201988"/>
                    <a:ext cx="1431214" cy="569913"/>
                  </a:xfrm>
                  <a:custGeom>
                    <a:avLst/>
                    <a:gdLst>
                      <a:gd name="connsiteX0" fmla="*/ 391682 w 1431214"/>
                      <a:gd name="connsiteY0" fmla="*/ 512762 h 569913"/>
                      <a:gd name="connsiteX1" fmla="*/ 420688 w 1431214"/>
                      <a:gd name="connsiteY1" fmla="*/ 541337 h 569913"/>
                      <a:gd name="connsiteX2" fmla="*/ 391682 w 1431214"/>
                      <a:gd name="connsiteY2" fmla="*/ 569912 h 569913"/>
                      <a:gd name="connsiteX3" fmla="*/ 361950 w 1431214"/>
                      <a:gd name="connsiteY3" fmla="*/ 541337 h 569913"/>
                      <a:gd name="connsiteX4" fmla="*/ 391682 w 1431214"/>
                      <a:gd name="connsiteY4" fmla="*/ 512762 h 569913"/>
                      <a:gd name="connsiteX5" fmla="*/ 158750 w 1431214"/>
                      <a:gd name="connsiteY5" fmla="*/ 512762 h 569913"/>
                      <a:gd name="connsiteX6" fmla="*/ 187325 w 1431214"/>
                      <a:gd name="connsiteY6" fmla="*/ 541337 h 569913"/>
                      <a:gd name="connsiteX7" fmla="*/ 158750 w 1431214"/>
                      <a:gd name="connsiteY7" fmla="*/ 569912 h 569913"/>
                      <a:gd name="connsiteX8" fmla="*/ 130175 w 1431214"/>
                      <a:gd name="connsiteY8" fmla="*/ 541337 h 569913"/>
                      <a:gd name="connsiteX9" fmla="*/ 158750 w 1431214"/>
                      <a:gd name="connsiteY9" fmla="*/ 512762 h 569913"/>
                      <a:gd name="connsiteX10" fmla="*/ 1316831 w 1431214"/>
                      <a:gd name="connsiteY10" fmla="*/ 511175 h 569913"/>
                      <a:gd name="connsiteX11" fmla="*/ 1346200 w 1431214"/>
                      <a:gd name="connsiteY11" fmla="*/ 540544 h 569913"/>
                      <a:gd name="connsiteX12" fmla="*/ 1316831 w 1431214"/>
                      <a:gd name="connsiteY12" fmla="*/ 569913 h 569913"/>
                      <a:gd name="connsiteX13" fmla="*/ 1287462 w 1431214"/>
                      <a:gd name="connsiteY13" fmla="*/ 540544 h 569913"/>
                      <a:gd name="connsiteX14" fmla="*/ 1316831 w 1431214"/>
                      <a:gd name="connsiteY14" fmla="*/ 511175 h 569913"/>
                      <a:gd name="connsiteX15" fmla="*/ 1023937 w 1431214"/>
                      <a:gd name="connsiteY15" fmla="*/ 511175 h 569913"/>
                      <a:gd name="connsiteX16" fmla="*/ 1052512 w 1431214"/>
                      <a:gd name="connsiteY16" fmla="*/ 540544 h 569913"/>
                      <a:gd name="connsiteX17" fmla="*/ 1023937 w 1431214"/>
                      <a:gd name="connsiteY17" fmla="*/ 569913 h 569913"/>
                      <a:gd name="connsiteX18" fmla="*/ 995362 w 1431214"/>
                      <a:gd name="connsiteY18" fmla="*/ 540544 h 569913"/>
                      <a:gd name="connsiteX19" fmla="*/ 1023937 w 1431214"/>
                      <a:gd name="connsiteY19" fmla="*/ 511175 h 569913"/>
                      <a:gd name="connsiteX20" fmla="*/ 1226474 w 1431214"/>
                      <a:gd name="connsiteY20" fmla="*/ 176212 h 569913"/>
                      <a:gd name="connsiteX21" fmla="*/ 1346617 w 1431214"/>
                      <a:gd name="connsiteY21" fmla="*/ 176212 h 569913"/>
                      <a:gd name="connsiteX22" fmla="*/ 1357991 w 1431214"/>
                      <a:gd name="connsiteY22" fmla="*/ 187611 h 569913"/>
                      <a:gd name="connsiteX23" fmla="*/ 1429082 w 1431214"/>
                      <a:gd name="connsiteY23" fmla="*/ 300176 h 569913"/>
                      <a:gd name="connsiteX24" fmla="*/ 1429082 w 1431214"/>
                      <a:gd name="connsiteY24" fmla="*/ 315137 h 569913"/>
                      <a:gd name="connsiteX25" fmla="*/ 1413442 w 1431214"/>
                      <a:gd name="connsiteY25" fmla="*/ 322262 h 569913"/>
                      <a:gd name="connsiteX26" fmla="*/ 1226474 w 1431214"/>
                      <a:gd name="connsiteY26" fmla="*/ 322262 h 569913"/>
                      <a:gd name="connsiteX27" fmla="*/ 1220787 w 1431214"/>
                      <a:gd name="connsiteY27" fmla="*/ 315850 h 569913"/>
                      <a:gd name="connsiteX28" fmla="*/ 1220787 w 1431214"/>
                      <a:gd name="connsiteY28" fmla="*/ 181911 h 569913"/>
                      <a:gd name="connsiteX29" fmla="*/ 1226474 w 1431214"/>
                      <a:gd name="connsiteY29" fmla="*/ 176212 h 569913"/>
                      <a:gd name="connsiteX30" fmla="*/ 17855 w 1431214"/>
                      <a:gd name="connsiteY30" fmla="*/ 0 h 569913"/>
                      <a:gd name="connsiteX31" fmla="*/ 1101333 w 1431214"/>
                      <a:gd name="connsiteY31" fmla="*/ 0 h 569913"/>
                      <a:gd name="connsiteX32" fmla="*/ 1119188 w 1431214"/>
                      <a:gd name="connsiteY32" fmla="*/ 17855 h 569913"/>
                      <a:gd name="connsiteX33" fmla="*/ 1119188 w 1431214"/>
                      <a:gd name="connsiteY33" fmla="*/ 377825 h 569913"/>
                      <a:gd name="connsiteX34" fmla="*/ 17855 w 1431214"/>
                      <a:gd name="connsiteY34" fmla="*/ 377825 h 569913"/>
                      <a:gd name="connsiteX35" fmla="*/ 0 w 1431214"/>
                      <a:gd name="connsiteY35" fmla="*/ 359255 h 569913"/>
                      <a:gd name="connsiteX36" fmla="*/ 0 w 1431214"/>
                      <a:gd name="connsiteY36" fmla="*/ 17855 h 569913"/>
                      <a:gd name="connsiteX37" fmla="*/ 17855 w 1431214"/>
                      <a:gd name="connsiteY37" fmla="*/ 0 h 56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31214" h="569913">
                        <a:moveTo>
                          <a:pt x="391682" y="512762"/>
                        </a:moveTo>
                        <a:cubicBezTo>
                          <a:pt x="407635" y="512762"/>
                          <a:pt x="420688" y="525621"/>
                          <a:pt x="420688" y="541337"/>
                        </a:cubicBezTo>
                        <a:cubicBezTo>
                          <a:pt x="420688" y="557768"/>
                          <a:pt x="407635" y="569912"/>
                          <a:pt x="391682" y="569912"/>
                        </a:cubicBezTo>
                        <a:cubicBezTo>
                          <a:pt x="374278" y="569912"/>
                          <a:pt x="361950" y="557768"/>
                          <a:pt x="361950" y="541337"/>
                        </a:cubicBezTo>
                        <a:cubicBezTo>
                          <a:pt x="361950" y="525621"/>
                          <a:pt x="374278" y="512762"/>
                          <a:pt x="391682" y="512762"/>
                        </a:cubicBezTo>
                        <a:close/>
                        <a:moveTo>
                          <a:pt x="158750" y="512762"/>
                        </a:moveTo>
                        <a:cubicBezTo>
                          <a:pt x="174532" y="512762"/>
                          <a:pt x="187325" y="525555"/>
                          <a:pt x="187325" y="541337"/>
                        </a:cubicBezTo>
                        <a:cubicBezTo>
                          <a:pt x="187325" y="557119"/>
                          <a:pt x="174532" y="569912"/>
                          <a:pt x="158750" y="569912"/>
                        </a:cubicBezTo>
                        <a:cubicBezTo>
                          <a:pt x="142968" y="569912"/>
                          <a:pt x="130175" y="557119"/>
                          <a:pt x="130175" y="541337"/>
                        </a:cubicBezTo>
                        <a:cubicBezTo>
                          <a:pt x="130175" y="525555"/>
                          <a:pt x="142968" y="512762"/>
                          <a:pt x="158750" y="512762"/>
                        </a:cubicBezTo>
                        <a:close/>
                        <a:moveTo>
                          <a:pt x="1316831" y="511175"/>
                        </a:moveTo>
                        <a:cubicBezTo>
                          <a:pt x="1333051" y="511175"/>
                          <a:pt x="1346200" y="524324"/>
                          <a:pt x="1346200" y="540544"/>
                        </a:cubicBezTo>
                        <a:cubicBezTo>
                          <a:pt x="1346200" y="556764"/>
                          <a:pt x="1333051" y="569913"/>
                          <a:pt x="1316831" y="569913"/>
                        </a:cubicBezTo>
                        <a:cubicBezTo>
                          <a:pt x="1300611" y="569913"/>
                          <a:pt x="1287462" y="556764"/>
                          <a:pt x="1287462" y="540544"/>
                        </a:cubicBezTo>
                        <a:cubicBezTo>
                          <a:pt x="1287462" y="524324"/>
                          <a:pt x="1300611" y="511175"/>
                          <a:pt x="1316831" y="511175"/>
                        </a:cubicBezTo>
                        <a:close/>
                        <a:moveTo>
                          <a:pt x="1023937" y="511175"/>
                        </a:moveTo>
                        <a:cubicBezTo>
                          <a:pt x="1039719" y="511175"/>
                          <a:pt x="1052512" y="524324"/>
                          <a:pt x="1052512" y="540544"/>
                        </a:cubicBezTo>
                        <a:cubicBezTo>
                          <a:pt x="1052512" y="556764"/>
                          <a:pt x="1039719" y="569913"/>
                          <a:pt x="1023937" y="569913"/>
                        </a:cubicBezTo>
                        <a:cubicBezTo>
                          <a:pt x="1008155" y="569913"/>
                          <a:pt x="995362" y="556764"/>
                          <a:pt x="995362" y="540544"/>
                        </a:cubicBezTo>
                        <a:cubicBezTo>
                          <a:pt x="995362" y="524324"/>
                          <a:pt x="1008155" y="511175"/>
                          <a:pt x="1023937" y="511175"/>
                        </a:cubicBezTo>
                        <a:close/>
                        <a:moveTo>
                          <a:pt x="1226474" y="176212"/>
                        </a:moveTo>
                        <a:cubicBezTo>
                          <a:pt x="1226474" y="176212"/>
                          <a:pt x="1226474" y="176212"/>
                          <a:pt x="1346617" y="176212"/>
                        </a:cubicBezTo>
                        <a:cubicBezTo>
                          <a:pt x="1352304" y="176212"/>
                          <a:pt x="1355148" y="181199"/>
                          <a:pt x="1357991" y="187611"/>
                        </a:cubicBezTo>
                        <a:cubicBezTo>
                          <a:pt x="1357991" y="187611"/>
                          <a:pt x="1357991" y="187611"/>
                          <a:pt x="1429082" y="300176"/>
                        </a:cubicBezTo>
                        <a:cubicBezTo>
                          <a:pt x="1431925" y="305163"/>
                          <a:pt x="1431925" y="311575"/>
                          <a:pt x="1429082" y="315137"/>
                        </a:cubicBezTo>
                        <a:cubicBezTo>
                          <a:pt x="1426238" y="320125"/>
                          <a:pt x="1416285" y="322262"/>
                          <a:pt x="1413442" y="322262"/>
                        </a:cubicBezTo>
                        <a:cubicBezTo>
                          <a:pt x="1413442" y="322262"/>
                          <a:pt x="1413442" y="322262"/>
                          <a:pt x="1226474" y="322262"/>
                        </a:cubicBezTo>
                        <a:cubicBezTo>
                          <a:pt x="1223631" y="322262"/>
                          <a:pt x="1220787" y="319412"/>
                          <a:pt x="1220787" y="315850"/>
                        </a:cubicBezTo>
                        <a:cubicBezTo>
                          <a:pt x="1220787" y="315850"/>
                          <a:pt x="1220787" y="315850"/>
                          <a:pt x="1220787" y="181911"/>
                        </a:cubicBezTo>
                        <a:cubicBezTo>
                          <a:pt x="1220787" y="179062"/>
                          <a:pt x="1223631" y="176212"/>
                          <a:pt x="1226474" y="176212"/>
                        </a:cubicBezTo>
                        <a:close/>
                        <a:moveTo>
                          <a:pt x="17855" y="0"/>
                        </a:moveTo>
                        <a:cubicBezTo>
                          <a:pt x="17855" y="0"/>
                          <a:pt x="17855" y="0"/>
                          <a:pt x="1101333" y="0"/>
                        </a:cubicBezTo>
                        <a:cubicBezTo>
                          <a:pt x="1110618" y="0"/>
                          <a:pt x="1119188" y="7856"/>
                          <a:pt x="1119188" y="17855"/>
                        </a:cubicBezTo>
                        <a:cubicBezTo>
                          <a:pt x="1119188" y="17855"/>
                          <a:pt x="1119188" y="17855"/>
                          <a:pt x="1119188" y="377825"/>
                        </a:cubicBezTo>
                        <a:cubicBezTo>
                          <a:pt x="1119188" y="377825"/>
                          <a:pt x="1119188" y="377825"/>
                          <a:pt x="17855" y="377825"/>
                        </a:cubicBezTo>
                        <a:cubicBezTo>
                          <a:pt x="7856" y="377825"/>
                          <a:pt x="0" y="369254"/>
                          <a:pt x="0" y="359255"/>
                        </a:cubicBezTo>
                        <a:cubicBezTo>
                          <a:pt x="0" y="359255"/>
                          <a:pt x="0" y="359255"/>
                          <a:pt x="0" y="17855"/>
                        </a:cubicBezTo>
                        <a:cubicBezTo>
                          <a:pt x="0" y="7856"/>
                          <a:pt x="7856" y="0"/>
                          <a:pt x="17855"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24" name="Freeform 6">
                    <a:extLst>
                      <a:ext uri="{FF2B5EF4-FFF2-40B4-BE49-F238E27FC236}">
                        <a16:creationId xmlns:a16="http://schemas.microsoft.com/office/drawing/2014/main" id="{94EDAA37-B6AA-A9C1-75DF-A4F1BDE021B8}"/>
                      </a:ext>
                    </a:extLst>
                  </p:cNvPr>
                  <p:cNvSpPr>
                    <a:spLocks/>
                  </p:cNvSpPr>
                  <p:nvPr/>
                </p:nvSpPr>
                <p:spPr bwMode="auto">
                  <a:xfrm>
                    <a:off x="5345113" y="3317875"/>
                    <a:ext cx="1504950" cy="501650"/>
                  </a:xfrm>
                  <a:custGeom>
                    <a:avLst/>
                    <a:gdLst>
                      <a:gd name="connsiteX0" fmla="*/ 1312069 w 1504950"/>
                      <a:gd name="connsiteY0" fmla="*/ 373063 h 501650"/>
                      <a:gd name="connsiteX1" fmla="*/ 1260475 w 1504950"/>
                      <a:gd name="connsiteY1" fmla="*/ 423863 h 501650"/>
                      <a:gd name="connsiteX2" fmla="*/ 1312069 w 1504950"/>
                      <a:gd name="connsiteY2" fmla="*/ 474663 h 501650"/>
                      <a:gd name="connsiteX3" fmla="*/ 1363663 w 1504950"/>
                      <a:gd name="connsiteY3" fmla="*/ 423863 h 501650"/>
                      <a:gd name="connsiteX4" fmla="*/ 1312069 w 1504950"/>
                      <a:gd name="connsiteY4" fmla="*/ 373063 h 501650"/>
                      <a:gd name="connsiteX5" fmla="*/ 1019969 w 1504950"/>
                      <a:gd name="connsiteY5" fmla="*/ 373063 h 501650"/>
                      <a:gd name="connsiteX6" fmla="*/ 968375 w 1504950"/>
                      <a:gd name="connsiteY6" fmla="*/ 423863 h 501650"/>
                      <a:gd name="connsiteX7" fmla="*/ 1019969 w 1504950"/>
                      <a:gd name="connsiteY7" fmla="*/ 474663 h 501650"/>
                      <a:gd name="connsiteX8" fmla="*/ 1071563 w 1504950"/>
                      <a:gd name="connsiteY8" fmla="*/ 423863 h 501650"/>
                      <a:gd name="connsiteX9" fmla="*/ 1019969 w 1504950"/>
                      <a:gd name="connsiteY9" fmla="*/ 373063 h 501650"/>
                      <a:gd name="connsiteX10" fmla="*/ 386556 w 1504950"/>
                      <a:gd name="connsiteY10" fmla="*/ 373063 h 501650"/>
                      <a:gd name="connsiteX11" fmla="*/ 334962 w 1504950"/>
                      <a:gd name="connsiteY11" fmla="*/ 423863 h 501650"/>
                      <a:gd name="connsiteX12" fmla="*/ 386556 w 1504950"/>
                      <a:gd name="connsiteY12" fmla="*/ 474663 h 501650"/>
                      <a:gd name="connsiteX13" fmla="*/ 438150 w 1504950"/>
                      <a:gd name="connsiteY13" fmla="*/ 423863 h 501650"/>
                      <a:gd name="connsiteX14" fmla="*/ 386556 w 1504950"/>
                      <a:gd name="connsiteY14" fmla="*/ 373063 h 501650"/>
                      <a:gd name="connsiteX15" fmla="*/ 153987 w 1504950"/>
                      <a:gd name="connsiteY15" fmla="*/ 373063 h 501650"/>
                      <a:gd name="connsiteX16" fmla="*/ 103187 w 1504950"/>
                      <a:gd name="connsiteY16" fmla="*/ 423863 h 501650"/>
                      <a:gd name="connsiteX17" fmla="*/ 153987 w 1504950"/>
                      <a:gd name="connsiteY17" fmla="*/ 474663 h 501650"/>
                      <a:gd name="connsiteX18" fmla="*/ 204787 w 1504950"/>
                      <a:gd name="connsiteY18" fmla="*/ 423863 h 501650"/>
                      <a:gd name="connsiteX19" fmla="*/ 153987 w 1504950"/>
                      <a:gd name="connsiteY19" fmla="*/ 373063 h 501650"/>
                      <a:gd name="connsiteX20" fmla="*/ 1311710 w 1504950"/>
                      <a:gd name="connsiteY20" fmla="*/ 346075 h 501650"/>
                      <a:gd name="connsiteX21" fmla="*/ 1390650 w 1504950"/>
                      <a:gd name="connsiteY21" fmla="*/ 423863 h 501650"/>
                      <a:gd name="connsiteX22" fmla="*/ 1314580 w 1504950"/>
                      <a:gd name="connsiteY22" fmla="*/ 501650 h 501650"/>
                      <a:gd name="connsiteX23" fmla="*/ 1233487 w 1504950"/>
                      <a:gd name="connsiteY23" fmla="*/ 423863 h 501650"/>
                      <a:gd name="connsiteX24" fmla="*/ 1311710 w 1504950"/>
                      <a:gd name="connsiteY24" fmla="*/ 346075 h 501650"/>
                      <a:gd name="connsiteX25" fmla="*/ 1020328 w 1504950"/>
                      <a:gd name="connsiteY25" fmla="*/ 346075 h 501650"/>
                      <a:gd name="connsiteX26" fmla="*/ 1098550 w 1504950"/>
                      <a:gd name="connsiteY26" fmla="*/ 423863 h 501650"/>
                      <a:gd name="connsiteX27" fmla="*/ 1022480 w 1504950"/>
                      <a:gd name="connsiteY27" fmla="*/ 501650 h 501650"/>
                      <a:gd name="connsiteX28" fmla="*/ 941387 w 1504950"/>
                      <a:gd name="connsiteY28" fmla="*/ 423863 h 501650"/>
                      <a:gd name="connsiteX29" fmla="*/ 1020328 w 1504950"/>
                      <a:gd name="connsiteY29" fmla="*/ 346075 h 501650"/>
                      <a:gd name="connsiteX30" fmla="*/ 387271 w 1504950"/>
                      <a:gd name="connsiteY30" fmla="*/ 346075 h 501650"/>
                      <a:gd name="connsiteX31" fmla="*/ 465138 w 1504950"/>
                      <a:gd name="connsiteY31" fmla="*/ 423507 h 501650"/>
                      <a:gd name="connsiteX32" fmla="*/ 389414 w 1504950"/>
                      <a:gd name="connsiteY32" fmla="*/ 501650 h 501650"/>
                      <a:gd name="connsiteX33" fmla="*/ 307975 w 1504950"/>
                      <a:gd name="connsiteY33" fmla="*/ 423507 h 501650"/>
                      <a:gd name="connsiteX34" fmla="*/ 387271 w 1504950"/>
                      <a:gd name="connsiteY34" fmla="*/ 346075 h 501650"/>
                      <a:gd name="connsiteX35" fmla="*/ 154343 w 1504950"/>
                      <a:gd name="connsiteY35" fmla="*/ 346075 h 501650"/>
                      <a:gd name="connsiteX36" fmla="*/ 231775 w 1504950"/>
                      <a:gd name="connsiteY36" fmla="*/ 423507 h 501650"/>
                      <a:gd name="connsiteX37" fmla="*/ 157184 w 1504950"/>
                      <a:gd name="connsiteY37" fmla="*/ 501650 h 501650"/>
                      <a:gd name="connsiteX38" fmla="*/ 76200 w 1504950"/>
                      <a:gd name="connsiteY38" fmla="*/ 423507 h 501650"/>
                      <a:gd name="connsiteX39" fmla="*/ 154343 w 1504950"/>
                      <a:gd name="connsiteY39" fmla="*/ 346075 h 501650"/>
                      <a:gd name="connsiteX40" fmla="*/ 17854 w 1504950"/>
                      <a:gd name="connsiteY40" fmla="*/ 277813 h 501650"/>
                      <a:gd name="connsiteX41" fmla="*/ 523484 w 1504950"/>
                      <a:gd name="connsiteY41" fmla="*/ 277813 h 501650"/>
                      <a:gd name="connsiteX42" fmla="*/ 541338 w 1504950"/>
                      <a:gd name="connsiteY42" fmla="*/ 296375 h 501650"/>
                      <a:gd name="connsiteX43" fmla="*/ 541338 w 1504950"/>
                      <a:gd name="connsiteY43" fmla="*/ 380615 h 501650"/>
                      <a:gd name="connsiteX44" fmla="*/ 523484 w 1504950"/>
                      <a:gd name="connsiteY44" fmla="*/ 398463 h 501650"/>
                      <a:gd name="connsiteX45" fmla="*/ 487062 w 1504950"/>
                      <a:gd name="connsiteY45" fmla="*/ 398463 h 501650"/>
                      <a:gd name="connsiteX46" fmla="*/ 387078 w 1504950"/>
                      <a:gd name="connsiteY46" fmla="*/ 321361 h 501650"/>
                      <a:gd name="connsiteX47" fmla="*/ 287095 w 1504950"/>
                      <a:gd name="connsiteY47" fmla="*/ 398463 h 501650"/>
                      <a:gd name="connsiteX48" fmla="*/ 254243 w 1504950"/>
                      <a:gd name="connsiteY48" fmla="*/ 398463 h 501650"/>
                      <a:gd name="connsiteX49" fmla="*/ 154260 w 1504950"/>
                      <a:gd name="connsiteY49" fmla="*/ 321361 h 501650"/>
                      <a:gd name="connsiteX50" fmla="*/ 54277 w 1504950"/>
                      <a:gd name="connsiteY50" fmla="*/ 398463 h 501650"/>
                      <a:gd name="connsiteX51" fmla="*/ 17854 w 1504950"/>
                      <a:gd name="connsiteY51" fmla="*/ 398463 h 501650"/>
                      <a:gd name="connsiteX52" fmla="*/ 0 w 1504950"/>
                      <a:gd name="connsiteY52" fmla="*/ 380615 h 501650"/>
                      <a:gd name="connsiteX53" fmla="*/ 0 w 1504950"/>
                      <a:gd name="connsiteY53" fmla="*/ 296375 h 501650"/>
                      <a:gd name="connsiteX54" fmla="*/ 17854 w 1504950"/>
                      <a:gd name="connsiteY54" fmla="*/ 277813 h 501650"/>
                      <a:gd name="connsiteX55" fmla="*/ 1163436 w 1504950"/>
                      <a:gd name="connsiteY55" fmla="*/ 0 h 501650"/>
                      <a:gd name="connsiteX56" fmla="*/ 1371345 w 1504950"/>
                      <a:gd name="connsiteY56" fmla="*/ 0 h 501650"/>
                      <a:gd name="connsiteX57" fmla="*/ 1387064 w 1504950"/>
                      <a:gd name="connsiteY57" fmla="*/ 8572 h 501650"/>
                      <a:gd name="connsiteX58" fmla="*/ 1502807 w 1504950"/>
                      <a:gd name="connsiteY58" fmla="*/ 185737 h 501650"/>
                      <a:gd name="connsiteX59" fmla="*/ 1504950 w 1504950"/>
                      <a:gd name="connsiteY59" fmla="*/ 195024 h 501650"/>
                      <a:gd name="connsiteX60" fmla="*/ 1504950 w 1504950"/>
                      <a:gd name="connsiteY60" fmla="*/ 370046 h 501650"/>
                      <a:gd name="connsiteX61" fmla="*/ 1474943 w 1504950"/>
                      <a:gd name="connsiteY61" fmla="*/ 400050 h 501650"/>
                      <a:gd name="connsiteX62" fmla="*/ 1412070 w 1504950"/>
                      <a:gd name="connsiteY62" fmla="*/ 400050 h 501650"/>
                      <a:gd name="connsiteX63" fmla="*/ 1395637 w 1504950"/>
                      <a:gd name="connsiteY63" fmla="*/ 363617 h 501650"/>
                      <a:gd name="connsiteX64" fmla="*/ 1468513 w 1504950"/>
                      <a:gd name="connsiteY64" fmla="*/ 363617 h 501650"/>
                      <a:gd name="connsiteX65" fmla="*/ 1468513 w 1504950"/>
                      <a:gd name="connsiteY65" fmla="*/ 200025 h 501650"/>
                      <a:gd name="connsiteX66" fmla="*/ 1361343 w 1504950"/>
                      <a:gd name="connsiteY66" fmla="*/ 37147 h 501650"/>
                      <a:gd name="connsiteX67" fmla="*/ 1169152 w 1504950"/>
                      <a:gd name="connsiteY67" fmla="*/ 37147 h 501650"/>
                      <a:gd name="connsiteX68" fmla="*/ 1169152 w 1504950"/>
                      <a:gd name="connsiteY68" fmla="*/ 363617 h 501650"/>
                      <a:gd name="connsiteX69" fmla="*/ 1229167 w 1504950"/>
                      <a:gd name="connsiteY69" fmla="*/ 363617 h 501650"/>
                      <a:gd name="connsiteX70" fmla="*/ 1212734 w 1504950"/>
                      <a:gd name="connsiteY70" fmla="*/ 400050 h 501650"/>
                      <a:gd name="connsiteX71" fmla="*/ 1132714 w 1504950"/>
                      <a:gd name="connsiteY71" fmla="*/ 399336 h 501650"/>
                      <a:gd name="connsiteX72" fmla="*/ 1119139 w 1504950"/>
                      <a:gd name="connsiteY72" fmla="*/ 399336 h 501650"/>
                      <a:gd name="connsiteX73" fmla="*/ 1019829 w 1504950"/>
                      <a:gd name="connsiteY73" fmla="*/ 321469 h 501650"/>
                      <a:gd name="connsiteX74" fmla="*/ 919804 w 1504950"/>
                      <a:gd name="connsiteY74" fmla="*/ 399336 h 501650"/>
                      <a:gd name="connsiteX75" fmla="*/ 886224 w 1504950"/>
                      <a:gd name="connsiteY75" fmla="*/ 399336 h 501650"/>
                      <a:gd name="connsiteX76" fmla="*/ 868362 w 1504950"/>
                      <a:gd name="connsiteY76" fmla="*/ 381476 h 501650"/>
                      <a:gd name="connsiteX77" fmla="*/ 868362 w 1504950"/>
                      <a:gd name="connsiteY77" fmla="*/ 297180 h 501650"/>
                      <a:gd name="connsiteX78" fmla="*/ 886224 w 1504950"/>
                      <a:gd name="connsiteY78" fmla="*/ 278606 h 501650"/>
                      <a:gd name="connsiteX79" fmla="*/ 1132714 w 1504950"/>
                      <a:gd name="connsiteY79" fmla="*/ 278606 h 501650"/>
                      <a:gd name="connsiteX80" fmla="*/ 1132714 w 1504950"/>
                      <a:gd name="connsiteY80" fmla="*/ 30004 h 501650"/>
                      <a:gd name="connsiteX81" fmla="*/ 1163436 w 1504950"/>
                      <a:gd name="connsiteY81" fmla="*/ 0 h 50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504950" h="501650">
                        <a:moveTo>
                          <a:pt x="1312069" y="373063"/>
                        </a:moveTo>
                        <a:cubicBezTo>
                          <a:pt x="1283574" y="373063"/>
                          <a:pt x="1260475" y="395807"/>
                          <a:pt x="1260475" y="423863"/>
                        </a:cubicBezTo>
                        <a:cubicBezTo>
                          <a:pt x="1260475" y="451919"/>
                          <a:pt x="1283574" y="474663"/>
                          <a:pt x="1312069" y="474663"/>
                        </a:cubicBezTo>
                        <a:cubicBezTo>
                          <a:pt x="1340564" y="474663"/>
                          <a:pt x="1363663" y="451919"/>
                          <a:pt x="1363663" y="423863"/>
                        </a:cubicBezTo>
                        <a:cubicBezTo>
                          <a:pt x="1363663" y="395807"/>
                          <a:pt x="1340564" y="373063"/>
                          <a:pt x="1312069" y="373063"/>
                        </a:cubicBezTo>
                        <a:close/>
                        <a:moveTo>
                          <a:pt x="1019969" y="373063"/>
                        </a:moveTo>
                        <a:cubicBezTo>
                          <a:pt x="991474" y="373063"/>
                          <a:pt x="968375" y="395807"/>
                          <a:pt x="968375" y="423863"/>
                        </a:cubicBezTo>
                        <a:cubicBezTo>
                          <a:pt x="968375" y="451919"/>
                          <a:pt x="991474" y="474663"/>
                          <a:pt x="1019969" y="474663"/>
                        </a:cubicBezTo>
                        <a:cubicBezTo>
                          <a:pt x="1048464" y="474663"/>
                          <a:pt x="1071563" y="451919"/>
                          <a:pt x="1071563" y="423863"/>
                        </a:cubicBezTo>
                        <a:cubicBezTo>
                          <a:pt x="1071563" y="395807"/>
                          <a:pt x="1048464" y="373063"/>
                          <a:pt x="1019969" y="373063"/>
                        </a:cubicBezTo>
                        <a:close/>
                        <a:moveTo>
                          <a:pt x="386556" y="373063"/>
                        </a:moveTo>
                        <a:cubicBezTo>
                          <a:pt x="358061" y="373063"/>
                          <a:pt x="334962" y="395807"/>
                          <a:pt x="334962" y="423863"/>
                        </a:cubicBezTo>
                        <a:cubicBezTo>
                          <a:pt x="334962" y="451919"/>
                          <a:pt x="358061" y="474663"/>
                          <a:pt x="386556" y="474663"/>
                        </a:cubicBezTo>
                        <a:cubicBezTo>
                          <a:pt x="415051" y="474663"/>
                          <a:pt x="438150" y="451919"/>
                          <a:pt x="438150" y="423863"/>
                        </a:cubicBezTo>
                        <a:cubicBezTo>
                          <a:pt x="438150" y="395807"/>
                          <a:pt x="415051" y="373063"/>
                          <a:pt x="386556" y="373063"/>
                        </a:cubicBezTo>
                        <a:close/>
                        <a:moveTo>
                          <a:pt x="153987" y="373063"/>
                        </a:moveTo>
                        <a:cubicBezTo>
                          <a:pt x="125931" y="373063"/>
                          <a:pt x="103187" y="395807"/>
                          <a:pt x="103187" y="423863"/>
                        </a:cubicBezTo>
                        <a:cubicBezTo>
                          <a:pt x="103187" y="451919"/>
                          <a:pt x="125931" y="474663"/>
                          <a:pt x="153987" y="474663"/>
                        </a:cubicBezTo>
                        <a:cubicBezTo>
                          <a:pt x="182043" y="474663"/>
                          <a:pt x="204787" y="451919"/>
                          <a:pt x="204787" y="423863"/>
                        </a:cubicBezTo>
                        <a:cubicBezTo>
                          <a:pt x="204787" y="395807"/>
                          <a:pt x="182043" y="373063"/>
                          <a:pt x="153987" y="373063"/>
                        </a:cubicBezTo>
                        <a:close/>
                        <a:moveTo>
                          <a:pt x="1311710" y="346075"/>
                        </a:moveTo>
                        <a:cubicBezTo>
                          <a:pt x="1355486" y="346075"/>
                          <a:pt x="1390650" y="381044"/>
                          <a:pt x="1390650" y="423863"/>
                        </a:cubicBezTo>
                        <a:cubicBezTo>
                          <a:pt x="1390650" y="466681"/>
                          <a:pt x="1357639" y="501650"/>
                          <a:pt x="1314580" y="501650"/>
                        </a:cubicBezTo>
                        <a:cubicBezTo>
                          <a:pt x="1270804" y="501650"/>
                          <a:pt x="1233487" y="466681"/>
                          <a:pt x="1233487" y="423863"/>
                        </a:cubicBezTo>
                        <a:cubicBezTo>
                          <a:pt x="1233487" y="381044"/>
                          <a:pt x="1268652" y="346075"/>
                          <a:pt x="1311710" y="346075"/>
                        </a:cubicBezTo>
                        <a:close/>
                        <a:moveTo>
                          <a:pt x="1020328" y="346075"/>
                        </a:moveTo>
                        <a:cubicBezTo>
                          <a:pt x="1063386" y="346075"/>
                          <a:pt x="1098550" y="381044"/>
                          <a:pt x="1098550" y="423863"/>
                        </a:cubicBezTo>
                        <a:cubicBezTo>
                          <a:pt x="1098550" y="466681"/>
                          <a:pt x="1066256" y="501650"/>
                          <a:pt x="1022480" y="501650"/>
                        </a:cubicBezTo>
                        <a:cubicBezTo>
                          <a:pt x="979422" y="501650"/>
                          <a:pt x="941387" y="466681"/>
                          <a:pt x="941387" y="423863"/>
                        </a:cubicBezTo>
                        <a:cubicBezTo>
                          <a:pt x="941387" y="381044"/>
                          <a:pt x="976552" y="346075"/>
                          <a:pt x="1020328" y="346075"/>
                        </a:cubicBezTo>
                        <a:close/>
                        <a:moveTo>
                          <a:pt x="387271" y="346075"/>
                        </a:moveTo>
                        <a:cubicBezTo>
                          <a:pt x="430134" y="346075"/>
                          <a:pt x="465138" y="380884"/>
                          <a:pt x="465138" y="423507"/>
                        </a:cubicBezTo>
                        <a:cubicBezTo>
                          <a:pt x="465138" y="466131"/>
                          <a:pt x="432991" y="501650"/>
                          <a:pt x="389414" y="501650"/>
                        </a:cubicBezTo>
                        <a:cubicBezTo>
                          <a:pt x="346552" y="501650"/>
                          <a:pt x="307975" y="466131"/>
                          <a:pt x="307975" y="423507"/>
                        </a:cubicBezTo>
                        <a:cubicBezTo>
                          <a:pt x="307975" y="380884"/>
                          <a:pt x="343694" y="346075"/>
                          <a:pt x="387271" y="346075"/>
                        </a:cubicBezTo>
                        <a:close/>
                        <a:moveTo>
                          <a:pt x="154343" y="346075"/>
                        </a:moveTo>
                        <a:cubicBezTo>
                          <a:pt x="197677" y="346075"/>
                          <a:pt x="231775" y="380884"/>
                          <a:pt x="231775" y="423507"/>
                        </a:cubicBezTo>
                        <a:cubicBezTo>
                          <a:pt x="231775" y="466131"/>
                          <a:pt x="199808" y="501650"/>
                          <a:pt x="157184" y="501650"/>
                        </a:cubicBezTo>
                        <a:cubicBezTo>
                          <a:pt x="113851" y="501650"/>
                          <a:pt x="76200" y="466131"/>
                          <a:pt x="76200" y="423507"/>
                        </a:cubicBezTo>
                        <a:cubicBezTo>
                          <a:pt x="76200" y="380884"/>
                          <a:pt x="111720" y="346075"/>
                          <a:pt x="154343" y="346075"/>
                        </a:cubicBezTo>
                        <a:close/>
                        <a:moveTo>
                          <a:pt x="17854" y="277813"/>
                        </a:moveTo>
                        <a:cubicBezTo>
                          <a:pt x="17854" y="277813"/>
                          <a:pt x="17854" y="277813"/>
                          <a:pt x="523484" y="277813"/>
                        </a:cubicBezTo>
                        <a:cubicBezTo>
                          <a:pt x="533482" y="277813"/>
                          <a:pt x="541338" y="286380"/>
                          <a:pt x="541338" y="296375"/>
                        </a:cubicBezTo>
                        <a:cubicBezTo>
                          <a:pt x="541338" y="296375"/>
                          <a:pt x="541338" y="296375"/>
                          <a:pt x="541338" y="380615"/>
                        </a:cubicBezTo>
                        <a:cubicBezTo>
                          <a:pt x="541338" y="391324"/>
                          <a:pt x="533482" y="398463"/>
                          <a:pt x="523484" y="398463"/>
                        </a:cubicBezTo>
                        <a:cubicBezTo>
                          <a:pt x="523484" y="398463"/>
                          <a:pt x="523484" y="398463"/>
                          <a:pt x="487062" y="398463"/>
                        </a:cubicBezTo>
                        <a:cubicBezTo>
                          <a:pt x="474921" y="354201"/>
                          <a:pt x="434927" y="321361"/>
                          <a:pt x="387078" y="321361"/>
                        </a:cubicBezTo>
                        <a:cubicBezTo>
                          <a:pt x="338515" y="321361"/>
                          <a:pt x="297808" y="354201"/>
                          <a:pt x="287095" y="398463"/>
                        </a:cubicBezTo>
                        <a:cubicBezTo>
                          <a:pt x="287095" y="398463"/>
                          <a:pt x="287095" y="398463"/>
                          <a:pt x="254243" y="398463"/>
                        </a:cubicBezTo>
                        <a:cubicBezTo>
                          <a:pt x="242103" y="354201"/>
                          <a:pt x="202823" y="321361"/>
                          <a:pt x="154260" y="321361"/>
                        </a:cubicBezTo>
                        <a:cubicBezTo>
                          <a:pt x="106411" y="321361"/>
                          <a:pt x="65704" y="354201"/>
                          <a:pt x="54277" y="398463"/>
                        </a:cubicBezTo>
                        <a:cubicBezTo>
                          <a:pt x="54277" y="398463"/>
                          <a:pt x="54277" y="398463"/>
                          <a:pt x="17854" y="398463"/>
                        </a:cubicBezTo>
                        <a:cubicBezTo>
                          <a:pt x="7856" y="398463"/>
                          <a:pt x="0" y="391324"/>
                          <a:pt x="0" y="380615"/>
                        </a:cubicBezTo>
                        <a:cubicBezTo>
                          <a:pt x="0" y="380615"/>
                          <a:pt x="0" y="380615"/>
                          <a:pt x="0" y="296375"/>
                        </a:cubicBezTo>
                        <a:cubicBezTo>
                          <a:pt x="0" y="286380"/>
                          <a:pt x="7856" y="277813"/>
                          <a:pt x="17854" y="277813"/>
                        </a:cubicBezTo>
                        <a:close/>
                        <a:moveTo>
                          <a:pt x="1163436" y="0"/>
                        </a:moveTo>
                        <a:cubicBezTo>
                          <a:pt x="1163436" y="0"/>
                          <a:pt x="1163436" y="0"/>
                          <a:pt x="1371345" y="0"/>
                        </a:cubicBezTo>
                        <a:cubicBezTo>
                          <a:pt x="1377776" y="0"/>
                          <a:pt x="1382777" y="2857"/>
                          <a:pt x="1387064" y="8572"/>
                        </a:cubicBezTo>
                        <a:cubicBezTo>
                          <a:pt x="1387064" y="8572"/>
                          <a:pt x="1387064" y="8572"/>
                          <a:pt x="1502807" y="185737"/>
                        </a:cubicBezTo>
                        <a:cubicBezTo>
                          <a:pt x="1504236" y="188595"/>
                          <a:pt x="1504950" y="192881"/>
                          <a:pt x="1504950" y="195024"/>
                        </a:cubicBezTo>
                        <a:cubicBezTo>
                          <a:pt x="1504950" y="195024"/>
                          <a:pt x="1504950" y="195024"/>
                          <a:pt x="1504950" y="370046"/>
                        </a:cubicBezTo>
                        <a:cubicBezTo>
                          <a:pt x="1504950" y="387191"/>
                          <a:pt x="1492090" y="400050"/>
                          <a:pt x="1474943" y="400050"/>
                        </a:cubicBezTo>
                        <a:cubicBezTo>
                          <a:pt x="1474943" y="400050"/>
                          <a:pt x="1474943" y="400050"/>
                          <a:pt x="1412070" y="400050"/>
                        </a:cubicBezTo>
                        <a:cubicBezTo>
                          <a:pt x="1408497" y="387191"/>
                          <a:pt x="1402782" y="374333"/>
                          <a:pt x="1395637" y="363617"/>
                        </a:cubicBezTo>
                        <a:cubicBezTo>
                          <a:pt x="1395637" y="363617"/>
                          <a:pt x="1395637" y="363617"/>
                          <a:pt x="1468513" y="363617"/>
                        </a:cubicBezTo>
                        <a:cubicBezTo>
                          <a:pt x="1468513" y="363617"/>
                          <a:pt x="1468513" y="363617"/>
                          <a:pt x="1468513" y="200025"/>
                        </a:cubicBezTo>
                        <a:cubicBezTo>
                          <a:pt x="1468513" y="200025"/>
                          <a:pt x="1468513" y="200025"/>
                          <a:pt x="1361343" y="37147"/>
                        </a:cubicBezTo>
                        <a:cubicBezTo>
                          <a:pt x="1361343" y="37147"/>
                          <a:pt x="1361343" y="37147"/>
                          <a:pt x="1169152" y="37147"/>
                        </a:cubicBezTo>
                        <a:cubicBezTo>
                          <a:pt x="1169152" y="37147"/>
                          <a:pt x="1169152" y="37147"/>
                          <a:pt x="1169152" y="363617"/>
                        </a:cubicBezTo>
                        <a:cubicBezTo>
                          <a:pt x="1169152" y="363617"/>
                          <a:pt x="1169152" y="363617"/>
                          <a:pt x="1229167" y="363617"/>
                        </a:cubicBezTo>
                        <a:cubicBezTo>
                          <a:pt x="1222022" y="374333"/>
                          <a:pt x="1215592" y="387191"/>
                          <a:pt x="1212734" y="400050"/>
                        </a:cubicBezTo>
                        <a:cubicBezTo>
                          <a:pt x="1212734" y="400050"/>
                          <a:pt x="1212734" y="400050"/>
                          <a:pt x="1132714" y="399336"/>
                        </a:cubicBezTo>
                        <a:cubicBezTo>
                          <a:pt x="1132714" y="399336"/>
                          <a:pt x="1132714" y="399336"/>
                          <a:pt x="1119139" y="399336"/>
                        </a:cubicBezTo>
                        <a:cubicBezTo>
                          <a:pt x="1108422" y="354330"/>
                          <a:pt x="1067698" y="321469"/>
                          <a:pt x="1019829" y="321469"/>
                        </a:cubicBezTo>
                        <a:cubicBezTo>
                          <a:pt x="971245" y="321469"/>
                          <a:pt x="930521" y="354330"/>
                          <a:pt x="919804" y="399336"/>
                        </a:cubicBezTo>
                        <a:cubicBezTo>
                          <a:pt x="919804" y="399336"/>
                          <a:pt x="919804" y="399336"/>
                          <a:pt x="886224" y="399336"/>
                        </a:cubicBezTo>
                        <a:cubicBezTo>
                          <a:pt x="876221" y="399336"/>
                          <a:pt x="868362" y="392192"/>
                          <a:pt x="868362" y="381476"/>
                        </a:cubicBezTo>
                        <a:cubicBezTo>
                          <a:pt x="868362" y="381476"/>
                          <a:pt x="868362" y="381476"/>
                          <a:pt x="868362" y="297180"/>
                        </a:cubicBezTo>
                        <a:cubicBezTo>
                          <a:pt x="868362" y="287179"/>
                          <a:pt x="876221" y="278606"/>
                          <a:pt x="886224" y="278606"/>
                        </a:cubicBezTo>
                        <a:cubicBezTo>
                          <a:pt x="886224" y="278606"/>
                          <a:pt x="886224" y="278606"/>
                          <a:pt x="1132714" y="278606"/>
                        </a:cubicBezTo>
                        <a:cubicBezTo>
                          <a:pt x="1132714" y="278606"/>
                          <a:pt x="1132714" y="278606"/>
                          <a:pt x="1132714" y="30004"/>
                        </a:cubicBezTo>
                        <a:cubicBezTo>
                          <a:pt x="1132714" y="13573"/>
                          <a:pt x="1147003" y="0"/>
                          <a:pt x="116343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69" name="Oval 20">
                <a:extLst>
                  <a:ext uri="{FF2B5EF4-FFF2-40B4-BE49-F238E27FC236}">
                    <a16:creationId xmlns:a16="http://schemas.microsoft.com/office/drawing/2014/main" id="{1C62A5A5-94E0-09FA-C998-9F6616B647BE}"/>
                  </a:ext>
                </a:extLst>
              </p:cNvPr>
              <p:cNvSpPr>
                <a:spLocks noChangeAspect="1" noChangeArrowheads="1"/>
              </p:cNvSpPr>
              <p:nvPr/>
            </p:nvSpPr>
            <p:spPr bwMode="auto">
              <a:xfrm>
                <a:off x="891812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20</a:t>
                </a:r>
              </a:p>
            </p:txBody>
          </p:sp>
        </p:grpSp>
        <p:grpSp>
          <p:nvGrpSpPr>
            <p:cNvPr id="122" name="Grupo 121">
              <a:extLst>
                <a:ext uri="{FF2B5EF4-FFF2-40B4-BE49-F238E27FC236}">
                  <a16:creationId xmlns:a16="http://schemas.microsoft.com/office/drawing/2014/main" id="{9D5A9D90-7243-5D15-9D99-F73880265A07}"/>
                </a:ext>
              </a:extLst>
            </p:cNvPr>
            <p:cNvGrpSpPr/>
            <p:nvPr/>
          </p:nvGrpSpPr>
          <p:grpSpPr>
            <a:xfrm>
              <a:off x="10361489" y="5176000"/>
              <a:ext cx="1036959" cy="1122694"/>
              <a:chOff x="10316397" y="4970168"/>
              <a:chExt cx="1036959" cy="1122694"/>
            </a:xfrm>
          </p:grpSpPr>
          <p:sp>
            <p:nvSpPr>
              <p:cNvPr id="125" name="Rectangle: Rounded Corners 124">
                <a:extLst>
                  <a:ext uri="{FF2B5EF4-FFF2-40B4-BE49-F238E27FC236}">
                    <a16:creationId xmlns:a16="http://schemas.microsoft.com/office/drawing/2014/main" id="{DB721261-7C77-405B-00A5-AE121B5C67D2}"/>
                  </a:ext>
                </a:extLst>
              </p:cNvPr>
              <p:cNvSpPr/>
              <p:nvPr/>
            </p:nvSpPr>
            <p:spPr>
              <a:xfrm>
                <a:off x="10381356"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servicios generales</a:t>
                </a:r>
              </a:p>
            </p:txBody>
          </p:sp>
          <p:grpSp>
            <p:nvGrpSpPr>
              <p:cNvPr id="30" name="bcgIcons_Microservice">
                <a:extLst>
                  <a:ext uri="{FF2B5EF4-FFF2-40B4-BE49-F238E27FC236}">
                    <a16:creationId xmlns:a16="http://schemas.microsoft.com/office/drawing/2014/main" id="{8B122376-AFEA-6941-00B4-DF00AEC85F2D}"/>
                  </a:ext>
                </a:extLst>
              </p:cNvPr>
              <p:cNvGrpSpPr>
                <a:grpSpLocks noChangeAspect="1"/>
              </p:cNvGrpSpPr>
              <p:nvPr/>
            </p:nvGrpSpPr>
            <p:grpSpPr>
              <a:xfrm>
                <a:off x="10650879" y="5141091"/>
                <a:ext cx="380413" cy="380413"/>
                <a:chOff x="1113742" y="1826004"/>
                <a:chExt cx="1644650" cy="1644650"/>
              </a:xfrm>
            </p:grpSpPr>
            <p:sp>
              <p:nvSpPr>
                <p:cNvPr id="31" name="AutoShape 154">
                  <a:extLst>
                    <a:ext uri="{FF2B5EF4-FFF2-40B4-BE49-F238E27FC236}">
                      <a16:creationId xmlns:a16="http://schemas.microsoft.com/office/drawing/2014/main" id="{3DD3CF97-8F61-B62F-A3BA-BBEFB3856B82}"/>
                    </a:ext>
                  </a:extLst>
                </p:cNvPr>
                <p:cNvSpPr>
                  <a:spLocks noChangeAspect="1"/>
                </p:cNvSpPr>
                <p:nvPr/>
              </p:nvSpPr>
              <p:spPr bwMode="auto">
                <a:xfrm>
                  <a:off x="1113742" y="1826004"/>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2" name="Group 31">
                  <a:extLst>
                    <a:ext uri="{FF2B5EF4-FFF2-40B4-BE49-F238E27FC236}">
                      <a16:creationId xmlns:a16="http://schemas.microsoft.com/office/drawing/2014/main" id="{D3427A86-A34C-8A18-E62E-4274ACC775BD}"/>
                    </a:ext>
                  </a:extLst>
                </p:cNvPr>
                <p:cNvGrpSpPr>
                  <a:grpSpLocks/>
                </p:cNvGrpSpPr>
                <p:nvPr/>
              </p:nvGrpSpPr>
              <p:grpSpPr>
                <a:xfrm>
                  <a:off x="1242174" y="1893980"/>
                  <a:ext cx="1386282" cy="1508097"/>
                  <a:chOff x="1242174" y="1893980"/>
                  <a:chExt cx="1386282" cy="1508097"/>
                </a:xfrm>
              </p:grpSpPr>
              <p:sp>
                <p:nvSpPr>
                  <p:cNvPr id="33" name="Freeform 156">
                    <a:extLst>
                      <a:ext uri="{FF2B5EF4-FFF2-40B4-BE49-F238E27FC236}">
                        <a16:creationId xmlns:a16="http://schemas.microsoft.com/office/drawing/2014/main" id="{941A85B9-078D-9E60-DA48-3A1BFD01AAB7}"/>
                      </a:ext>
                    </a:extLst>
                  </p:cNvPr>
                  <p:cNvSpPr>
                    <a:spLocks/>
                  </p:cNvSpPr>
                  <p:nvPr/>
                </p:nvSpPr>
                <p:spPr bwMode="auto">
                  <a:xfrm>
                    <a:off x="1242174" y="1893980"/>
                    <a:ext cx="1386282" cy="1508097"/>
                  </a:xfrm>
                  <a:custGeom>
                    <a:avLst/>
                    <a:gdLst>
                      <a:gd name="T0" fmla="*/ 351 w 1942"/>
                      <a:gd name="T1" fmla="*/ 1341 h 2113"/>
                      <a:gd name="T2" fmla="*/ 196 w 1942"/>
                      <a:gd name="T3" fmla="*/ 1259 h 2113"/>
                      <a:gd name="T4" fmla="*/ 21 w 1942"/>
                      <a:gd name="T5" fmla="*/ 1377 h 2113"/>
                      <a:gd name="T6" fmla="*/ 174 w 1942"/>
                      <a:gd name="T7" fmla="*/ 1643 h 2113"/>
                      <a:gd name="T8" fmla="*/ 349 w 1942"/>
                      <a:gd name="T9" fmla="*/ 1566 h 2113"/>
                      <a:gd name="T10" fmla="*/ 416 w 1942"/>
                      <a:gd name="T11" fmla="*/ 1358 h 2113"/>
                      <a:gd name="T12" fmla="*/ 196 w 1942"/>
                      <a:gd name="T13" fmla="*/ 1605 h 2113"/>
                      <a:gd name="T14" fmla="*/ 196 w 1942"/>
                      <a:gd name="T15" fmla="*/ 1303 h 2113"/>
                      <a:gd name="T16" fmla="*/ 1124 w 1942"/>
                      <a:gd name="T17" fmla="*/ 80 h 2113"/>
                      <a:gd name="T18" fmla="*/ 952 w 1942"/>
                      <a:gd name="T19" fmla="*/ 6 h 2113"/>
                      <a:gd name="T20" fmla="*/ 796 w 1942"/>
                      <a:gd name="T21" fmla="*/ 270 h 2113"/>
                      <a:gd name="T22" fmla="*/ 951 w 1942"/>
                      <a:gd name="T23" fmla="*/ 425 h 2113"/>
                      <a:gd name="T24" fmla="*/ 995 w 1942"/>
                      <a:gd name="T25" fmla="*/ 379 h 2113"/>
                      <a:gd name="T26" fmla="*/ 1146 w 1942"/>
                      <a:gd name="T27" fmla="*/ 118 h 2113"/>
                      <a:gd name="T28" fmla="*/ 973 w 1942"/>
                      <a:gd name="T29" fmla="*/ 341 h 2113"/>
                      <a:gd name="T30" fmla="*/ 840 w 1942"/>
                      <a:gd name="T31" fmla="*/ 118 h 2113"/>
                      <a:gd name="T32" fmla="*/ 1102 w 1942"/>
                      <a:gd name="T33" fmla="*/ 270 h 2113"/>
                      <a:gd name="T34" fmla="*/ 1767 w 1942"/>
                      <a:gd name="T35" fmla="*/ 465 h 2113"/>
                      <a:gd name="T36" fmla="*/ 1593 w 1942"/>
                      <a:gd name="T37" fmla="*/ 583 h 2113"/>
                      <a:gd name="T38" fmla="*/ 1465 w 1942"/>
                      <a:gd name="T39" fmla="*/ 838 h 2113"/>
                      <a:gd name="T40" fmla="*/ 1615 w 1942"/>
                      <a:gd name="T41" fmla="*/ 774 h 2113"/>
                      <a:gd name="T42" fmla="*/ 1789 w 1942"/>
                      <a:gd name="T43" fmla="*/ 848 h 2113"/>
                      <a:gd name="T44" fmla="*/ 1942 w 1942"/>
                      <a:gd name="T45" fmla="*/ 583 h 2113"/>
                      <a:gd name="T46" fmla="*/ 1767 w 1942"/>
                      <a:gd name="T47" fmla="*/ 810 h 2113"/>
                      <a:gd name="T48" fmla="*/ 1767 w 1942"/>
                      <a:gd name="T49" fmla="*/ 509 h 2113"/>
                      <a:gd name="T50" fmla="*/ 152 w 1942"/>
                      <a:gd name="T51" fmla="*/ 848 h 2113"/>
                      <a:gd name="T52" fmla="*/ 326 w 1942"/>
                      <a:gd name="T53" fmla="*/ 774 h 2113"/>
                      <a:gd name="T54" fmla="*/ 406 w 1942"/>
                      <a:gd name="T55" fmla="*/ 783 h 2113"/>
                      <a:gd name="T56" fmla="*/ 349 w 1942"/>
                      <a:gd name="T57" fmla="*/ 583 h 2113"/>
                      <a:gd name="T58" fmla="*/ 174 w 1942"/>
                      <a:gd name="T59" fmla="*/ 465 h 2113"/>
                      <a:gd name="T60" fmla="*/ 0 w 1942"/>
                      <a:gd name="T61" fmla="*/ 583 h 2113"/>
                      <a:gd name="T62" fmla="*/ 152 w 1942"/>
                      <a:gd name="T63" fmla="*/ 848 h 2113"/>
                      <a:gd name="T64" fmla="*/ 305 w 1942"/>
                      <a:gd name="T65" fmla="*/ 583 h 2113"/>
                      <a:gd name="T66" fmla="*/ 44 w 1942"/>
                      <a:gd name="T67" fmla="*/ 736 h 2113"/>
                      <a:gd name="T68" fmla="*/ 1767 w 1942"/>
                      <a:gd name="T69" fmla="*/ 1265 h 2113"/>
                      <a:gd name="T70" fmla="*/ 1593 w 1942"/>
                      <a:gd name="T71" fmla="*/ 1339 h 2113"/>
                      <a:gd name="T72" fmla="*/ 1522 w 1942"/>
                      <a:gd name="T73" fmla="*/ 1356 h 2113"/>
                      <a:gd name="T74" fmla="*/ 1593 w 1942"/>
                      <a:gd name="T75" fmla="*/ 1566 h 2113"/>
                      <a:gd name="T76" fmla="*/ 1767 w 1942"/>
                      <a:gd name="T77" fmla="*/ 1643 h 2113"/>
                      <a:gd name="T78" fmla="*/ 1920 w 1942"/>
                      <a:gd name="T79" fmla="*/ 1377 h 2113"/>
                      <a:gd name="T80" fmla="*/ 1745 w 1942"/>
                      <a:gd name="T81" fmla="*/ 1605 h 2113"/>
                      <a:gd name="T82" fmla="*/ 1745 w 1942"/>
                      <a:gd name="T83" fmla="*/ 1303 h 2113"/>
                      <a:gd name="T84" fmla="*/ 1123 w 1942"/>
                      <a:gd name="T85" fmla="*/ 1805 h 2113"/>
                      <a:gd name="T86" fmla="*/ 970 w 1942"/>
                      <a:gd name="T87" fmla="*/ 1696 h 2113"/>
                      <a:gd name="T88" fmla="*/ 819 w 1942"/>
                      <a:gd name="T89" fmla="*/ 1804 h 2113"/>
                      <a:gd name="T90" fmla="*/ 819 w 1942"/>
                      <a:gd name="T91" fmla="*/ 2034 h 2113"/>
                      <a:gd name="T92" fmla="*/ 995 w 1942"/>
                      <a:gd name="T93" fmla="*/ 2107 h 2113"/>
                      <a:gd name="T94" fmla="*/ 1146 w 1942"/>
                      <a:gd name="T95" fmla="*/ 1844 h 2113"/>
                      <a:gd name="T96" fmla="*/ 973 w 1942"/>
                      <a:gd name="T97" fmla="*/ 2069 h 2113"/>
                      <a:gd name="T98" fmla="*/ 973 w 1942"/>
                      <a:gd name="T99" fmla="*/ 1773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2" h="2113">
                        <a:moveTo>
                          <a:pt x="410" y="1345"/>
                        </a:moveTo>
                        <a:cubicBezTo>
                          <a:pt x="406" y="1336"/>
                          <a:pt x="402" y="1326"/>
                          <a:pt x="398" y="1318"/>
                        </a:cubicBezTo>
                        <a:cubicBezTo>
                          <a:pt x="351" y="1341"/>
                          <a:pt x="351" y="1341"/>
                          <a:pt x="351" y="1341"/>
                        </a:cubicBezTo>
                        <a:cubicBezTo>
                          <a:pt x="350" y="1340"/>
                          <a:pt x="349" y="1339"/>
                          <a:pt x="348" y="1339"/>
                        </a:cubicBezTo>
                        <a:cubicBezTo>
                          <a:pt x="217" y="1265"/>
                          <a:pt x="217" y="1265"/>
                          <a:pt x="217" y="1265"/>
                        </a:cubicBezTo>
                        <a:cubicBezTo>
                          <a:pt x="211" y="1261"/>
                          <a:pt x="203" y="1259"/>
                          <a:pt x="196" y="1259"/>
                        </a:cubicBezTo>
                        <a:cubicBezTo>
                          <a:pt x="188" y="1259"/>
                          <a:pt x="181" y="1261"/>
                          <a:pt x="174" y="1265"/>
                        </a:cubicBezTo>
                        <a:cubicBezTo>
                          <a:pt x="43" y="1339"/>
                          <a:pt x="43" y="1339"/>
                          <a:pt x="43" y="1339"/>
                        </a:cubicBezTo>
                        <a:cubicBezTo>
                          <a:pt x="29" y="1346"/>
                          <a:pt x="21" y="1361"/>
                          <a:pt x="21" y="1377"/>
                        </a:cubicBezTo>
                        <a:cubicBezTo>
                          <a:pt x="21" y="1528"/>
                          <a:pt x="21" y="1528"/>
                          <a:pt x="21" y="1528"/>
                        </a:cubicBezTo>
                        <a:cubicBezTo>
                          <a:pt x="21" y="1544"/>
                          <a:pt x="29" y="1558"/>
                          <a:pt x="43" y="1566"/>
                        </a:cubicBezTo>
                        <a:cubicBezTo>
                          <a:pt x="174" y="1643"/>
                          <a:pt x="174" y="1643"/>
                          <a:pt x="174" y="1643"/>
                        </a:cubicBezTo>
                        <a:cubicBezTo>
                          <a:pt x="180" y="1647"/>
                          <a:pt x="188" y="1649"/>
                          <a:pt x="196" y="1649"/>
                        </a:cubicBezTo>
                        <a:cubicBezTo>
                          <a:pt x="204" y="1649"/>
                          <a:pt x="211" y="1647"/>
                          <a:pt x="218" y="1643"/>
                        </a:cubicBezTo>
                        <a:cubicBezTo>
                          <a:pt x="349" y="1566"/>
                          <a:pt x="349" y="1566"/>
                          <a:pt x="349" y="1566"/>
                        </a:cubicBezTo>
                        <a:cubicBezTo>
                          <a:pt x="363" y="1558"/>
                          <a:pt x="371" y="1544"/>
                          <a:pt x="371" y="1528"/>
                        </a:cubicBezTo>
                        <a:cubicBezTo>
                          <a:pt x="371" y="1380"/>
                          <a:pt x="371" y="1380"/>
                          <a:pt x="371" y="1380"/>
                        </a:cubicBezTo>
                        <a:cubicBezTo>
                          <a:pt x="416" y="1358"/>
                          <a:pt x="416" y="1358"/>
                          <a:pt x="416" y="1358"/>
                        </a:cubicBezTo>
                        <a:cubicBezTo>
                          <a:pt x="410" y="1345"/>
                          <a:pt x="410" y="1345"/>
                          <a:pt x="410" y="1345"/>
                        </a:cubicBezTo>
                        <a:close/>
                        <a:moveTo>
                          <a:pt x="327" y="1528"/>
                        </a:moveTo>
                        <a:cubicBezTo>
                          <a:pt x="196" y="1605"/>
                          <a:pt x="196" y="1605"/>
                          <a:pt x="196" y="1605"/>
                        </a:cubicBezTo>
                        <a:cubicBezTo>
                          <a:pt x="65" y="1528"/>
                          <a:pt x="65" y="1528"/>
                          <a:pt x="65" y="1528"/>
                        </a:cubicBezTo>
                        <a:cubicBezTo>
                          <a:pt x="65" y="1377"/>
                          <a:pt x="65" y="1377"/>
                          <a:pt x="65" y="1377"/>
                        </a:cubicBezTo>
                        <a:cubicBezTo>
                          <a:pt x="196" y="1303"/>
                          <a:pt x="196" y="1303"/>
                          <a:pt x="196" y="1303"/>
                        </a:cubicBezTo>
                        <a:cubicBezTo>
                          <a:pt x="327" y="1377"/>
                          <a:pt x="327" y="1377"/>
                          <a:pt x="327" y="1377"/>
                        </a:cubicBezTo>
                        <a:lnTo>
                          <a:pt x="327" y="1528"/>
                        </a:lnTo>
                        <a:close/>
                        <a:moveTo>
                          <a:pt x="1124" y="80"/>
                        </a:moveTo>
                        <a:cubicBezTo>
                          <a:pt x="995" y="6"/>
                          <a:pt x="995" y="6"/>
                          <a:pt x="995" y="6"/>
                        </a:cubicBezTo>
                        <a:cubicBezTo>
                          <a:pt x="989" y="2"/>
                          <a:pt x="981" y="0"/>
                          <a:pt x="973" y="0"/>
                        </a:cubicBezTo>
                        <a:cubicBezTo>
                          <a:pt x="966" y="0"/>
                          <a:pt x="959" y="2"/>
                          <a:pt x="952" y="6"/>
                        </a:cubicBezTo>
                        <a:cubicBezTo>
                          <a:pt x="819" y="79"/>
                          <a:pt x="819" y="79"/>
                          <a:pt x="819" y="79"/>
                        </a:cubicBezTo>
                        <a:cubicBezTo>
                          <a:pt x="805" y="87"/>
                          <a:pt x="796" y="102"/>
                          <a:pt x="796" y="118"/>
                        </a:cubicBezTo>
                        <a:cubicBezTo>
                          <a:pt x="796" y="270"/>
                          <a:pt x="796" y="270"/>
                          <a:pt x="796" y="270"/>
                        </a:cubicBezTo>
                        <a:cubicBezTo>
                          <a:pt x="796" y="287"/>
                          <a:pt x="805" y="302"/>
                          <a:pt x="819" y="309"/>
                        </a:cubicBezTo>
                        <a:cubicBezTo>
                          <a:pt x="951" y="379"/>
                          <a:pt x="951" y="379"/>
                          <a:pt x="951" y="379"/>
                        </a:cubicBezTo>
                        <a:cubicBezTo>
                          <a:pt x="951" y="425"/>
                          <a:pt x="951" y="425"/>
                          <a:pt x="951" y="425"/>
                        </a:cubicBezTo>
                        <a:cubicBezTo>
                          <a:pt x="956" y="417"/>
                          <a:pt x="956" y="417"/>
                          <a:pt x="956" y="417"/>
                        </a:cubicBezTo>
                        <a:cubicBezTo>
                          <a:pt x="995" y="419"/>
                          <a:pt x="995" y="419"/>
                          <a:pt x="995" y="419"/>
                        </a:cubicBezTo>
                        <a:cubicBezTo>
                          <a:pt x="995" y="379"/>
                          <a:pt x="995" y="379"/>
                          <a:pt x="995" y="379"/>
                        </a:cubicBezTo>
                        <a:cubicBezTo>
                          <a:pt x="1123" y="308"/>
                          <a:pt x="1123" y="308"/>
                          <a:pt x="1123" y="308"/>
                        </a:cubicBezTo>
                        <a:cubicBezTo>
                          <a:pt x="1137" y="301"/>
                          <a:pt x="1146" y="286"/>
                          <a:pt x="1146" y="270"/>
                        </a:cubicBezTo>
                        <a:cubicBezTo>
                          <a:pt x="1146" y="118"/>
                          <a:pt x="1146" y="118"/>
                          <a:pt x="1146" y="118"/>
                        </a:cubicBezTo>
                        <a:cubicBezTo>
                          <a:pt x="1146" y="103"/>
                          <a:pt x="1138" y="88"/>
                          <a:pt x="1124" y="80"/>
                        </a:cubicBezTo>
                        <a:close/>
                        <a:moveTo>
                          <a:pt x="1102" y="270"/>
                        </a:moveTo>
                        <a:cubicBezTo>
                          <a:pt x="973" y="341"/>
                          <a:pt x="973" y="341"/>
                          <a:pt x="973" y="341"/>
                        </a:cubicBezTo>
                        <a:cubicBezTo>
                          <a:pt x="973" y="341"/>
                          <a:pt x="973" y="341"/>
                          <a:pt x="973" y="341"/>
                        </a:cubicBezTo>
                        <a:cubicBezTo>
                          <a:pt x="840" y="270"/>
                          <a:pt x="840" y="270"/>
                          <a:pt x="840" y="270"/>
                        </a:cubicBezTo>
                        <a:cubicBezTo>
                          <a:pt x="840" y="118"/>
                          <a:pt x="840" y="118"/>
                          <a:pt x="840" y="118"/>
                        </a:cubicBezTo>
                        <a:cubicBezTo>
                          <a:pt x="973" y="44"/>
                          <a:pt x="973" y="44"/>
                          <a:pt x="973" y="44"/>
                        </a:cubicBezTo>
                        <a:cubicBezTo>
                          <a:pt x="1102" y="118"/>
                          <a:pt x="1102" y="118"/>
                          <a:pt x="1102" y="118"/>
                        </a:cubicBezTo>
                        <a:lnTo>
                          <a:pt x="1102" y="270"/>
                        </a:lnTo>
                        <a:close/>
                        <a:moveTo>
                          <a:pt x="1920" y="544"/>
                        </a:moveTo>
                        <a:cubicBezTo>
                          <a:pt x="1789" y="470"/>
                          <a:pt x="1789" y="470"/>
                          <a:pt x="1789" y="470"/>
                        </a:cubicBezTo>
                        <a:cubicBezTo>
                          <a:pt x="1782" y="467"/>
                          <a:pt x="1774" y="465"/>
                          <a:pt x="1767" y="465"/>
                        </a:cubicBezTo>
                        <a:cubicBezTo>
                          <a:pt x="1760" y="465"/>
                          <a:pt x="1752" y="467"/>
                          <a:pt x="1745" y="471"/>
                        </a:cubicBezTo>
                        <a:cubicBezTo>
                          <a:pt x="1615" y="544"/>
                          <a:pt x="1615" y="544"/>
                          <a:pt x="1615" y="544"/>
                        </a:cubicBezTo>
                        <a:cubicBezTo>
                          <a:pt x="1602" y="552"/>
                          <a:pt x="1593" y="567"/>
                          <a:pt x="1593" y="583"/>
                        </a:cubicBezTo>
                        <a:cubicBezTo>
                          <a:pt x="1593" y="733"/>
                          <a:pt x="1593" y="733"/>
                          <a:pt x="1593" y="733"/>
                        </a:cubicBezTo>
                        <a:cubicBezTo>
                          <a:pt x="1495" y="781"/>
                          <a:pt x="1495" y="781"/>
                          <a:pt x="1495" y="781"/>
                        </a:cubicBezTo>
                        <a:cubicBezTo>
                          <a:pt x="1465" y="838"/>
                          <a:pt x="1465" y="838"/>
                          <a:pt x="1465" y="838"/>
                        </a:cubicBezTo>
                        <a:cubicBezTo>
                          <a:pt x="1465" y="840"/>
                          <a:pt x="1466" y="842"/>
                          <a:pt x="1467" y="843"/>
                        </a:cubicBezTo>
                        <a:cubicBezTo>
                          <a:pt x="1613" y="772"/>
                          <a:pt x="1613" y="772"/>
                          <a:pt x="1613" y="772"/>
                        </a:cubicBezTo>
                        <a:cubicBezTo>
                          <a:pt x="1614" y="773"/>
                          <a:pt x="1614" y="774"/>
                          <a:pt x="1615" y="774"/>
                        </a:cubicBezTo>
                        <a:cubicBezTo>
                          <a:pt x="1745" y="848"/>
                          <a:pt x="1745" y="848"/>
                          <a:pt x="1745" y="848"/>
                        </a:cubicBezTo>
                        <a:cubicBezTo>
                          <a:pt x="1752" y="852"/>
                          <a:pt x="1760" y="854"/>
                          <a:pt x="1767" y="854"/>
                        </a:cubicBezTo>
                        <a:cubicBezTo>
                          <a:pt x="1774" y="854"/>
                          <a:pt x="1782" y="852"/>
                          <a:pt x="1789" y="848"/>
                        </a:cubicBezTo>
                        <a:cubicBezTo>
                          <a:pt x="1920" y="774"/>
                          <a:pt x="1920" y="774"/>
                          <a:pt x="1920" y="774"/>
                        </a:cubicBezTo>
                        <a:cubicBezTo>
                          <a:pt x="1934" y="767"/>
                          <a:pt x="1942" y="752"/>
                          <a:pt x="1942" y="736"/>
                        </a:cubicBezTo>
                        <a:cubicBezTo>
                          <a:pt x="1942" y="583"/>
                          <a:pt x="1942" y="583"/>
                          <a:pt x="1942" y="583"/>
                        </a:cubicBezTo>
                        <a:cubicBezTo>
                          <a:pt x="1942" y="567"/>
                          <a:pt x="1934" y="552"/>
                          <a:pt x="1920" y="544"/>
                        </a:cubicBezTo>
                        <a:close/>
                        <a:moveTo>
                          <a:pt x="1898" y="736"/>
                        </a:moveTo>
                        <a:cubicBezTo>
                          <a:pt x="1767" y="810"/>
                          <a:pt x="1767" y="810"/>
                          <a:pt x="1767" y="810"/>
                        </a:cubicBezTo>
                        <a:cubicBezTo>
                          <a:pt x="1637" y="736"/>
                          <a:pt x="1637" y="736"/>
                          <a:pt x="1637" y="736"/>
                        </a:cubicBezTo>
                        <a:cubicBezTo>
                          <a:pt x="1637" y="583"/>
                          <a:pt x="1637" y="583"/>
                          <a:pt x="1637" y="583"/>
                        </a:cubicBezTo>
                        <a:cubicBezTo>
                          <a:pt x="1767" y="509"/>
                          <a:pt x="1767" y="509"/>
                          <a:pt x="1767" y="509"/>
                        </a:cubicBezTo>
                        <a:cubicBezTo>
                          <a:pt x="1898" y="583"/>
                          <a:pt x="1898" y="583"/>
                          <a:pt x="1898" y="583"/>
                        </a:cubicBezTo>
                        <a:lnTo>
                          <a:pt x="1898" y="736"/>
                        </a:lnTo>
                        <a:close/>
                        <a:moveTo>
                          <a:pt x="152" y="848"/>
                        </a:moveTo>
                        <a:cubicBezTo>
                          <a:pt x="159" y="852"/>
                          <a:pt x="166" y="854"/>
                          <a:pt x="174" y="854"/>
                        </a:cubicBezTo>
                        <a:cubicBezTo>
                          <a:pt x="181" y="854"/>
                          <a:pt x="189" y="852"/>
                          <a:pt x="195" y="848"/>
                        </a:cubicBezTo>
                        <a:cubicBezTo>
                          <a:pt x="326" y="774"/>
                          <a:pt x="326" y="774"/>
                          <a:pt x="326" y="774"/>
                        </a:cubicBezTo>
                        <a:cubicBezTo>
                          <a:pt x="327" y="774"/>
                          <a:pt x="328" y="773"/>
                          <a:pt x="329" y="772"/>
                        </a:cubicBezTo>
                        <a:cubicBezTo>
                          <a:pt x="396" y="805"/>
                          <a:pt x="396" y="805"/>
                          <a:pt x="396" y="805"/>
                        </a:cubicBezTo>
                        <a:cubicBezTo>
                          <a:pt x="399" y="798"/>
                          <a:pt x="402" y="790"/>
                          <a:pt x="406" y="783"/>
                        </a:cubicBezTo>
                        <a:cubicBezTo>
                          <a:pt x="413" y="765"/>
                          <a:pt x="413" y="765"/>
                          <a:pt x="413" y="765"/>
                        </a:cubicBezTo>
                        <a:cubicBezTo>
                          <a:pt x="349" y="733"/>
                          <a:pt x="349" y="733"/>
                          <a:pt x="349" y="733"/>
                        </a:cubicBezTo>
                        <a:cubicBezTo>
                          <a:pt x="349" y="583"/>
                          <a:pt x="349" y="583"/>
                          <a:pt x="349" y="583"/>
                        </a:cubicBezTo>
                        <a:cubicBezTo>
                          <a:pt x="349" y="567"/>
                          <a:pt x="340" y="552"/>
                          <a:pt x="326" y="544"/>
                        </a:cubicBezTo>
                        <a:cubicBezTo>
                          <a:pt x="195" y="470"/>
                          <a:pt x="195" y="470"/>
                          <a:pt x="195" y="470"/>
                        </a:cubicBezTo>
                        <a:cubicBezTo>
                          <a:pt x="189" y="467"/>
                          <a:pt x="181" y="465"/>
                          <a:pt x="174" y="465"/>
                        </a:cubicBezTo>
                        <a:cubicBezTo>
                          <a:pt x="166" y="465"/>
                          <a:pt x="159" y="467"/>
                          <a:pt x="152" y="471"/>
                        </a:cubicBezTo>
                        <a:cubicBezTo>
                          <a:pt x="22" y="544"/>
                          <a:pt x="22" y="544"/>
                          <a:pt x="22" y="544"/>
                        </a:cubicBezTo>
                        <a:cubicBezTo>
                          <a:pt x="8" y="552"/>
                          <a:pt x="0" y="567"/>
                          <a:pt x="0" y="583"/>
                        </a:cubicBezTo>
                        <a:cubicBezTo>
                          <a:pt x="0" y="736"/>
                          <a:pt x="0" y="736"/>
                          <a:pt x="0" y="736"/>
                        </a:cubicBezTo>
                        <a:cubicBezTo>
                          <a:pt x="0" y="752"/>
                          <a:pt x="8" y="766"/>
                          <a:pt x="22" y="774"/>
                        </a:cubicBezTo>
                        <a:lnTo>
                          <a:pt x="152" y="848"/>
                        </a:lnTo>
                        <a:close/>
                        <a:moveTo>
                          <a:pt x="44" y="583"/>
                        </a:moveTo>
                        <a:cubicBezTo>
                          <a:pt x="174" y="509"/>
                          <a:pt x="174" y="509"/>
                          <a:pt x="174" y="509"/>
                        </a:cubicBezTo>
                        <a:cubicBezTo>
                          <a:pt x="305" y="583"/>
                          <a:pt x="305" y="583"/>
                          <a:pt x="305" y="583"/>
                        </a:cubicBezTo>
                        <a:cubicBezTo>
                          <a:pt x="305" y="736"/>
                          <a:pt x="305" y="736"/>
                          <a:pt x="305" y="736"/>
                        </a:cubicBezTo>
                        <a:cubicBezTo>
                          <a:pt x="174" y="810"/>
                          <a:pt x="174" y="810"/>
                          <a:pt x="174" y="810"/>
                        </a:cubicBezTo>
                        <a:cubicBezTo>
                          <a:pt x="44" y="736"/>
                          <a:pt x="44" y="736"/>
                          <a:pt x="44" y="736"/>
                        </a:cubicBezTo>
                        <a:lnTo>
                          <a:pt x="44" y="583"/>
                        </a:lnTo>
                        <a:close/>
                        <a:moveTo>
                          <a:pt x="1898" y="1339"/>
                        </a:moveTo>
                        <a:cubicBezTo>
                          <a:pt x="1767" y="1265"/>
                          <a:pt x="1767" y="1265"/>
                          <a:pt x="1767" y="1265"/>
                        </a:cubicBezTo>
                        <a:cubicBezTo>
                          <a:pt x="1760" y="1261"/>
                          <a:pt x="1752" y="1259"/>
                          <a:pt x="1745" y="1259"/>
                        </a:cubicBezTo>
                        <a:cubicBezTo>
                          <a:pt x="1738" y="1259"/>
                          <a:pt x="1730" y="1261"/>
                          <a:pt x="1723" y="1265"/>
                        </a:cubicBezTo>
                        <a:cubicBezTo>
                          <a:pt x="1593" y="1339"/>
                          <a:pt x="1593" y="1339"/>
                          <a:pt x="1593" y="1339"/>
                        </a:cubicBezTo>
                        <a:cubicBezTo>
                          <a:pt x="1592" y="1339"/>
                          <a:pt x="1592" y="1340"/>
                          <a:pt x="1591" y="1341"/>
                        </a:cubicBezTo>
                        <a:cubicBezTo>
                          <a:pt x="1484" y="1289"/>
                          <a:pt x="1484" y="1289"/>
                          <a:pt x="1484" y="1289"/>
                        </a:cubicBezTo>
                        <a:cubicBezTo>
                          <a:pt x="1522" y="1356"/>
                          <a:pt x="1522" y="1356"/>
                          <a:pt x="1522" y="1356"/>
                        </a:cubicBezTo>
                        <a:cubicBezTo>
                          <a:pt x="1571" y="1380"/>
                          <a:pt x="1571" y="1380"/>
                          <a:pt x="1571" y="1380"/>
                        </a:cubicBezTo>
                        <a:cubicBezTo>
                          <a:pt x="1571" y="1528"/>
                          <a:pt x="1571" y="1528"/>
                          <a:pt x="1571" y="1528"/>
                        </a:cubicBezTo>
                        <a:cubicBezTo>
                          <a:pt x="1571" y="1543"/>
                          <a:pt x="1579" y="1558"/>
                          <a:pt x="1593" y="1566"/>
                        </a:cubicBezTo>
                        <a:cubicBezTo>
                          <a:pt x="1723" y="1643"/>
                          <a:pt x="1723" y="1643"/>
                          <a:pt x="1723" y="1643"/>
                        </a:cubicBezTo>
                        <a:cubicBezTo>
                          <a:pt x="1730" y="1647"/>
                          <a:pt x="1737" y="1649"/>
                          <a:pt x="1745" y="1649"/>
                        </a:cubicBezTo>
                        <a:cubicBezTo>
                          <a:pt x="1753" y="1649"/>
                          <a:pt x="1760" y="1647"/>
                          <a:pt x="1767" y="1643"/>
                        </a:cubicBezTo>
                        <a:cubicBezTo>
                          <a:pt x="1898" y="1566"/>
                          <a:pt x="1898" y="1566"/>
                          <a:pt x="1898" y="1566"/>
                        </a:cubicBezTo>
                        <a:cubicBezTo>
                          <a:pt x="1912" y="1558"/>
                          <a:pt x="1920" y="1544"/>
                          <a:pt x="1920" y="1528"/>
                        </a:cubicBezTo>
                        <a:cubicBezTo>
                          <a:pt x="1920" y="1377"/>
                          <a:pt x="1920" y="1377"/>
                          <a:pt x="1920" y="1377"/>
                        </a:cubicBezTo>
                        <a:cubicBezTo>
                          <a:pt x="1920" y="1361"/>
                          <a:pt x="1912" y="1346"/>
                          <a:pt x="1898" y="1339"/>
                        </a:cubicBezTo>
                        <a:close/>
                        <a:moveTo>
                          <a:pt x="1876" y="1528"/>
                        </a:moveTo>
                        <a:cubicBezTo>
                          <a:pt x="1745" y="1605"/>
                          <a:pt x="1745" y="1605"/>
                          <a:pt x="1745" y="1605"/>
                        </a:cubicBezTo>
                        <a:cubicBezTo>
                          <a:pt x="1615" y="1528"/>
                          <a:pt x="1615" y="1528"/>
                          <a:pt x="1615" y="1528"/>
                        </a:cubicBezTo>
                        <a:cubicBezTo>
                          <a:pt x="1615" y="1377"/>
                          <a:pt x="1615" y="1377"/>
                          <a:pt x="1615" y="1377"/>
                        </a:cubicBezTo>
                        <a:cubicBezTo>
                          <a:pt x="1745" y="1303"/>
                          <a:pt x="1745" y="1303"/>
                          <a:pt x="1745" y="1303"/>
                        </a:cubicBezTo>
                        <a:cubicBezTo>
                          <a:pt x="1876" y="1377"/>
                          <a:pt x="1876" y="1377"/>
                          <a:pt x="1876" y="1377"/>
                        </a:cubicBezTo>
                        <a:lnTo>
                          <a:pt x="1876" y="1528"/>
                        </a:lnTo>
                        <a:close/>
                        <a:moveTo>
                          <a:pt x="1123" y="1805"/>
                        </a:moveTo>
                        <a:cubicBezTo>
                          <a:pt x="995" y="1735"/>
                          <a:pt x="995" y="1735"/>
                          <a:pt x="995" y="1735"/>
                        </a:cubicBezTo>
                        <a:cubicBezTo>
                          <a:pt x="995" y="1693"/>
                          <a:pt x="995" y="1693"/>
                          <a:pt x="995" y="1693"/>
                        </a:cubicBezTo>
                        <a:cubicBezTo>
                          <a:pt x="970" y="1696"/>
                          <a:pt x="970" y="1696"/>
                          <a:pt x="970" y="1696"/>
                        </a:cubicBezTo>
                        <a:cubicBezTo>
                          <a:pt x="951" y="1666"/>
                          <a:pt x="951" y="1666"/>
                          <a:pt x="951" y="1666"/>
                        </a:cubicBezTo>
                        <a:cubicBezTo>
                          <a:pt x="951" y="1735"/>
                          <a:pt x="951" y="1735"/>
                          <a:pt x="951" y="1735"/>
                        </a:cubicBezTo>
                        <a:cubicBezTo>
                          <a:pt x="819" y="1804"/>
                          <a:pt x="819" y="1804"/>
                          <a:pt x="819" y="1804"/>
                        </a:cubicBezTo>
                        <a:cubicBezTo>
                          <a:pt x="805" y="1812"/>
                          <a:pt x="796" y="1827"/>
                          <a:pt x="796" y="1843"/>
                        </a:cubicBezTo>
                        <a:cubicBezTo>
                          <a:pt x="796" y="1996"/>
                          <a:pt x="796" y="1996"/>
                          <a:pt x="796" y="1996"/>
                        </a:cubicBezTo>
                        <a:cubicBezTo>
                          <a:pt x="796" y="2012"/>
                          <a:pt x="805" y="2026"/>
                          <a:pt x="819" y="2034"/>
                        </a:cubicBezTo>
                        <a:cubicBezTo>
                          <a:pt x="952" y="2108"/>
                          <a:pt x="952" y="2108"/>
                          <a:pt x="952" y="2108"/>
                        </a:cubicBezTo>
                        <a:cubicBezTo>
                          <a:pt x="959" y="2111"/>
                          <a:pt x="966" y="2113"/>
                          <a:pt x="973" y="2113"/>
                        </a:cubicBezTo>
                        <a:cubicBezTo>
                          <a:pt x="981" y="2113"/>
                          <a:pt x="989" y="2111"/>
                          <a:pt x="995" y="2107"/>
                        </a:cubicBezTo>
                        <a:cubicBezTo>
                          <a:pt x="1124" y="2033"/>
                          <a:pt x="1124" y="2033"/>
                          <a:pt x="1124" y="2033"/>
                        </a:cubicBezTo>
                        <a:cubicBezTo>
                          <a:pt x="1138" y="2025"/>
                          <a:pt x="1146" y="2011"/>
                          <a:pt x="1146" y="1995"/>
                        </a:cubicBezTo>
                        <a:cubicBezTo>
                          <a:pt x="1146" y="1844"/>
                          <a:pt x="1146" y="1844"/>
                          <a:pt x="1146" y="1844"/>
                        </a:cubicBezTo>
                        <a:cubicBezTo>
                          <a:pt x="1146" y="1828"/>
                          <a:pt x="1137" y="1813"/>
                          <a:pt x="1123" y="1805"/>
                        </a:cubicBezTo>
                        <a:close/>
                        <a:moveTo>
                          <a:pt x="1102" y="1995"/>
                        </a:moveTo>
                        <a:cubicBezTo>
                          <a:pt x="973" y="2069"/>
                          <a:pt x="973" y="2069"/>
                          <a:pt x="973" y="2069"/>
                        </a:cubicBezTo>
                        <a:cubicBezTo>
                          <a:pt x="840" y="1996"/>
                          <a:pt x="840" y="1996"/>
                          <a:pt x="840" y="1996"/>
                        </a:cubicBezTo>
                        <a:cubicBezTo>
                          <a:pt x="840" y="1843"/>
                          <a:pt x="840" y="1843"/>
                          <a:pt x="840" y="1843"/>
                        </a:cubicBezTo>
                        <a:cubicBezTo>
                          <a:pt x="973" y="1773"/>
                          <a:pt x="973" y="1773"/>
                          <a:pt x="973" y="1773"/>
                        </a:cubicBezTo>
                        <a:cubicBezTo>
                          <a:pt x="1102" y="1844"/>
                          <a:pt x="1102" y="1844"/>
                          <a:pt x="1102" y="1844"/>
                        </a:cubicBezTo>
                        <a:lnTo>
                          <a:pt x="1102" y="1995"/>
                        </a:lnTo>
                        <a:close/>
                      </a:path>
                    </a:pathLst>
                  </a:custGeom>
                  <a:solidFill>
                    <a:schemeClr val="accent1"/>
                  </a:solidFill>
                  <a:ln>
                    <a:noFill/>
                  </a:ln>
                </p:spPr>
                <p:txBody>
                  <a:bodyPr vert="horz" wrap="square" lIns="78181" tIns="39091" rIns="78181" bIns="39091" numCol="1" anchor="t" anchorCtr="0" compatLnSpc="1">
                    <a:prstTxWarp prst="textNoShape">
                      <a:avLst/>
                    </a:prstTxWarp>
                  </a:bodyPr>
                  <a:lstStyle/>
                  <a:p>
                    <a:endParaRPr lang="es-CL"/>
                  </a:p>
                </p:txBody>
              </p:sp>
              <p:sp>
                <p:nvSpPr>
                  <p:cNvPr id="34" name="Freeform 157">
                    <a:extLst>
                      <a:ext uri="{FF2B5EF4-FFF2-40B4-BE49-F238E27FC236}">
                        <a16:creationId xmlns:a16="http://schemas.microsoft.com/office/drawing/2014/main" id="{92651913-EF45-7F2F-11DB-0835B4ED3479}"/>
                      </a:ext>
                    </a:extLst>
                  </p:cNvPr>
                  <p:cNvSpPr>
                    <a:spLocks/>
                  </p:cNvSpPr>
                  <p:nvPr/>
                </p:nvSpPr>
                <p:spPr bwMode="auto">
                  <a:xfrm>
                    <a:off x="1305036" y="1961655"/>
                    <a:ext cx="1260557" cy="1373349"/>
                  </a:xfrm>
                  <a:custGeom>
                    <a:avLst/>
                    <a:gdLst>
                      <a:gd name="T0" fmla="*/ 0 w 1766"/>
                      <a:gd name="T1" fmla="*/ 513 h 1924"/>
                      <a:gd name="T2" fmla="*/ 173 w 1766"/>
                      <a:gd name="T3" fmla="*/ 615 h 1924"/>
                      <a:gd name="T4" fmla="*/ 1571 w 1766"/>
                      <a:gd name="T5" fmla="*/ 1408 h 1924"/>
                      <a:gd name="T6" fmla="*/ 1744 w 1766"/>
                      <a:gd name="T7" fmla="*/ 1308 h 1924"/>
                      <a:gd name="T8" fmla="*/ 970 w 1766"/>
                      <a:gd name="T9" fmla="*/ 149 h 1924"/>
                      <a:gd name="T10" fmla="*/ 796 w 1766"/>
                      <a:gd name="T11" fmla="*/ 49 h 1924"/>
                      <a:gd name="T12" fmla="*/ 970 w 1766"/>
                      <a:gd name="T13" fmla="*/ 149 h 1924"/>
                      <a:gd name="T14" fmla="*/ 1593 w 1766"/>
                      <a:gd name="T15" fmla="*/ 615 h 1924"/>
                      <a:gd name="T16" fmla="*/ 1766 w 1766"/>
                      <a:gd name="T17" fmla="*/ 513 h 1924"/>
                      <a:gd name="T18" fmla="*/ 21 w 1766"/>
                      <a:gd name="T19" fmla="*/ 1408 h 1924"/>
                      <a:gd name="T20" fmla="*/ 195 w 1766"/>
                      <a:gd name="T21" fmla="*/ 1308 h 1924"/>
                      <a:gd name="T22" fmla="*/ 882 w 1766"/>
                      <a:gd name="T23" fmla="*/ 763 h 1924"/>
                      <a:gd name="T24" fmla="*/ 1078 w 1766"/>
                      <a:gd name="T25" fmla="*/ 962 h 1924"/>
                      <a:gd name="T26" fmla="*/ 796 w 1766"/>
                      <a:gd name="T27" fmla="*/ 1875 h 1924"/>
                      <a:gd name="T28" fmla="*/ 970 w 1766"/>
                      <a:gd name="T29" fmla="*/ 1775 h 1924"/>
                      <a:gd name="T30" fmla="*/ 1468 w 1766"/>
                      <a:gd name="T31" fmla="*/ 942 h 1924"/>
                      <a:gd name="T32" fmla="*/ 1464 w 1766"/>
                      <a:gd name="T33" fmla="*/ 1040 h 1924"/>
                      <a:gd name="T34" fmla="*/ 1385 w 1766"/>
                      <a:gd name="T35" fmla="*/ 1264 h 1924"/>
                      <a:gd name="T36" fmla="*/ 1335 w 1766"/>
                      <a:gd name="T37" fmla="*/ 1335 h 1924"/>
                      <a:gd name="T38" fmla="*/ 1172 w 1766"/>
                      <a:gd name="T39" fmla="*/ 1365 h 1924"/>
                      <a:gd name="T40" fmla="*/ 1054 w 1766"/>
                      <a:gd name="T41" fmla="*/ 1529 h 1924"/>
                      <a:gd name="T42" fmla="*/ 905 w 1766"/>
                      <a:gd name="T43" fmla="*/ 1554 h 1924"/>
                      <a:gd name="T44" fmla="*/ 767 w 1766"/>
                      <a:gd name="T45" fmla="*/ 1438 h 1924"/>
                      <a:gd name="T46" fmla="*/ 598 w 1766"/>
                      <a:gd name="T47" fmla="*/ 1479 h 1924"/>
                      <a:gd name="T48" fmla="*/ 542 w 1766"/>
                      <a:gd name="T49" fmla="*/ 1444 h 1924"/>
                      <a:gd name="T50" fmla="*/ 483 w 1766"/>
                      <a:gd name="T51" fmla="*/ 1251 h 1924"/>
                      <a:gd name="T52" fmla="*/ 337 w 1766"/>
                      <a:gd name="T53" fmla="*/ 1172 h 1924"/>
                      <a:gd name="T54" fmla="*/ 334 w 1766"/>
                      <a:gd name="T55" fmla="*/ 1161 h 1924"/>
                      <a:gd name="T56" fmla="*/ 389 w 1766"/>
                      <a:gd name="T57" fmla="*/ 1019 h 1924"/>
                      <a:gd name="T58" fmla="*/ 315 w 1766"/>
                      <a:gd name="T59" fmla="*/ 829 h 1924"/>
                      <a:gd name="T60" fmla="*/ 358 w 1766"/>
                      <a:gd name="T61" fmla="*/ 706 h 1924"/>
                      <a:gd name="T62" fmla="*/ 535 w 1766"/>
                      <a:gd name="T63" fmla="*/ 612 h 1924"/>
                      <a:gd name="T64" fmla="*/ 572 w 1766"/>
                      <a:gd name="T65" fmla="*/ 461 h 1924"/>
                      <a:gd name="T66" fmla="*/ 665 w 1766"/>
                      <a:gd name="T67" fmla="*/ 411 h 1924"/>
                      <a:gd name="T68" fmla="*/ 893 w 1766"/>
                      <a:gd name="T69" fmla="*/ 367 h 1924"/>
                      <a:gd name="T70" fmla="*/ 1043 w 1766"/>
                      <a:gd name="T71" fmla="*/ 389 h 1924"/>
                      <a:gd name="T72" fmla="*/ 1153 w 1766"/>
                      <a:gd name="T73" fmla="*/ 554 h 1924"/>
                      <a:gd name="T74" fmla="*/ 1328 w 1766"/>
                      <a:gd name="T75" fmla="*/ 574 h 1924"/>
                      <a:gd name="T76" fmla="*/ 1327 w 1766"/>
                      <a:gd name="T77" fmla="*/ 742 h 1924"/>
                      <a:gd name="T78" fmla="*/ 1465 w 1766"/>
                      <a:gd name="T79" fmla="*/ 888 h 1924"/>
                      <a:gd name="T80" fmla="*/ 1468 w 1766"/>
                      <a:gd name="T81" fmla="*/ 942 h 1924"/>
                      <a:gd name="T82" fmla="*/ 825 w 1766"/>
                      <a:gd name="T83" fmla="*/ 1330 h 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6" h="1924">
                        <a:moveTo>
                          <a:pt x="86" y="664"/>
                        </a:moveTo>
                        <a:cubicBezTo>
                          <a:pt x="86" y="664"/>
                          <a:pt x="86" y="664"/>
                          <a:pt x="0" y="615"/>
                        </a:cubicBezTo>
                        <a:cubicBezTo>
                          <a:pt x="0" y="615"/>
                          <a:pt x="0" y="615"/>
                          <a:pt x="0" y="513"/>
                        </a:cubicBezTo>
                        <a:cubicBezTo>
                          <a:pt x="0" y="513"/>
                          <a:pt x="0" y="513"/>
                          <a:pt x="86" y="464"/>
                        </a:cubicBezTo>
                        <a:cubicBezTo>
                          <a:pt x="86" y="464"/>
                          <a:pt x="86" y="464"/>
                          <a:pt x="173" y="513"/>
                        </a:cubicBezTo>
                        <a:cubicBezTo>
                          <a:pt x="173" y="513"/>
                          <a:pt x="173" y="513"/>
                          <a:pt x="173" y="615"/>
                        </a:cubicBezTo>
                        <a:lnTo>
                          <a:pt x="86" y="664"/>
                        </a:lnTo>
                        <a:close/>
                        <a:moveTo>
                          <a:pt x="1571" y="1308"/>
                        </a:moveTo>
                        <a:cubicBezTo>
                          <a:pt x="1571" y="1408"/>
                          <a:pt x="1571" y="1408"/>
                          <a:pt x="1571" y="1408"/>
                        </a:cubicBezTo>
                        <a:cubicBezTo>
                          <a:pt x="1657" y="1459"/>
                          <a:pt x="1657" y="1459"/>
                          <a:pt x="1657" y="1459"/>
                        </a:cubicBezTo>
                        <a:cubicBezTo>
                          <a:pt x="1744" y="1408"/>
                          <a:pt x="1744" y="1408"/>
                          <a:pt x="1744" y="1408"/>
                        </a:cubicBezTo>
                        <a:cubicBezTo>
                          <a:pt x="1744" y="1308"/>
                          <a:pt x="1744" y="1308"/>
                          <a:pt x="1744" y="1308"/>
                        </a:cubicBezTo>
                        <a:cubicBezTo>
                          <a:pt x="1657" y="1259"/>
                          <a:pt x="1657" y="1259"/>
                          <a:pt x="1657" y="1259"/>
                        </a:cubicBezTo>
                        <a:lnTo>
                          <a:pt x="1571" y="1308"/>
                        </a:lnTo>
                        <a:close/>
                        <a:moveTo>
                          <a:pt x="970" y="149"/>
                        </a:moveTo>
                        <a:cubicBezTo>
                          <a:pt x="970" y="49"/>
                          <a:pt x="970" y="49"/>
                          <a:pt x="970" y="49"/>
                        </a:cubicBezTo>
                        <a:cubicBezTo>
                          <a:pt x="885" y="0"/>
                          <a:pt x="885" y="0"/>
                          <a:pt x="885" y="0"/>
                        </a:cubicBezTo>
                        <a:cubicBezTo>
                          <a:pt x="796" y="49"/>
                          <a:pt x="796" y="49"/>
                          <a:pt x="796" y="49"/>
                        </a:cubicBezTo>
                        <a:cubicBezTo>
                          <a:pt x="796" y="149"/>
                          <a:pt x="796" y="149"/>
                          <a:pt x="796" y="149"/>
                        </a:cubicBezTo>
                        <a:cubicBezTo>
                          <a:pt x="885" y="196"/>
                          <a:pt x="885" y="196"/>
                          <a:pt x="885" y="196"/>
                        </a:cubicBezTo>
                        <a:lnTo>
                          <a:pt x="970" y="149"/>
                        </a:lnTo>
                        <a:close/>
                        <a:moveTo>
                          <a:pt x="1679" y="464"/>
                        </a:moveTo>
                        <a:cubicBezTo>
                          <a:pt x="1593" y="513"/>
                          <a:pt x="1593" y="513"/>
                          <a:pt x="1593" y="513"/>
                        </a:cubicBezTo>
                        <a:cubicBezTo>
                          <a:pt x="1593" y="615"/>
                          <a:pt x="1593" y="615"/>
                          <a:pt x="1593" y="615"/>
                        </a:cubicBezTo>
                        <a:cubicBezTo>
                          <a:pt x="1679" y="664"/>
                          <a:pt x="1679" y="664"/>
                          <a:pt x="1679" y="664"/>
                        </a:cubicBezTo>
                        <a:cubicBezTo>
                          <a:pt x="1766" y="615"/>
                          <a:pt x="1766" y="615"/>
                          <a:pt x="1766" y="615"/>
                        </a:cubicBezTo>
                        <a:cubicBezTo>
                          <a:pt x="1766" y="513"/>
                          <a:pt x="1766" y="513"/>
                          <a:pt x="1766" y="513"/>
                        </a:cubicBezTo>
                        <a:lnTo>
                          <a:pt x="1679" y="464"/>
                        </a:lnTo>
                        <a:close/>
                        <a:moveTo>
                          <a:pt x="21" y="1308"/>
                        </a:moveTo>
                        <a:cubicBezTo>
                          <a:pt x="21" y="1408"/>
                          <a:pt x="21" y="1408"/>
                          <a:pt x="21" y="1408"/>
                        </a:cubicBezTo>
                        <a:cubicBezTo>
                          <a:pt x="108" y="1459"/>
                          <a:pt x="108" y="1459"/>
                          <a:pt x="108" y="1459"/>
                        </a:cubicBezTo>
                        <a:cubicBezTo>
                          <a:pt x="195" y="1408"/>
                          <a:pt x="195" y="1408"/>
                          <a:pt x="195" y="1408"/>
                        </a:cubicBezTo>
                        <a:cubicBezTo>
                          <a:pt x="195" y="1308"/>
                          <a:pt x="195" y="1308"/>
                          <a:pt x="195" y="1308"/>
                        </a:cubicBezTo>
                        <a:cubicBezTo>
                          <a:pt x="108" y="1259"/>
                          <a:pt x="108" y="1259"/>
                          <a:pt x="108" y="1259"/>
                        </a:cubicBezTo>
                        <a:lnTo>
                          <a:pt x="21" y="1308"/>
                        </a:lnTo>
                        <a:close/>
                        <a:moveTo>
                          <a:pt x="882" y="763"/>
                        </a:moveTo>
                        <a:cubicBezTo>
                          <a:pt x="775" y="763"/>
                          <a:pt x="688" y="852"/>
                          <a:pt x="688" y="962"/>
                        </a:cubicBezTo>
                        <a:cubicBezTo>
                          <a:pt x="688" y="1071"/>
                          <a:pt x="775" y="1160"/>
                          <a:pt x="882" y="1160"/>
                        </a:cubicBezTo>
                        <a:cubicBezTo>
                          <a:pt x="990" y="1160"/>
                          <a:pt x="1078" y="1071"/>
                          <a:pt x="1078" y="962"/>
                        </a:cubicBezTo>
                        <a:cubicBezTo>
                          <a:pt x="1078" y="852"/>
                          <a:pt x="990" y="763"/>
                          <a:pt x="882" y="763"/>
                        </a:cubicBezTo>
                        <a:close/>
                        <a:moveTo>
                          <a:pt x="796" y="1775"/>
                        </a:moveTo>
                        <a:cubicBezTo>
                          <a:pt x="796" y="1875"/>
                          <a:pt x="796" y="1875"/>
                          <a:pt x="796" y="1875"/>
                        </a:cubicBezTo>
                        <a:cubicBezTo>
                          <a:pt x="885" y="1924"/>
                          <a:pt x="885" y="1924"/>
                          <a:pt x="885" y="1924"/>
                        </a:cubicBezTo>
                        <a:cubicBezTo>
                          <a:pt x="970" y="1875"/>
                          <a:pt x="970" y="1875"/>
                          <a:pt x="970" y="1875"/>
                        </a:cubicBezTo>
                        <a:cubicBezTo>
                          <a:pt x="970" y="1775"/>
                          <a:pt x="970" y="1775"/>
                          <a:pt x="970" y="1775"/>
                        </a:cubicBezTo>
                        <a:cubicBezTo>
                          <a:pt x="885" y="1728"/>
                          <a:pt x="885" y="1728"/>
                          <a:pt x="885" y="1728"/>
                        </a:cubicBezTo>
                        <a:lnTo>
                          <a:pt x="796" y="1775"/>
                        </a:lnTo>
                        <a:close/>
                        <a:moveTo>
                          <a:pt x="1468" y="942"/>
                        </a:moveTo>
                        <a:cubicBezTo>
                          <a:pt x="1468" y="942"/>
                          <a:pt x="1468" y="942"/>
                          <a:pt x="1469" y="953"/>
                        </a:cubicBezTo>
                        <a:cubicBezTo>
                          <a:pt x="1469" y="954"/>
                          <a:pt x="1469" y="987"/>
                          <a:pt x="1466" y="1017"/>
                        </a:cubicBezTo>
                        <a:cubicBezTo>
                          <a:pt x="1466" y="1017"/>
                          <a:pt x="1466" y="1017"/>
                          <a:pt x="1464" y="1040"/>
                        </a:cubicBezTo>
                        <a:cubicBezTo>
                          <a:pt x="1464" y="1040"/>
                          <a:pt x="1464" y="1040"/>
                          <a:pt x="1370" y="1078"/>
                        </a:cubicBezTo>
                        <a:cubicBezTo>
                          <a:pt x="1363" y="1111"/>
                          <a:pt x="1351" y="1144"/>
                          <a:pt x="1335" y="1175"/>
                        </a:cubicBezTo>
                        <a:cubicBezTo>
                          <a:pt x="1335" y="1175"/>
                          <a:pt x="1335" y="1175"/>
                          <a:pt x="1385" y="1264"/>
                        </a:cubicBezTo>
                        <a:cubicBezTo>
                          <a:pt x="1385" y="1264"/>
                          <a:pt x="1385" y="1264"/>
                          <a:pt x="1374" y="1281"/>
                        </a:cubicBezTo>
                        <a:cubicBezTo>
                          <a:pt x="1357" y="1309"/>
                          <a:pt x="1336" y="1334"/>
                          <a:pt x="1336" y="1335"/>
                        </a:cubicBezTo>
                        <a:cubicBezTo>
                          <a:pt x="1336" y="1335"/>
                          <a:pt x="1336" y="1335"/>
                          <a:pt x="1335" y="1335"/>
                        </a:cubicBezTo>
                        <a:cubicBezTo>
                          <a:pt x="1329" y="1344"/>
                          <a:pt x="1316" y="1359"/>
                          <a:pt x="1292" y="1384"/>
                        </a:cubicBezTo>
                        <a:cubicBezTo>
                          <a:pt x="1292" y="1384"/>
                          <a:pt x="1292" y="1384"/>
                          <a:pt x="1276" y="1400"/>
                        </a:cubicBezTo>
                        <a:cubicBezTo>
                          <a:pt x="1276" y="1400"/>
                          <a:pt x="1276" y="1400"/>
                          <a:pt x="1172" y="1365"/>
                        </a:cubicBezTo>
                        <a:cubicBezTo>
                          <a:pt x="1145" y="1383"/>
                          <a:pt x="1120" y="1397"/>
                          <a:pt x="1095" y="1408"/>
                        </a:cubicBezTo>
                        <a:cubicBezTo>
                          <a:pt x="1095" y="1408"/>
                          <a:pt x="1095" y="1408"/>
                          <a:pt x="1076" y="1522"/>
                        </a:cubicBezTo>
                        <a:cubicBezTo>
                          <a:pt x="1076" y="1522"/>
                          <a:pt x="1076" y="1522"/>
                          <a:pt x="1054" y="1529"/>
                        </a:cubicBezTo>
                        <a:cubicBezTo>
                          <a:pt x="1019" y="1538"/>
                          <a:pt x="1000" y="1542"/>
                          <a:pt x="990" y="1543"/>
                        </a:cubicBezTo>
                        <a:cubicBezTo>
                          <a:pt x="989" y="1544"/>
                          <a:pt x="958" y="1549"/>
                          <a:pt x="927" y="1552"/>
                        </a:cubicBezTo>
                        <a:cubicBezTo>
                          <a:pt x="927" y="1552"/>
                          <a:pt x="927" y="1552"/>
                          <a:pt x="905" y="1554"/>
                        </a:cubicBezTo>
                        <a:cubicBezTo>
                          <a:pt x="905" y="1554"/>
                          <a:pt x="905" y="1554"/>
                          <a:pt x="841" y="1451"/>
                        </a:cubicBezTo>
                        <a:cubicBezTo>
                          <a:pt x="829" y="1449"/>
                          <a:pt x="818" y="1448"/>
                          <a:pt x="805" y="1445"/>
                        </a:cubicBezTo>
                        <a:cubicBezTo>
                          <a:pt x="793" y="1444"/>
                          <a:pt x="780" y="1441"/>
                          <a:pt x="767" y="1438"/>
                        </a:cubicBezTo>
                        <a:cubicBezTo>
                          <a:pt x="767" y="1438"/>
                          <a:pt x="767" y="1438"/>
                          <a:pt x="675" y="1517"/>
                        </a:cubicBezTo>
                        <a:cubicBezTo>
                          <a:pt x="675" y="1517"/>
                          <a:pt x="675" y="1517"/>
                          <a:pt x="654" y="1507"/>
                        </a:cubicBezTo>
                        <a:cubicBezTo>
                          <a:pt x="627" y="1495"/>
                          <a:pt x="598" y="1480"/>
                          <a:pt x="598" y="1479"/>
                        </a:cubicBezTo>
                        <a:cubicBezTo>
                          <a:pt x="598" y="1479"/>
                          <a:pt x="598" y="1479"/>
                          <a:pt x="597" y="1479"/>
                        </a:cubicBezTo>
                        <a:cubicBezTo>
                          <a:pt x="597" y="1479"/>
                          <a:pt x="597" y="1479"/>
                          <a:pt x="596" y="1478"/>
                        </a:cubicBezTo>
                        <a:cubicBezTo>
                          <a:pt x="595" y="1477"/>
                          <a:pt x="568" y="1461"/>
                          <a:pt x="542" y="1444"/>
                        </a:cubicBezTo>
                        <a:cubicBezTo>
                          <a:pt x="542" y="1444"/>
                          <a:pt x="542" y="1444"/>
                          <a:pt x="523" y="1431"/>
                        </a:cubicBezTo>
                        <a:cubicBezTo>
                          <a:pt x="523" y="1431"/>
                          <a:pt x="523" y="1431"/>
                          <a:pt x="541" y="1317"/>
                        </a:cubicBezTo>
                        <a:cubicBezTo>
                          <a:pt x="518" y="1295"/>
                          <a:pt x="500" y="1274"/>
                          <a:pt x="483" y="1251"/>
                        </a:cubicBezTo>
                        <a:cubicBezTo>
                          <a:pt x="483" y="1251"/>
                          <a:pt x="483" y="1251"/>
                          <a:pt x="372" y="1252"/>
                        </a:cubicBezTo>
                        <a:cubicBezTo>
                          <a:pt x="372" y="1252"/>
                          <a:pt x="372" y="1252"/>
                          <a:pt x="362" y="1232"/>
                        </a:cubicBezTo>
                        <a:cubicBezTo>
                          <a:pt x="349" y="1203"/>
                          <a:pt x="338" y="1173"/>
                          <a:pt x="337" y="1172"/>
                        </a:cubicBezTo>
                        <a:cubicBezTo>
                          <a:pt x="337" y="1172"/>
                          <a:pt x="337" y="1172"/>
                          <a:pt x="334" y="1163"/>
                        </a:cubicBezTo>
                        <a:cubicBezTo>
                          <a:pt x="334" y="1163"/>
                          <a:pt x="334" y="1163"/>
                          <a:pt x="334" y="1162"/>
                        </a:cubicBezTo>
                        <a:cubicBezTo>
                          <a:pt x="334" y="1162"/>
                          <a:pt x="334" y="1162"/>
                          <a:pt x="334" y="1161"/>
                        </a:cubicBezTo>
                        <a:cubicBezTo>
                          <a:pt x="329" y="1150"/>
                          <a:pt x="323" y="1130"/>
                          <a:pt x="317" y="1110"/>
                        </a:cubicBezTo>
                        <a:cubicBezTo>
                          <a:pt x="317" y="1110"/>
                          <a:pt x="317" y="1110"/>
                          <a:pt x="311" y="1089"/>
                        </a:cubicBezTo>
                        <a:cubicBezTo>
                          <a:pt x="311" y="1089"/>
                          <a:pt x="311" y="1089"/>
                          <a:pt x="389" y="1019"/>
                        </a:cubicBezTo>
                        <a:cubicBezTo>
                          <a:pt x="384" y="985"/>
                          <a:pt x="384" y="951"/>
                          <a:pt x="387" y="917"/>
                        </a:cubicBezTo>
                        <a:cubicBezTo>
                          <a:pt x="387" y="917"/>
                          <a:pt x="387" y="917"/>
                          <a:pt x="308" y="851"/>
                        </a:cubicBezTo>
                        <a:cubicBezTo>
                          <a:pt x="308" y="851"/>
                          <a:pt x="308" y="851"/>
                          <a:pt x="315" y="829"/>
                        </a:cubicBezTo>
                        <a:cubicBezTo>
                          <a:pt x="321" y="804"/>
                          <a:pt x="329" y="779"/>
                          <a:pt x="332" y="769"/>
                        </a:cubicBezTo>
                        <a:cubicBezTo>
                          <a:pt x="334" y="767"/>
                          <a:pt x="334" y="767"/>
                          <a:pt x="334" y="767"/>
                        </a:cubicBezTo>
                        <a:cubicBezTo>
                          <a:pt x="334" y="765"/>
                          <a:pt x="344" y="734"/>
                          <a:pt x="358" y="706"/>
                        </a:cubicBezTo>
                        <a:cubicBezTo>
                          <a:pt x="358" y="706"/>
                          <a:pt x="358" y="706"/>
                          <a:pt x="366" y="686"/>
                        </a:cubicBezTo>
                        <a:cubicBezTo>
                          <a:pt x="366" y="686"/>
                          <a:pt x="366" y="686"/>
                          <a:pt x="474" y="683"/>
                        </a:cubicBezTo>
                        <a:cubicBezTo>
                          <a:pt x="494" y="655"/>
                          <a:pt x="514" y="632"/>
                          <a:pt x="535" y="612"/>
                        </a:cubicBezTo>
                        <a:cubicBezTo>
                          <a:pt x="535" y="612"/>
                          <a:pt x="535" y="612"/>
                          <a:pt x="515" y="502"/>
                        </a:cubicBezTo>
                        <a:cubicBezTo>
                          <a:pt x="515" y="502"/>
                          <a:pt x="515" y="502"/>
                          <a:pt x="533" y="489"/>
                        </a:cubicBezTo>
                        <a:cubicBezTo>
                          <a:pt x="547" y="478"/>
                          <a:pt x="562" y="469"/>
                          <a:pt x="572" y="461"/>
                        </a:cubicBezTo>
                        <a:cubicBezTo>
                          <a:pt x="572" y="461"/>
                          <a:pt x="572" y="461"/>
                          <a:pt x="599" y="445"/>
                        </a:cubicBezTo>
                        <a:cubicBezTo>
                          <a:pt x="610" y="439"/>
                          <a:pt x="626" y="430"/>
                          <a:pt x="644" y="421"/>
                        </a:cubicBezTo>
                        <a:cubicBezTo>
                          <a:pt x="644" y="421"/>
                          <a:pt x="644" y="421"/>
                          <a:pt x="665" y="411"/>
                        </a:cubicBezTo>
                        <a:cubicBezTo>
                          <a:pt x="665" y="411"/>
                          <a:pt x="665" y="411"/>
                          <a:pt x="759" y="489"/>
                        </a:cubicBezTo>
                        <a:cubicBezTo>
                          <a:pt x="784" y="484"/>
                          <a:pt x="808" y="480"/>
                          <a:pt x="831" y="477"/>
                        </a:cubicBezTo>
                        <a:cubicBezTo>
                          <a:pt x="831" y="477"/>
                          <a:pt x="831" y="477"/>
                          <a:pt x="893" y="367"/>
                        </a:cubicBezTo>
                        <a:cubicBezTo>
                          <a:pt x="893" y="367"/>
                          <a:pt x="893" y="367"/>
                          <a:pt x="916" y="368"/>
                        </a:cubicBezTo>
                        <a:cubicBezTo>
                          <a:pt x="947" y="371"/>
                          <a:pt x="978" y="376"/>
                          <a:pt x="980" y="376"/>
                        </a:cubicBezTo>
                        <a:cubicBezTo>
                          <a:pt x="983" y="377"/>
                          <a:pt x="1013" y="382"/>
                          <a:pt x="1043" y="389"/>
                        </a:cubicBezTo>
                        <a:cubicBezTo>
                          <a:pt x="1043" y="389"/>
                          <a:pt x="1043" y="389"/>
                          <a:pt x="1064" y="395"/>
                        </a:cubicBezTo>
                        <a:cubicBezTo>
                          <a:pt x="1064" y="395"/>
                          <a:pt x="1064" y="395"/>
                          <a:pt x="1089" y="519"/>
                        </a:cubicBezTo>
                        <a:cubicBezTo>
                          <a:pt x="1111" y="529"/>
                          <a:pt x="1132" y="541"/>
                          <a:pt x="1153" y="554"/>
                        </a:cubicBezTo>
                        <a:cubicBezTo>
                          <a:pt x="1153" y="554"/>
                          <a:pt x="1153" y="554"/>
                          <a:pt x="1268" y="511"/>
                        </a:cubicBezTo>
                        <a:cubicBezTo>
                          <a:pt x="1268" y="511"/>
                          <a:pt x="1268" y="511"/>
                          <a:pt x="1284" y="527"/>
                        </a:cubicBezTo>
                        <a:cubicBezTo>
                          <a:pt x="1305" y="547"/>
                          <a:pt x="1326" y="571"/>
                          <a:pt x="1328" y="574"/>
                        </a:cubicBezTo>
                        <a:cubicBezTo>
                          <a:pt x="1331" y="578"/>
                          <a:pt x="1351" y="601"/>
                          <a:pt x="1368" y="626"/>
                        </a:cubicBezTo>
                        <a:cubicBezTo>
                          <a:pt x="1368" y="626"/>
                          <a:pt x="1368" y="626"/>
                          <a:pt x="1380" y="644"/>
                        </a:cubicBezTo>
                        <a:cubicBezTo>
                          <a:pt x="1380" y="644"/>
                          <a:pt x="1380" y="644"/>
                          <a:pt x="1327" y="742"/>
                        </a:cubicBezTo>
                        <a:cubicBezTo>
                          <a:pt x="1342" y="771"/>
                          <a:pt x="1354" y="799"/>
                          <a:pt x="1362" y="829"/>
                        </a:cubicBezTo>
                        <a:cubicBezTo>
                          <a:pt x="1362" y="829"/>
                          <a:pt x="1362" y="829"/>
                          <a:pt x="1462" y="866"/>
                        </a:cubicBezTo>
                        <a:cubicBezTo>
                          <a:pt x="1462" y="866"/>
                          <a:pt x="1462" y="866"/>
                          <a:pt x="1465" y="888"/>
                        </a:cubicBezTo>
                        <a:cubicBezTo>
                          <a:pt x="1467" y="907"/>
                          <a:pt x="1467" y="927"/>
                          <a:pt x="1468" y="939"/>
                        </a:cubicBezTo>
                        <a:cubicBezTo>
                          <a:pt x="1468" y="940"/>
                          <a:pt x="1467" y="941"/>
                          <a:pt x="1467" y="941"/>
                        </a:cubicBezTo>
                        <a:cubicBezTo>
                          <a:pt x="1467" y="941"/>
                          <a:pt x="1467" y="941"/>
                          <a:pt x="1468" y="942"/>
                        </a:cubicBezTo>
                        <a:close/>
                        <a:moveTo>
                          <a:pt x="947" y="584"/>
                        </a:moveTo>
                        <a:cubicBezTo>
                          <a:pt x="742" y="550"/>
                          <a:pt x="548" y="691"/>
                          <a:pt x="514" y="897"/>
                        </a:cubicBezTo>
                        <a:cubicBezTo>
                          <a:pt x="481" y="1102"/>
                          <a:pt x="620" y="1296"/>
                          <a:pt x="825" y="1330"/>
                        </a:cubicBezTo>
                        <a:cubicBezTo>
                          <a:pt x="1030" y="1364"/>
                          <a:pt x="1225" y="1224"/>
                          <a:pt x="1258" y="1019"/>
                        </a:cubicBezTo>
                        <a:cubicBezTo>
                          <a:pt x="1292" y="813"/>
                          <a:pt x="1152" y="617"/>
                          <a:pt x="947" y="58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sp>
            <p:nvSpPr>
              <p:cNvPr id="70" name="Oval 20">
                <a:extLst>
                  <a:ext uri="{FF2B5EF4-FFF2-40B4-BE49-F238E27FC236}">
                    <a16:creationId xmlns:a16="http://schemas.microsoft.com/office/drawing/2014/main" id="{0E9E1C67-FE51-5B69-FD5B-DBB7D5A87852}"/>
                  </a:ext>
                </a:extLst>
              </p:cNvPr>
              <p:cNvSpPr>
                <a:spLocks noChangeAspect="1" noChangeArrowheads="1"/>
              </p:cNvSpPr>
              <p:nvPr/>
            </p:nvSpPr>
            <p:spPr bwMode="auto">
              <a:xfrm>
                <a:off x="10316397"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21</a:t>
                </a:r>
              </a:p>
            </p:txBody>
          </p:sp>
        </p:grpSp>
        <p:grpSp>
          <p:nvGrpSpPr>
            <p:cNvPr id="112" name="Grupo 111">
              <a:extLst>
                <a:ext uri="{FF2B5EF4-FFF2-40B4-BE49-F238E27FC236}">
                  <a16:creationId xmlns:a16="http://schemas.microsoft.com/office/drawing/2014/main" id="{D7398F66-0639-9B93-2EAC-9EDC638339E2}"/>
                </a:ext>
              </a:extLst>
            </p:cNvPr>
            <p:cNvGrpSpPr/>
            <p:nvPr/>
          </p:nvGrpSpPr>
          <p:grpSpPr>
            <a:xfrm>
              <a:off x="2124773" y="5176000"/>
              <a:ext cx="1036959" cy="1122694"/>
              <a:chOff x="2150066" y="4970168"/>
              <a:chExt cx="1036959" cy="1122694"/>
            </a:xfrm>
          </p:grpSpPr>
          <p:grpSp>
            <p:nvGrpSpPr>
              <p:cNvPr id="45" name="bcgIcons_Business optimization ">
                <a:extLst>
                  <a:ext uri="{FF2B5EF4-FFF2-40B4-BE49-F238E27FC236}">
                    <a16:creationId xmlns:a16="http://schemas.microsoft.com/office/drawing/2014/main" id="{CA479193-E0A8-2459-394A-D1C8E58513E6}"/>
                  </a:ext>
                </a:extLst>
              </p:cNvPr>
              <p:cNvGrpSpPr>
                <a:grpSpLocks noChangeAspect="1"/>
              </p:cNvGrpSpPr>
              <p:nvPr/>
            </p:nvGrpSpPr>
            <p:grpSpPr>
              <a:xfrm>
                <a:off x="2516446" y="5141091"/>
                <a:ext cx="380413" cy="380413"/>
                <a:chOff x="5273675" y="2606675"/>
                <a:chExt cx="1644650" cy="1644650"/>
              </a:xfrm>
            </p:grpSpPr>
            <p:sp>
              <p:nvSpPr>
                <p:cNvPr id="46" name="AutoShape 3">
                  <a:extLst>
                    <a:ext uri="{FF2B5EF4-FFF2-40B4-BE49-F238E27FC236}">
                      <a16:creationId xmlns:a16="http://schemas.microsoft.com/office/drawing/2014/main" id="{D6C9C3F9-83DC-C4DB-E6A4-AD5A294AF49E}"/>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7" name="Group 46">
                  <a:extLst>
                    <a:ext uri="{FF2B5EF4-FFF2-40B4-BE49-F238E27FC236}">
                      <a16:creationId xmlns:a16="http://schemas.microsoft.com/office/drawing/2014/main" id="{4E16B81E-8469-E322-1B1D-AF5687C6E993}"/>
                    </a:ext>
                  </a:extLst>
                </p:cNvPr>
                <p:cNvGrpSpPr/>
                <p:nvPr/>
              </p:nvGrpSpPr>
              <p:grpSpPr>
                <a:xfrm>
                  <a:off x="5448499" y="2803525"/>
                  <a:ext cx="1295201" cy="1277938"/>
                  <a:chOff x="5448499" y="2803525"/>
                  <a:chExt cx="1295201" cy="1277938"/>
                </a:xfrm>
              </p:grpSpPr>
              <p:sp>
                <p:nvSpPr>
                  <p:cNvPr id="48" name="Freeform 10">
                    <a:extLst>
                      <a:ext uri="{FF2B5EF4-FFF2-40B4-BE49-F238E27FC236}">
                        <a16:creationId xmlns:a16="http://schemas.microsoft.com/office/drawing/2014/main" id="{826D0598-2E0C-A8CA-C724-A8D5AE9EF1AC}"/>
                      </a:ext>
                    </a:extLst>
                  </p:cNvPr>
                  <p:cNvSpPr>
                    <a:spLocks/>
                  </p:cNvSpPr>
                  <p:nvPr/>
                </p:nvSpPr>
                <p:spPr bwMode="auto">
                  <a:xfrm>
                    <a:off x="5448499" y="3108325"/>
                    <a:ext cx="1295201" cy="973138"/>
                  </a:xfrm>
                  <a:custGeom>
                    <a:avLst/>
                    <a:gdLst>
                      <a:gd name="connsiteX0" fmla="*/ 848020 w 1295201"/>
                      <a:gd name="connsiteY0" fmla="*/ 647700 h 973138"/>
                      <a:gd name="connsiteX1" fmla="*/ 874350 w 1295201"/>
                      <a:gd name="connsiteY1" fmla="*/ 647700 h 973138"/>
                      <a:gd name="connsiteX2" fmla="*/ 874350 w 1295201"/>
                      <a:gd name="connsiteY2" fmla="*/ 666232 h 973138"/>
                      <a:gd name="connsiteX3" fmla="*/ 907086 w 1295201"/>
                      <a:gd name="connsiteY3" fmla="*/ 676210 h 973138"/>
                      <a:gd name="connsiteX4" fmla="*/ 897834 w 1295201"/>
                      <a:gd name="connsiteY4" fmla="*/ 701157 h 973138"/>
                      <a:gd name="connsiteX5" fmla="*/ 863676 w 1295201"/>
                      <a:gd name="connsiteY5" fmla="*/ 689753 h 973138"/>
                      <a:gd name="connsiteX6" fmla="*/ 847308 w 1295201"/>
                      <a:gd name="connsiteY6" fmla="*/ 695455 h 973138"/>
                      <a:gd name="connsiteX7" fmla="*/ 841615 w 1295201"/>
                      <a:gd name="connsiteY7" fmla="*/ 708997 h 973138"/>
                      <a:gd name="connsiteX8" fmla="*/ 873639 w 1295201"/>
                      <a:gd name="connsiteY8" fmla="*/ 738220 h 973138"/>
                      <a:gd name="connsiteX9" fmla="*/ 899258 w 1295201"/>
                      <a:gd name="connsiteY9" fmla="*/ 753188 h 973138"/>
                      <a:gd name="connsiteX10" fmla="*/ 909932 w 1295201"/>
                      <a:gd name="connsiteY10" fmla="*/ 768868 h 973138"/>
                      <a:gd name="connsiteX11" fmla="*/ 914202 w 1295201"/>
                      <a:gd name="connsiteY11" fmla="*/ 788113 h 973138"/>
                      <a:gd name="connsiteX12" fmla="*/ 904239 w 1295201"/>
                      <a:gd name="connsiteY12" fmla="*/ 815910 h 973138"/>
                      <a:gd name="connsiteX13" fmla="*/ 874350 w 1295201"/>
                      <a:gd name="connsiteY13" fmla="*/ 831591 h 973138"/>
                      <a:gd name="connsiteX14" fmla="*/ 874350 w 1295201"/>
                      <a:gd name="connsiteY14" fmla="*/ 857250 h 973138"/>
                      <a:gd name="connsiteX15" fmla="*/ 848020 w 1295201"/>
                      <a:gd name="connsiteY15" fmla="*/ 857250 h 973138"/>
                      <a:gd name="connsiteX16" fmla="*/ 848020 w 1295201"/>
                      <a:gd name="connsiteY16" fmla="*/ 833729 h 973138"/>
                      <a:gd name="connsiteX17" fmla="*/ 811014 w 1295201"/>
                      <a:gd name="connsiteY17" fmla="*/ 822325 h 973138"/>
                      <a:gd name="connsiteX18" fmla="*/ 822401 w 1295201"/>
                      <a:gd name="connsiteY18" fmla="*/ 795953 h 973138"/>
                      <a:gd name="connsiteX19" fmla="*/ 857983 w 1295201"/>
                      <a:gd name="connsiteY19" fmla="*/ 808070 h 973138"/>
                      <a:gd name="connsiteX20" fmla="*/ 884313 w 1295201"/>
                      <a:gd name="connsiteY20" fmla="*/ 790251 h 973138"/>
                      <a:gd name="connsiteX21" fmla="*/ 877197 w 1295201"/>
                      <a:gd name="connsiteY21" fmla="*/ 774571 h 973138"/>
                      <a:gd name="connsiteX22" fmla="*/ 851578 w 1295201"/>
                      <a:gd name="connsiteY22" fmla="*/ 757464 h 973138"/>
                      <a:gd name="connsiteX23" fmla="*/ 825959 w 1295201"/>
                      <a:gd name="connsiteY23" fmla="*/ 742497 h 973138"/>
                      <a:gd name="connsiteX24" fmla="*/ 815284 w 1295201"/>
                      <a:gd name="connsiteY24" fmla="*/ 728241 h 973138"/>
                      <a:gd name="connsiteX25" fmla="*/ 811726 w 1295201"/>
                      <a:gd name="connsiteY25" fmla="*/ 709710 h 973138"/>
                      <a:gd name="connsiteX26" fmla="*/ 821689 w 1295201"/>
                      <a:gd name="connsiteY26" fmla="*/ 683338 h 973138"/>
                      <a:gd name="connsiteX27" fmla="*/ 848020 w 1295201"/>
                      <a:gd name="connsiteY27" fmla="*/ 667657 h 973138"/>
                      <a:gd name="connsiteX28" fmla="*/ 848020 w 1295201"/>
                      <a:gd name="connsiteY28" fmla="*/ 647700 h 973138"/>
                      <a:gd name="connsiteX29" fmla="*/ 463351 w 1295201"/>
                      <a:gd name="connsiteY29" fmla="*/ 565150 h 973138"/>
                      <a:gd name="connsiteX30" fmla="*/ 463351 w 1295201"/>
                      <a:gd name="connsiteY30" fmla="*/ 941388 h 973138"/>
                      <a:gd name="connsiteX31" fmla="*/ 1263451 w 1295201"/>
                      <a:gd name="connsiteY31" fmla="*/ 941388 h 973138"/>
                      <a:gd name="connsiteX32" fmla="*/ 1263451 w 1295201"/>
                      <a:gd name="connsiteY32" fmla="*/ 565150 h 973138"/>
                      <a:gd name="connsiteX33" fmla="*/ 463351 w 1295201"/>
                      <a:gd name="connsiteY33" fmla="*/ 565150 h 973138"/>
                      <a:gd name="connsiteX34" fmla="*/ 447303 w 1295201"/>
                      <a:gd name="connsiteY34" fmla="*/ 533400 h 973138"/>
                      <a:gd name="connsiteX35" fmla="*/ 1279499 w 1295201"/>
                      <a:gd name="connsiteY35" fmla="*/ 533400 h 973138"/>
                      <a:gd name="connsiteX36" fmla="*/ 1295201 w 1295201"/>
                      <a:gd name="connsiteY36" fmla="*/ 548440 h 973138"/>
                      <a:gd name="connsiteX37" fmla="*/ 1295201 w 1295201"/>
                      <a:gd name="connsiteY37" fmla="*/ 957382 h 973138"/>
                      <a:gd name="connsiteX38" fmla="*/ 1279499 w 1295201"/>
                      <a:gd name="connsiteY38" fmla="*/ 973138 h 973138"/>
                      <a:gd name="connsiteX39" fmla="*/ 447303 w 1295201"/>
                      <a:gd name="connsiteY39" fmla="*/ 973138 h 973138"/>
                      <a:gd name="connsiteX40" fmla="*/ 431601 w 1295201"/>
                      <a:gd name="connsiteY40" fmla="*/ 957382 h 973138"/>
                      <a:gd name="connsiteX41" fmla="*/ 431601 w 1295201"/>
                      <a:gd name="connsiteY41" fmla="*/ 548440 h 973138"/>
                      <a:gd name="connsiteX42" fmla="*/ 447303 w 1295201"/>
                      <a:gd name="connsiteY42" fmla="*/ 533400 h 973138"/>
                      <a:gd name="connsiteX43" fmla="*/ 98208 w 1295201"/>
                      <a:gd name="connsiteY43" fmla="*/ 284163 h 973138"/>
                      <a:gd name="connsiteX44" fmla="*/ 111778 w 1295201"/>
                      <a:gd name="connsiteY44" fmla="*/ 297725 h 973138"/>
                      <a:gd name="connsiteX45" fmla="*/ 190345 w 1295201"/>
                      <a:gd name="connsiteY45" fmla="*/ 376243 h 973138"/>
                      <a:gd name="connsiteX46" fmla="*/ 193202 w 1295201"/>
                      <a:gd name="connsiteY46" fmla="*/ 401939 h 973138"/>
                      <a:gd name="connsiteX47" fmla="*/ 178203 w 1295201"/>
                      <a:gd name="connsiteY47" fmla="*/ 409077 h 973138"/>
                      <a:gd name="connsiteX48" fmla="*/ 166775 w 1295201"/>
                      <a:gd name="connsiteY48" fmla="*/ 405508 h 973138"/>
                      <a:gd name="connsiteX49" fmla="*/ 117492 w 1295201"/>
                      <a:gd name="connsiteY49" fmla="*/ 356256 h 973138"/>
                      <a:gd name="connsiteX50" fmla="*/ 117492 w 1295201"/>
                      <a:gd name="connsiteY50" fmla="*/ 735282 h 973138"/>
                      <a:gd name="connsiteX51" fmla="*/ 400331 w 1295201"/>
                      <a:gd name="connsiteY51" fmla="*/ 735282 h 973138"/>
                      <a:gd name="connsiteX52" fmla="*/ 418902 w 1295201"/>
                      <a:gd name="connsiteY52" fmla="*/ 754554 h 973138"/>
                      <a:gd name="connsiteX53" fmla="*/ 400331 w 1295201"/>
                      <a:gd name="connsiteY53" fmla="*/ 773113 h 973138"/>
                      <a:gd name="connsiteX54" fmla="*/ 79637 w 1295201"/>
                      <a:gd name="connsiteY54" fmla="*/ 773113 h 973138"/>
                      <a:gd name="connsiteX55" fmla="*/ 79637 w 1295201"/>
                      <a:gd name="connsiteY55" fmla="*/ 356256 h 973138"/>
                      <a:gd name="connsiteX56" fmla="*/ 31783 w 1295201"/>
                      <a:gd name="connsiteY56" fmla="*/ 403367 h 973138"/>
                      <a:gd name="connsiteX57" fmla="*/ 5356 w 1295201"/>
                      <a:gd name="connsiteY57" fmla="*/ 403367 h 973138"/>
                      <a:gd name="connsiteX58" fmla="*/ 5356 w 1295201"/>
                      <a:gd name="connsiteY58" fmla="*/ 376957 h 973138"/>
                      <a:gd name="connsiteX59" fmla="*/ 98208 w 1295201"/>
                      <a:gd name="connsiteY59" fmla="*/ 284163 h 973138"/>
                      <a:gd name="connsiteX60" fmla="*/ 737502 w 1295201"/>
                      <a:gd name="connsiteY60" fmla="*/ 0 h 973138"/>
                      <a:gd name="connsiteX61" fmla="*/ 1058075 w 1295201"/>
                      <a:gd name="connsiteY61" fmla="*/ 0 h 973138"/>
                      <a:gd name="connsiteX62" fmla="*/ 1058075 w 1295201"/>
                      <a:gd name="connsiteY62" fmla="*/ 412272 h 973138"/>
                      <a:gd name="connsiteX63" fmla="*/ 1104483 w 1295201"/>
                      <a:gd name="connsiteY63" fmla="*/ 366701 h 973138"/>
                      <a:gd name="connsiteX64" fmla="*/ 1130900 w 1295201"/>
                      <a:gd name="connsiteY64" fmla="*/ 367413 h 973138"/>
                      <a:gd name="connsiteX65" fmla="*/ 1130900 w 1295201"/>
                      <a:gd name="connsiteY65" fmla="*/ 393759 h 973138"/>
                      <a:gd name="connsiteX66" fmla="*/ 1055219 w 1295201"/>
                      <a:gd name="connsiteY66" fmla="*/ 467811 h 973138"/>
                      <a:gd name="connsiteX67" fmla="*/ 1049507 w 1295201"/>
                      <a:gd name="connsiteY67" fmla="*/ 473508 h 973138"/>
                      <a:gd name="connsiteX68" fmla="*/ 1038797 w 1295201"/>
                      <a:gd name="connsiteY68" fmla="*/ 484188 h 973138"/>
                      <a:gd name="connsiteX69" fmla="*/ 1025232 w 1295201"/>
                      <a:gd name="connsiteY69" fmla="*/ 470659 h 973138"/>
                      <a:gd name="connsiteX70" fmla="*/ 948123 w 1295201"/>
                      <a:gd name="connsiteY70" fmla="*/ 394471 h 973138"/>
                      <a:gd name="connsiteX71" fmla="*/ 944554 w 1295201"/>
                      <a:gd name="connsiteY71" fmla="*/ 368837 h 973138"/>
                      <a:gd name="connsiteX72" fmla="*/ 970970 w 1295201"/>
                      <a:gd name="connsiteY72" fmla="*/ 365277 h 973138"/>
                      <a:gd name="connsiteX73" fmla="*/ 1020948 w 1295201"/>
                      <a:gd name="connsiteY73" fmla="*/ 413696 h 973138"/>
                      <a:gd name="connsiteX74" fmla="*/ 1020948 w 1295201"/>
                      <a:gd name="connsiteY74" fmla="*/ 37026 h 973138"/>
                      <a:gd name="connsiteX75" fmla="*/ 737502 w 1295201"/>
                      <a:gd name="connsiteY75" fmla="*/ 37026 h 973138"/>
                      <a:gd name="connsiteX76" fmla="*/ 718939 w 1295201"/>
                      <a:gd name="connsiteY76" fmla="*/ 18513 h 973138"/>
                      <a:gd name="connsiteX77" fmla="*/ 737502 w 1295201"/>
                      <a:gd name="connsiteY77" fmla="*/ 0 h 97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95201" h="973138">
                        <a:moveTo>
                          <a:pt x="848020" y="647700"/>
                        </a:moveTo>
                        <a:cubicBezTo>
                          <a:pt x="874350" y="647700"/>
                          <a:pt x="874350" y="647700"/>
                          <a:pt x="874350" y="647700"/>
                        </a:cubicBezTo>
                        <a:cubicBezTo>
                          <a:pt x="874350" y="666232"/>
                          <a:pt x="874350" y="666232"/>
                          <a:pt x="874350" y="666232"/>
                        </a:cubicBezTo>
                        <a:cubicBezTo>
                          <a:pt x="889295" y="667657"/>
                          <a:pt x="899969" y="671221"/>
                          <a:pt x="907086" y="676210"/>
                        </a:cubicBezTo>
                        <a:cubicBezTo>
                          <a:pt x="897834" y="701157"/>
                          <a:pt x="897834" y="701157"/>
                          <a:pt x="897834" y="701157"/>
                        </a:cubicBezTo>
                        <a:cubicBezTo>
                          <a:pt x="886448" y="694029"/>
                          <a:pt x="875062" y="689753"/>
                          <a:pt x="863676" y="689753"/>
                        </a:cubicBezTo>
                        <a:cubicBezTo>
                          <a:pt x="856559" y="689753"/>
                          <a:pt x="851578" y="691891"/>
                          <a:pt x="847308" y="695455"/>
                        </a:cubicBezTo>
                        <a:cubicBezTo>
                          <a:pt x="843750" y="699018"/>
                          <a:pt x="841615" y="704008"/>
                          <a:pt x="841615" y="708997"/>
                        </a:cubicBezTo>
                        <a:cubicBezTo>
                          <a:pt x="841615" y="718976"/>
                          <a:pt x="852289" y="728241"/>
                          <a:pt x="873639" y="738220"/>
                        </a:cubicBezTo>
                        <a:cubicBezTo>
                          <a:pt x="885737" y="743209"/>
                          <a:pt x="894276" y="748199"/>
                          <a:pt x="899258" y="753188"/>
                        </a:cubicBezTo>
                        <a:cubicBezTo>
                          <a:pt x="904239" y="757464"/>
                          <a:pt x="907086" y="763166"/>
                          <a:pt x="909932" y="768868"/>
                        </a:cubicBezTo>
                        <a:cubicBezTo>
                          <a:pt x="912779" y="775283"/>
                          <a:pt x="914202" y="780985"/>
                          <a:pt x="914202" y="788113"/>
                        </a:cubicBezTo>
                        <a:cubicBezTo>
                          <a:pt x="914202" y="798804"/>
                          <a:pt x="910644" y="808070"/>
                          <a:pt x="904239" y="815910"/>
                        </a:cubicBezTo>
                        <a:cubicBezTo>
                          <a:pt x="897123" y="823038"/>
                          <a:pt x="887160" y="828740"/>
                          <a:pt x="874350" y="831591"/>
                        </a:cubicBezTo>
                        <a:cubicBezTo>
                          <a:pt x="874350" y="857250"/>
                          <a:pt x="874350" y="857250"/>
                          <a:pt x="874350" y="857250"/>
                        </a:cubicBezTo>
                        <a:cubicBezTo>
                          <a:pt x="848020" y="857250"/>
                          <a:pt x="848020" y="857250"/>
                          <a:pt x="848020" y="857250"/>
                        </a:cubicBezTo>
                        <a:cubicBezTo>
                          <a:pt x="848020" y="833729"/>
                          <a:pt x="848020" y="833729"/>
                          <a:pt x="848020" y="833729"/>
                        </a:cubicBezTo>
                        <a:cubicBezTo>
                          <a:pt x="835210" y="832304"/>
                          <a:pt x="822401" y="828740"/>
                          <a:pt x="811014" y="822325"/>
                        </a:cubicBezTo>
                        <a:cubicBezTo>
                          <a:pt x="822401" y="795953"/>
                          <a:pt x="822401" y="795953"/>
                          <a:pt x="822401" y="795953"/>
                        </a:cubicBezTo>
                        <a:cubicBezTo>
                          <a:pt x="834498" y="804506"/>
                          <a:pt x="845885" y="808070"/>
                          <a:pt x="857983" y="808070"/>
                        </a:cubicBezTo>
                        <a:cubicBezTo>
                          <a:pt x="875062" y="808070"/>
                          <a:pt x="884313" y="802368"/>
                          <a:pt x="884313" y="790251"/>
                        </a:cubicBezTo>
                        <a:cubicBezTo>
                          <a:pt x="884313" y="784549"/>
                          <a:pt x="882178" y="778847"/>
                          <a:pt x="877197" y="774571"/>
                        </a:cubicBezTo>
                        <a:cubicBezTo>
                          <a:pt x="872927" y="769581"/>
                          <a:pt x="864387" y="763879"/>
                          <a:pt x="851578" y="757464"/>
                        </a:cubicBezTo>
                        <a:cubicBezTo>
                          <a:pt x="838768" y="751050"/>
                          <a:pt x="830229" y="746060"/>
                          <a:pt x="825959" y="742497"/>
                        </a:cubicBezTo>
                        <a:cubicBezTo>
                          <a:pt x="820977" y="738220"/>
                          <a:pt x="817419" y="733231"/>
                          <a:pt x="815284" y="728241"/>
                        </a:cubicBezTo>
                        <a:cubicBezTo>
                          <a:pt x="812438" y="722539"/>
                          <a:pt x="811726" y="716125"/>
                          <a:pt x="811726" y="709710"/>
                        </a:cubicBezTo>
                        <a:cubicBezTo>
                          <a:pt x="811726" y="699018"/>
                          <a:pt x="814572" y="690465"/>
                          <a:pt x="821689" y="683338"/>
                        </a:cubicBezTo>
                        <a:cubicBezTo>
                          <a:pt x="828094" y="675498"/>
                          <a:pt x="836633" y="669796"/>
                          <a:pt x="848020" y="667657"/>
                        </a:cubicBezTo>
                        <a:cubicBezTo>
                          <a:pt x="848020" y="647700"/>
                          <a:pt x="848020" y="647700"/>
                          <a:pt x="848020" y="647700"/>
                        </a:cubicBezTo>
                        <a:close/>
                        <a:moveTo>
                          <a:pt x="463351" y="565150"/>
                        </a:moveTo>
                        <a:cubicBezTo>
                          <a:pt x="463351" y="565150"/>
                          <a:pt x="463351" y="565150"/>
                          <a:pt x="463351" y="941388"/>
                        </a:cubicBezTo>
                        <a:cubicBezTo>
                          <a:pt x="463351" y="941388"/>
                          <a:pt x="463351" y="941388"/>
                          <a:pt x="1263451" y="941388"/>
                        </a:cubicBezTo>
                        <a:cubicBezTo>
                          <a:pt x="1263451" y="941388"/>
                          <a:pt x="1263451" y="941388"/>
                          <a:pt x="1263451" y="565150"/>
                        </a:cubicBezTo>
                        <a:cubicBezTo>
                          <a:pt x="1263451" y="565150"/>
                          <a:pt x="1263451" y="565150"/>
                          <a:pt x="463351" y="565150"/>
                        </a:cubicBezTo>
                        <a:close/>
                        <a:moveTo>
                          <a:pt x="447303" y="533400"/>
                        </a:moveTo>
                        <a:cubicBezTo>
                          <a:pt x="1279499" y="533400"/>
                          <a:pt x="1279499" y="533400"/>
                          <a:pt x="1279499" y="533400"/>
                        </a:cubicBezTo>
                        <a:cubicBezTo>
                          <a:pt x="1288064" y="533400"/>
                          <a:pt x="1295201" y="539846"/>
                          <a:pt x="1295201" y="548440"/>
                        </a:cubicBezTo>
                        <a:cubicBezTo>
                          <a:pt x="1295201" y="957382"/>
                          <a:pt x="1295201" y="957382"/>
                          <a:pt x="1295201" y="957382"/>
                        </a:cubicBezTo>
                        <a:cubicBezTo>
                          <a:pt x="1295201" y="965976"/>
                          <a:pt x="1288064" y="973138"/>
                          <a:pt x="1279499" y="973138"/>
                        </a:cubicBezTo>
                        <a:cubicBezTo>
                          <a:pt x="447303" y="973138"/>
                          <a:pt x="447303" y="973138"/>
                          <a:pt x="447303" y="973138"/>
                        </a:cubicBezTo>
                        <a:cubicBezTo>
                          <a:pt x="438738" y="973138"/>
                          <a:pt x="431601" y="965976"/>
                          <a:pt x="431601" y="957382"/>
                        </a:cubicBezTo>
                        <a:cubicBezTo>
                          <a:pt x="431601" y="548440"/>
                          <a:pt x="431601" y="548440"/>
                          <a:pt x="431601" y="548440"/>
                        </a:cubicBezTo>
                        <a:cubicBezTo>
                          <a:pt x="431601" y="539846"/>
                          <a:pt x="438738" y="533400"/>
                          <a:pt x="447303" y="533400"/>
                        </a:cubicBezTo>
                        <a:close/>
                        <a:moveTo>
                          <a:pt x="98208" y="284163"/>
                        </a:moveTo>
                        <a:cubicBezTo>
                          <a:pt x="98208" y="284163"/>
                          <a:pt x="98208" y="284163"/>
                          <a:pt x="111778" y="297725"/>
                        </a:cubicBezTo>
                        <a:cubicBezTo>
                          <a:pt x="139633" y="325563"/>
                          <a:pt x="184631" y="371246"/>
                          <a:pt x="190345" y="376243"/>
                        </a:cubicBezTo>
                        <a:cubicBezTo>
                          <a:pt x="197487" y="382667"/>
                          <a:pt x="198916" y="393374"/>
                          <a:pt x="193202" y="401939"/>
                        </a:cubicBezTo>
                        <a:cubicBezTo>
                          <a:pt x="189630" y="406222"/>
                          <a:pt x="183916" y="409077"/>
                          <a:pt x="178203" y="409077"/>
                        </a:cubicBezTo>
                        <a:cubicBezTo>
                          <a:pt x="173917" y="409077"/>
                          <a:pt x="170346" y="407650"/>
                          <a:pt x="166775" y="405508"/>
                        </a:cubicBezTo>
                        <a:cubicBezTo>
                          <a:pt x="165346" y="404795"/>
                          <a:pt x="163203" y="402653"/>
                          <a:pt x="117492" y="356256"/>
                        </a:cubicBezTo>
                        <a:cubicBezTo>
                          <a:pt x="117492" y="356256"/>
                          <a:pt x="117492" y="356256"/>
                          <a:pt x="117492" y="735282"/>
                        </a:cubicBezTo>
                        <a:cubicBezTo>
                          <a:pt x="117492" y="735282"/>
                          <a:pt x="117492" y="735282"/>
                          <a:pt x="400331" y="735282"/>
                        </a:cubicBezTo>
                        <a:cubicBezTo>
                          <a:pt x="411045" y="735282"/>
                          <a:pt x="418902" y="743848"/>
                          <a:pt x="418902" y="754554"/>
                        </a:cubicBezTo>
                        <a:cubicBezTo>
                          <a:pt x="418902" y="764548"/>
                          <a:pt x="411045" y="773113"/>
                          <a:pt x="400331" y="773113"/>
                        </a:cubicBezTo>
                        <a:cubicBezTo>
                          <a:pt x="400331" y="773113"/>
                          <a:pt x="400331" y="773113"/>
                          <a:pt x="79637" y="773113"/>
                        </a:cubicBezTo>
                        <a:cubicBezTo>
                          <a:pt x="79637" y="773113"/>
                          <a:pt x="79637" y="773113"/>
                          <a:pt x="79637" y="356256"/>
                        </a:cubicBezTo>
                        <a:cubicBezTo>
                          <a:pt x="79637" y="356256"/>
                          <a:pt x="79637" y="356256"/>
                          <a:pt x="31783" y="403367"/>
                        </a:cubicBezTo>
                        <a:cubicBezTo>
                          <a:pt x="24641" y="411219"/>
                          <a:pt x="12499" y="411219"/>
                          <a:pt x="5356" y="403367"/>
                        </a:cubicBezTo>
                        <a:cubicBezTo>
                          <a:pt x="-1786" y="396229"/>
                          <a:pt x="-1786" y="384095"/>
                          <a:pt x="5356" y="376957"/>
                        </a:cubicBezTo>
                        <a:cubicBezTo>
                          <a:pt x="5356" y="376957"/>
                          <a:pt x="5356" y="376957"/>
                          <a:pt x="98208" y="284163"/>
                        </a:cubicBezTo>
                        <a:close/>
                        <a:moveTo>
                          <a:pt x="737502" y="0"/>
                        </a:moveTo>
                        <a:cubicBezTo>
                          <a:pt x="737502" y="0"/>
                          <a:pt x="737502" y="0"/>
                          <a:pt x="1058075" y="0"/>
                        </a:cubicBezTo>
                        <a:cubicBezTo>
                          <a:pt x="1058075" y="0"/>
                          <a:pt x="1058075" y="0"/>
                          <a:pt x="1058075" y="412272"/>
                        </a:cubicBezTo>
                        <a:cubicBezTo>
                          <a:pt x="1058075" y="412272"/>
                          <a:pt x="1058075" y="412272"/>
                          <a:pt x="1104483" y="366701"/>
                        </a:cubicBezTo>
                        <a:cubicBezTo>
                          <a:pt x="1111622" y="359581"/>
                          <a:pt x="1123760" y="359581"/>
                          <a:pt x="1130900" y="367413"/>
                        </a:cubicBezTo>
                        <a:cubicBezTo>
                          <a:pt x="1138039" y="374534"/>
                          <a:pt x="1138039" y="386638"/>
                          <a:pt x="1130900" y="393759"/>
                        </a:cubicBezTo>
                        <a:cubicBezTo>
                          <a:pt x="1130900" y="393759"/>
                          <a:pt x="1130900" y="393759"/>
                          <a:pt x="1055219" y="467811"/>
                        </a:cubicBezTo>
                        <a:cubicBezTo>
                          <a:pt x="1053791" y="470659"/>
                          <a:pt x="1051649" y="472083"/>
                          <a:pt x="1049507" y="473508"/>
                        </a:cubicBezTo>
                        <a:cubicBezTo>
                          <a:pt x="1049507" y="473508"/>
                          <a:pt x="1049507" y="473508"/>
                          <a:pt x="1038797" y="484188"/>
                        </a:cubicBezTo>
                        <a:cubicBezTo>
                          <a:pt x="1038797" y="484188"/>
                          <a:pt x="1038797" y="484188"/>
                          <a:pt x="1025232" y="470659"/>
                        </a:cubicBezTo>
                        <a:cubicBezTo>
                          <a:pt x="998101" y="444314"/>
                          <a:pt x="953121" y="399455"/>
                          <a:pt x="948123" y="394471"/>
                        </a:cubicBezTo>
                        <a:cubicBezTo>
                          <a:pt x="940270" y="388063"/>
                          <a:pt x="938842" y="377382"/>
                          <a:pt x="944554" y="368837"/>
                        </a:cubicBezTo>
                        <a:cubicBezTo>
                          <a:pt x="950979" y="361005"/>
                          <a:pt x="962403" y="358869"/>
                          <a:pt x="970970" y="365277"/>
                        </a:cubicBezTo>
                        <a:cubicBezTo>
                          <a:pt x="972398" y="365989"/>
                          <a:pt x="974540" y="367413"/>
                          <a:pt x="1020948" y="413696"/>
                        </a:cubicBezTo>
                        <a:cubicBezTo>
                          <a:pt x="1020948" y="413696"/>
                          <a:pt x="1020948" y="413696"/>
                          <a:pt x="1020948" y="37026"/>
                        </a:cubicBezTo>
                        <a:cubicBezTo>
                          <a:pt x="1020948" y="37026"/>
                          <a:pt x="1020948" y="37026"/>
                          <a:pt x="737502" y="37026"/>
                        </a:cubicBezTo>
                        <a:cubicBezTo>
                          <a:pt x="727507" y="37026"/>
                          <a:pt x="718939" y="29194"/>
                          <a:pt x="718939" y="18513"/>
                        </a:cubicBezTo>
                        <a:cubicBezTo>
                          <a:pt x="718939" y="8545"/>
                          <a:pt x="727507" y="0"/>
                          <a:pt x="73750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49" name="Freeform 11">
                    <a:extLst>
                      <a:ext uri="{FF2B5EF4-FFF2-40B4-BE49-F238E27FC236}">
                        <a16:creationId xmlns:a16="http://schemas.microsoft.com/office/drawing/2014/main" id="{1D0F6F44-D865-5D58-F774-F029FCE01234}"/>
                      </a:ext>
                    </a:extLst>
                  </p:cNvPr>
                  <p:cNvSpPr>
                    <a:spLocks/>
                  </p:cNvSpPr>
                  <p:nvPr/>
                </p:nvSpPr>
                <p:spPr bwMode="auto">
                  <a:xfrm>
                    <a:off x="5476367" y="2803525"/>
                    <a:ext cx="1199071" cy="1208088"/>
                  </a:xfrm>
                  <a:custGeom>
                    <a:avLst/>
                    <a:gdLst>
                      <a:gd name="connsiteX0" fmla="*/ 878957 w 1199071"/>
                      <a:gd name="connsiteY0" fmla="*/ 901700 h 1208088"/>
                      <a:gd name="connsiteX1" fmla="*/ 1146793 w 1199071"/>
                      <a:gd name="connsiteY1" fmla="*/ 901700 h 1208088"/>
                      <a:gd name="connsiteX2" fmla="*/ 1148941 w 1199071"/>
                      <a:gd name="connsiteY2" fmla="*/ 903122 h 1208088"/>
                      <a:gd name="connsiteX3" fmla="*/ 1146793 w 1199071"/>
                      <a:gd name="connsiteY3" fmla="*/ 914496 h 1208088"/>
                      <a:gd name="connsiteX4" fmla="*/ 1184032 w 1199071"/>
                      <a:gd name="connsiteY4" fmla="*/ 950751 h 1208088"/>
                      <a:gd name="connsiteX5" fmla="*/ 1196923 w 1199071"/>
                      <a:gd name="connsiteY5" fmla="*/ 947907 h 1208088"/>
                      <a:gd name="connsiteX6" fmla="*/ 1199071 w 1199071"/>
                      <a:gd name="connsiteY6" fmla="*/ 950040 h 1208088"/>
                      <a:gd name="connsiteX7" fmla="*/ 1199071 w 1199071"/>
                      <a:gd name="connsiteY7" fmla="*/ 1160459 h 1208088"/>
                      <a:gd name="connsiteX8" fmla="*/ 1196923 w 1199071"/>
                      <a:gd name="connsiteY8" fmla="*/ 1161881 h 1208088"/>
                      <a:gd name="connsiteX9" fmla="*/ 1184032 w 1199071"/>
                      <a:gd name="connsiteY9" fmla="*/ 1159748 h 1208088"/>
                      <a:gd name="connsiteX10" fmla="*/ 1146793 w 1199071"/>
                      <a:gd name="connsiteY10" fmla="*/ 1195292 h 1208088"/>
                      <a:gd name="connsiteX11" fmla="*/ 1148225 w 1199071"/>
                      <a:gd name="connsiteY11" fmla="*/ 1205956 h 1208088"/>
                      <a:gd name="connsiteX12" fmla="*/ 1146793 w 1199071"/>
                      <a:gd name="connsiteY12" fmla="*/ 1208088 h 1208088"/>
                      <a:gd name="connsiteX13" fmla="*/ 878957 w 1199071"/>
                      <a:gd name="connsiteY13" fmla="*/ 1208088 h 1208088"/>
                      <a:gd name="connsiteX14" fmla="*/ 878241 w 1199071"/>
                      <a:gd name="connsiteY14" fmla="*/ 1205245 h 1208088"/>
                      <a:gd name="connsiteX15" fmla="*/ 952003 w 1199071"/>
                      <a:gd name="connsiteY15" fmla="*/ 1055250 h 1208088"/>
                      <a:gd name="connsiteX16" fmla="*/ 878241 w 1199071"/>
                      <a:gd name="connsiteY16" fmla="*/ 903833 h 1208088"/>
                      <a:gd name="connsiteX17" fmla="*/ 878957 w 1199071"/>
                      <a:gd name="connsiteY17" fmla="*/ 901700 h 1208088"/>
                      <a:gd name="connsiteX18" fmla="*/ 518927 w 1199071"/>
                      <a:gd name="connsiteY18" fmla="*/ 901700 h 1208088"/>
                      <a:gd name="connsiteX19" fmla="*/ 786633 w 1199071"/>
                      <a:gd name="connsiteY19" fmla="*/ 901700 h 1208088"/>
                      <a:gd name="connsiteX20" fmla="*/ 788065 w 1199071"/>
                      <a:gd name="connsiteY20" fmla="*/ 903833 h 1208088"/>
                      <a:gd name="connsiteX21" fmla="*/ 713622 w 1199071"/>
                      <a:gd name="connsiteY21" fmla="*/ 1055250 h 1208088"/>
                      <a:gd name="connsiteX22" fmla="*/ 788065 w 1199071"/>
                      <a:gd name="connsiteY22" fmla="*/ 1205245 h 1208088"/>
                      <a:gd name="connsiteX23" fmla="*/ 786633 w 1199071"/>
                      <a:gd name="connsiteY23" fmla="*/ 1208088 h 1208088"/>
                      <a:gd name="connsiteX24" fmla="*/ 519643 w 1199071"/>
                      <a:gd name="connsiteY24" fmla="*/ 1208088 h 1208088"/>
                      <a:gd name="connsiteX25" fmla="*/ 518211 w 1199071"/>
                      <a:gd name="connsiteY25" fmla="*/ 1205956 h 1208088"/>
                      <a:gd name="connsiteX26" fmla="*/ 519643 w 1199071"/>
                      <a:gd name="connsiteY26" fmla="*/ 1195292 h 1208088"/>
                      <a:gd name="connsiteX27" fmla="*/ 483137 w 1199071"/>
                      <a:gd name="connsiteY27" fmla="*/ 1159748 h 1208088"/>
                      <a:gd name="connsiteX28" fmla="*/ 470969 w 1199071"/>
                      <a:gd name="connsiteY28" fmla="*/ 1161170 h 1208088"/>
                      <a:gd name="connsiteX29" fmla="*/ 468821 w 1199071"/>
                      <a:gd name="connsiteY29" fmla="*/ 1159748 h 1208088"/>
                      <a:gd name="connsiteX30" fmla="*/ 468821 w 1199071"/>
                      <a:gd name="connsiteY30" fmla="*/ 950040 h 1208088"/>
                      <a:gd name="connsiteX31" fmla="*/ 470969 w 1199071"/>
                      <a:gd name="connsiteY31" fmla="*/ 948618 h 1208088"/>
                      <a:gd name="connsiteX32" fmla="*/ 483137 w 1199071"/>
                      <a:gd name="connsiteY32" fmla="*/ 950751 h 1208088"/>
                      <a:gd name="connsiteX33" fmla="*/ 519643 w 1199071"/>
                      <a:gd name="connsiteY33" fmla="*/ 914496 h 1208088"/>
                      <a:gd name="connsiteX34" fmla="*/ 518211 w 1199071"/>
                      <a:gd name="connsiteY34" fmla="*/ 903122 h 1208088"/>
                      <a:gd name="connsiteX35" fmla="*/ 518927 w 1199071"/>
                      <a:gd name="connsiteY35" fmla="*/ 901700 h 1208088"/>
                      <a:gd name="connsiteX36" fmla="*/ 326025 w 1199071"/>
                      <a:gd name="connsiteY36" fmla="*/ 182184 h 1208088"/>
                      <a:gd name="connsiteX37" fmla="*/ 273872 w 1199071"/>
                      <a:gd name="connsiteY37" fmla="*/ 193386 h 1208088"/>
                      <a:gd name="connsiteX38" fmla="*/ 204469 w 1199071"/>
                      <a:gd name="connsiteY38" fmla="*/ 370489 h 1208088"/>
                      <a:gd name="connsiteX39" fmla="*/ 381196 w 1199071"/>
                      <a:gd name="connsiteY39" fmla="*/ 440904 h 1208088"/>
                      <a:gd name="connsiteX40" fmla="*/ 449884 w 1199071"/>
                      <a:gd name="connsiteY40" fmla="*/ 263801 h 1208088"/>
                      <a:gd name="connsiteX41" fmla="*/ 326025 w 1199071"/>
                      <a:gd name="connsiteY41" fmla="*/ 182184 h 1208088"/>
                      <a:gd name="connsiteX42" fmla="*/ 423813 w 1199071"/>
                      <a:gd name="connsiteY42" fmla="*/ 0 h 1208088"/>
                      <a:gd name="connsiteX43" fmla="*/ 543626 w 1199071"/>
                      <a:gd name="connsiteY43" fmla="*/ 68477 h 1208088"/>
                      <a:gd name="connsiteX44" fmla="*/ 540060 w 1199071"/>
                      <a:gd name="connsiteY44" fmla="*/ 124115 h 1208088"/>
                      <a:gd name="connsiteX45" fmla="*/ 574293 w 1199071"/>
                      <a:gd name="connsiteY45" fmla="*/ 171193 h 1208088"/>
                      <a:gd name="connsiteX46" fmla="*/ 597828 w 1199071"/>
                      <a:gd name="connsiteY46" fmla="*/ 221837 h 1208088"/>
                      <a:gd name="connsiteX47" fmla="*/ 647750 w 1199071"/>
                      <a:gd name="connsiteY47" fmla="*/ 244663 h 1208088"/>
                      <a:gd name="connsiteX48" fmla="*/ 649176 w 1199071"/>
                      <a:gd name="connsiteY48" fmla="*/ 382331 h 1208088"/>
                      <a:gd name="connsiteX49" fmla="*/ 600680 w 1199071"/>
                      <a:gd name="connsiteY49" fmla="*/ 404443 h 1208088"/>
                      <a:gd name="connsiteX50" fmla="*/ 541487 w 1199071"/>
                      <a:gd name="connsiteY50" fmla="*/ 509298 h 1208088"/>
                      <a:gd name="connsiteX51" fmla="*/ 548618 w 1199071"/>
                      <a:gd name="connsiteY51" fmla="*/ 564223 h 1208088"/>
                      <a:gd name="connsiteX52" fmla="*/ 493704 w 1199071"/>
                      <a:gd name="connsiteY52" fmla="*/ 605594 h 1208088"/>
                      <a:gd name="connsiteX53" fmla="*/ 431658 w 1199071"/>
                      <a:gd name="connsiteY53" fmla="*/ 633413 h 1208088"/>
                      <a:gd name="connsiteX54" fmla="*/ 387441 w 1199071"/>
                      <a:gd name="connsiteY54" fmla="*/ 600601 h 1208088"/>
                      <a:gd name="connsiteX55" fmla="*/ 269054 w 1199071"/>
                      <a:gd name="connsiteY55" fmla="*/ 599888 h 1208088"/>
                      <a:gd name="connsiteX56" fmla="*/ 225550 w 1199071"/>
                      <a:gd name="connsiteY56" fmla="*/ 633413 h 1208088"/>
                      <a:gd name="connsiteX57" fmla="*/ 107163 w 1199071"/>
                      <a:gd name="connsiteY57" fmla="*/ 562083 h 1208088"/>
                      <a:gd name="connsiteX58" fmla="*/ 114295 w 1199071"/>
                      <a:gd name="connsiteY58" fmla="*/ 507159 h 1208088"/>
                      <a:gd name="connsiteX59" fmla="*/ 82202 w 1199071"/>
                      <a:gd name="connsiteY59" fmla="*/ 461507 h 1208088"/>
                      <a:gd name="connsiteX60" fmla="*/ 57241 w 1199071"/>
                      <a:gd name="connsiteY60" fmla="*/ 407296 h 1208088"/>
                      <a:gd name="connsiteX61" fmla="*/ 7319 w 1199071"/>
                      <a:gd name="connsiteY61" fmla="*/ 386610 h 1208088"/>
                      <a:gd name="connsiteX62" fmla="*/ 8745 w 1199071"/>
                      <a:gd name="connsiteY62" fmla="*/ 243950 h 1208088"/>
                      <a:gd name="connsiteX63" fmla="*/ 58667 w 1199071"/>
                      <a:gd name="connsiteY63" fmla="*/ 221124 h 1208088"/>
                      <a:gd name="connsiteX64" fmla="*/ 113582 w 1199071"/>
                      <a:gd name="connsiteY64" fmla="*/ 127681 h 1208088"/>
                      <a:gd name="connsiteX65" fmla="*/ 106450 w 1199071"/>
                      <a:gd name="connsiteY65" fmla="*/ 72044 h 1208088"/>
                      <a:gd name="connsiteX66" fmla="*/ 163504 w 1199071"/>
                      <a:gd name="connsiteY66" fmla="*/ 29959 h 1208088"/>
                      <a:gd name="connsiteX67" fmla="*/ 227690 w 1199071"/>
                      <a:gd name="connsiteY67" fmla="*/ 713 h 1208088"/>
                      <a:gd name="connsiteX68" fmla="*/ 272620 w 1199071"/>
                      <a:gd name="connsiteY68" fmla="*/ 33525 h 1208088"/>
                      <a:gd name="connsiteX69" fmla="*/ 379596 w 1199071"/>
                      <a:gd name="connsiteY69" fmla="*/ 33525 h 1208088"/>
                      <a:gd name="connsiteX70" fmla="*/ 423813 w 1199071"/>
                      <a:gd name="connsiteY70" fmla="*/ 0 h 12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99071" h="1208088">
                        <a:moveTo>
                          <a:pt x="878957" y="901700"/>
                        </a:moveTo>
                        <a:cubicBezTo>
                          <a:pt x="878957" y="901700"/>
                          <a:pt x="878957" y="901700"/>
                          <a:pt x="1146793" y="901700"/>
                        </a:cubicBezTo>
                        <a:cubicBezTo>
                          <a:pt x="1148225" y="901700"/>
                          <a:pt x="1148941" y="902411"/>
                          <a:pt x="1148941" y="903122"/>
                        </a:cubicBezTo>
                        <a:cubicBezTo>
                          <a:pt x="1147509" y="906676"/>
                          <a:pt x="1146793" y="910942"/>
                          <a:pt x="1146793" y="914496"/>
                        </a:cubicBezTo>
                        <a:cubicBezTo>
                          <a:pt x="1146793" y="934400"/>
                          <a:pt x="1163264" y="950751"/>
                          <a:pt x="1184032" y="950751"/>
                        </a:cubicBezTo>
                        <a:cubicBezTo>
                          <a:pt x="1188329" y="950751"/>
                          <a:pt x="1193342" y="950040"/>
                          <a:pt x="1196923" y="947907"/>
                        </a:cubicBezTo>
                        <a:cubicBezTo>
                          <a:pt x="1198355" y="947907"/>
                          <a:pt x="1199071" y="948618"/>
                          <a:pt x="1199071" y="950040"/>
                        </a:cubicBezTo>
                        <a:cubicBezTo>
                          <a:pt x="1199071" y="950040"/>
                          <a:pt x="1199071" y="950040"/>
                          <a:pt x="1199071" y="1160459"/>
                        </a:cubicBezTo>
                        <a:cubicBezTo>
                          <a:pt x="1199071" y="1161170"/>
                          <a:pt x="1198355" y="1161881"/>
                          <a:pt x="1196923" y="1161881"/>
                        </a:cubicBezTo>
                        <a:cubicBezTo>
                          <a:pt x="1193342" y="1160459"/>
                          <a:pt x="1188329" y="1159748"/>
                          <a:pt x="1184032" y="1159748"/>
                        </a:cubicBezTo>
                        <a:cubicBezTo>
                          <a:pt x="1163264" y="1159748"/>
                          <a:pt x="1146793" y="1176099"/>
                          <a:pt x="1146793" y="1195292"/>
                        </a:cubicBezTo>
                        <a:cubicBezTo>
                          <a:pt x="1146793" y="1198847"/>
                          <a:pt x="1146793" y="1202401"/>
                          <a:pt x="1148225" y="1205956"/>
                        </a:cubicBezTo>
                        <a:cubicBezTo>
                          <a:pt x="1148941" y="1206666"/>
                          <a:pt x="1148225" y="1208088"/>
                          <a:pt x="1146793" y="1208088"/>
                        </a:cubicBezTo>
                        <a:cubicBezTo>
                          <a:pt x="1146793" y="1208088"/>
                          <a:pt x="1146793" y="1208088"/>
                          <a:pt x="878957" y="1208088"/>
                        </a:cubicBezTo>
                        <a:cubicBezTo>
                          <a:pt x="877524" y="1208088"/>
                          <a:pt x="876808" y="1205956"/>
                          <a:pt x="878241" y="1205245"/>
                        </a:cubicBezTo>
                        <a:cubicBezTo>
                          <a:pt x="915480" y="1178942"/>
                          <a:pt x="952003" y="1121361"/>
                          <a:pt x="952003" y="1055250"/>
                        </a:cubicBezTo>
                        <a:cubicBezTo>
                          <a:pt x="952003" y="988427"/>
                          <a:pt x="915480" y="930135"/>
                          <a:pt x="878241" y="903833"/>
                        </a:cubicBezTo>
                        <a:cubicBezTo>
                          <a:pt x="876808" y="903122"/>
                          <a:pt x="877524" y="901700"/>
                          <a:pt x="878957" y="901700"/>
                        </a:cubicBezTo>
                        <a:close/>
                        <a:moveTo>
                          <a:pt x="518927" y="901700"/>
                        </a:moveTo>
                        <a:cubicBezTo>
                          <a:pt x="518927" y="901700"/>
                          <a:pt x="518927" y="901700"/>
                          <a:pt x="786633" y="901700"/>
                        </a:cubicBezTo>
                        <a:cubicBezTo>
                          <a:pt x="788780" y="901700"/>
                          <a:pt x="789496" y="903122"/>
                          <a:pt x="788065" y="903833"/>
                        </a:cubicBezTo>
                        <a:cubicBezTo>
                          <a:pt x="750128" y="930135"/>
                          <a:pt x="713622" y="988427"/>
                          <a:pt x="713622" y="1055250"/>
                        </a:cubicBezTo>
                        <a:cubicBezTo>
                          <a:pt x="713622" y="1121361"/>
                          <a:pt x="750128" y="1178942"/>
                          <a:pt x="788065" y="1205245"/>
                        </a:cubicBezTo>
                        <a:cubicBezTo>
                          <a:pt x="789496" y="1205956"/>
                          <a:pt x="788780" y="1208088"/>
                          <a:pt x="786633" y="1208088"/>
                        </a:cubicBezTo>
                        <a:cubicBezTo>
                          <a:pt x="786633" y="1208088"/>
                          <a:pt x="786633" y="1208088"/>
                          <a:pt x="519643" y="1208088"/>
                        </a:cubicBezTo>
                        <a:cubicBezTo>
                          <a:pt x="518927" y="1208088"/>
                          <a:pt x="518211" y="1206666"/>
                          <a:pt x="518211" y="1205956"/>
                        </a:cubicBezTo>
                        <a:cubicBezTo>
                          <a:pt x="518927" y="1202401"/>
                          <a:pt x="519643" y="1198847"/>
                          <a:pt x="519643" y="1195292"/>
                        </a:cubicBezTo>
                        <a:cubicBezTo>
                          <a:pt x="519643" y="1176099"/>
                          <a:pt x="503895" y="1159748"/>
                          <a:pt x="483137" y="1159748"/>
                        </a:cubicBezTo>
                        <a:cubicBezTo>
                          <a:pt x="478842" y="1159748"/>
                          <a:pt x="474548" y="1160459"/>
                          <a:pt x="470969" y="1161170"/>
                        </a:cubicBezTo>
                        <a:cubicBezTo>
                          <a:pt x="470253" y="1161881"/>
                          <a:pt x="468821" y="1161170"/>
                          <a:pt x="468821" y="1159748"/>
                        </a:cubicBezTo>
                        <a:cubicBezTo>
                          <a:pt x="468821" y="1159748"/>
                          <a:pt x="468821" y="1159748"/>
                          <a:pt x="468821" y="950040"/>
                        </a:cubicBezTo>
                        <a:cubicBezTo>
                          <a:pt x="468821" y="948618"/>
                          <a:pt x="470253" y="947907"/>
                          <a:pt x="470969" y="948618"/>
                        </a:cubicBezTo>
                        <a:cubicBezTo>
                          <a:pt x="474548" y="950040"/>
                          <a:pt x="478842" y="950751"/>
                          <a:pt x="483137" y="950751"/>
                        </a:cubicBezTo>
                        <a:cubicBezTo>
                          <a:pt x="503895" y="950751"/>
                          <a:pt x="519643" y="934400"/>
                          <a:pt x="519643" y="914496"/>
                        </a:cubicBezTo>
                        <a:cubicBezTo>
                          <a:pt x="519643" y="910942"/>
                          <a:pt x="518927" y="906676"/>
                          <a:pt x="518211" y="903122"/>
                        </a:cubicBezTo>
                        <a:cubicBezTo>
                          <a:pt x="517495" y="902411"/>
                          <a:pt x="518211" y="901700"/>
                          <a:pt x="518927" y="901700"/>
                        </a:cubicBezTo>
                        <a:close/>
                        <a:moveTo>
                          <a:pt x="326025" y="182184"/>
                        </a:moveTo>
                        <a:cubicBezTo>
                          <a:pt x="308574" y="182317"/>
                          <a:pt x="290865" y="185918"/>
                          <a:pt x="273872" y="193386"/>
                        </a:cubicBezTo>
                        <a:cubicBezTo>
                          <a:pt x="205900" y="222548"/>
                          <a:pt x="175134" y="301497"/>
                          <a:pt x="204469" y="370489"/>
                        </a:cubicBezTo>
                        <a:cubicBezTo>
                          <a:pt x="233805" y="438770"/>
                          <a:pt x="313224" y="471488"/>
                          <a:pt x="381196" y="440904"/>
                        </a:cubicBezTo>
                        <a:cubicBezTo>
                          <a:pt x="449168" y="412454"/>
                          <a:pt x="479934" y="332081"/>
                          <a:pt x="449884" y="263801"/>
                        </a:cubicBezTo>
                        <a:cubicBezTo>
                          <a:pt x="428419" y="212590"/>
                          <a:pt x="378379" y="181784"/>
                          <a:pt x="326025" y="182184"/>
                        </a:cubicBezTo>
                        <a:close/>
                        <a:moveTo>
                          <a:pt x="423813" y="0"/>
                        </a:moveTo>
                        <a:cubicBezTo>
                          <a:pt x="467317" y="13553"/>
                          <a:pt x="510107" y="37805"/>
                          <a:pt x="543626" y="68477"/>
                        </a:cubicBezTo>
                        <a:cubicBezTo>
                          <a:pt x="543626" y="68477"/>
                          <a:pt x="543626" y="68477"/>
                          <a:pt x="540060" y="124115"/>
                        </a:cubicBezTo>
                        <a:cubicBezTo>
                          <a:pt x="552898" y="138381"/>
                          <a:pt x="565021" y="154074"/>
                          <a:pt x="574293" y="171193"/>
                        </a:cubicBezTo>
                        <a:cubicBezTo>
                          <a:pt x="584277" y="188312"/>
                          <a:pt x="592122" y="205431"/>
                          <a:pt x="597828" y="221837"/>
                        </a:cubicBezTo>
                        <a:cubicBezTo>
                          <a:pt x="597828" y="221837"/>
                          <a:pt x="597828" y="221837"/>
                          <a:pt x="647750" y="244663"/>
                        </a:cubicBezTo>
                        <a:cubicBezTo>
                          <a:pt x="657021" y="290314"/>
                          <a:pt x="657734" y="338106"/>
                          <a:pt x="649176" y="382331"/>
                        </a:cubicBezTo>
                        <a:cubicBezTo>
                          <a:pt x="649176" y="382331"/>
                          <a:pt x="649176" y="382331"/>
                          <a:pt x="600680" y="404443"/>
                        </a:cubicBezTo>
                        <a:cubicBezTo>
                          <a:pt x="587843" y="442961"/>
                          <a:pt x="568587" y="479340"/>
                          <a:pt x="541487" y="509298"/>
                        </a:cubicBezTo>
                        <a:cubicBezTo>
                          <a:pt x="541487" y="509298"/>
                          <a:pt x="541487" y="509298"/>
                          <a:pt x="548618" y="564223"/>
                        </a:cubicBezTo>
                        <a:cubicBezTo>
                          <a:pt x="530789" y="579202"/>
                          <a:pt x="512247" y="592755"/>
                          <a:pt x="493704" y="605594"/>
                        </a:cubicBezTo>
                        <a:cubicBezTo>
                          <a:pt x="473022" y="616294"/>
                          <a:pt x="452340" y="625567"/>
                          <a:pt x="431658" y="633413"/>
                        </a:cubicBezTo>
                        <a:cubicBezTo>
                          <a:pt x="431658" y="633413"/>
                          <a:pt x="431658" y="633413"/>
                          <a:pt x="387441" y="600601"/>
                        </a:cubicBezTo>
                        <a:cubicBezTo>
                          <a:pt x="346790" y="609161"/>
                          <a:pt x="307565" y="609161"/>
                          <a:pt x="269054" y="599888"/>
                        </a:cubicBezTo>
                        <a:cubicBezTo>
                          <a:pt x="269054" y="599888"/>
                          <a:pt x="269054" y="599888"/>
                          <a:pt x="225550" y="633413"/>
                        </a:cubicBezTo>
                        <a:cubicBezTo>
                          <a:pt x="183473" y="617720"/>
                          <a:pt x="142822" y="594895"/>
                          <a:pt x="107163" y="562083"/>
                        </a:cubicBezTo>
                        <a:cubicBezTo>
                          <a:pt x="107163" y="562083"/>
                          <a:pt x="107163" y="562083"/>
                          <a:pt x="114295" y="507159"/>
                        </a:cubicBezTo>
                        <a:cubicBezTo>
                          <a:pt x="102171" y="493606"/>
                          <a:pt x="91473" y="478626"/>
                          <a:pt x="82202" y="461507"/>
                        </a:cubicBezTo>
                        <a:cubicBezTo>
                          <a:pt x="71504" y="445101"/>
                          <a:pt x="62946" y="425842"/>
                          <a:pt x="57241" y="407296"/>
                        </a:cubicBezTo>
                        <a:cubicBezTo>
                          <a:pt x="57241" y="407296"/>
                          <a:pt x="57241" y="407296"/>
                          <a:pt x="7319" y="386610"/>
                        </a:cubicBezTo>
                        <a:cubicBezTo>
                          <a:pt x="-2666" y="337392"/>
                          <a:pt x="-2666" y="289601"/>
                          <a:pt x="8745" y="243950"/>
                        </a:cubicBezTo>
                        <a:cubicBezTo>
                          <a:pt x="8745" y="243950"/>
                          <a:pt x="8745" y="243950"/>
                          <a:pt x="58667" y="221124"/>
                        </a:cubicBezTo>
                        <a:cubicBezTo>
                          <a:pt x="70078" y="187599"/>
                          <a:pt x="89334" y="156213"/>
                          <a:pt x="113582" y="127681"/>
                        </a:cubicBezTo>
                        <a:cubicBezTo>
                          <a:pt x="113582" y="127681"/>
                          <a:pt x="113582" y="127681"/>
                          <a:pt x="106450" y="72044"/>
                        </a:cubicBezTo>
                        <a:cubicBezTo>
                          <a:pt x="122853" y="57064"/>
                          <a:pt x="142822" y="42085"/>
                          <a:pt x="163504" y="29959"/>
                        </a:cubicBezTo>
                        <a:cubicBezTo>
                          <a:pt x="184899" y="17833"/>
                          <a:pt x="205581" y="8560"/>
                          <a:pt x="227690" y="713"/>
                        </a:cubicBezTo>
                        <a:cubicBezTo>
                          <a:pt x="227690" y="713"/>
                          <a:pt x="227690" y="713"/>
                          <a:pt x="272620" y="33525"/>
                        </a:cubicBezTo>
                        <a:cubicBezTo>
                          <a:pt x="307565" y="26392"/>
                          <a:pt x="343937" y="25679"/>
                          <a:pt x="379596" y="33525"/>
                        </a:cubicBezTo>
                        <a:cubicBezTo>
                          <a:pt x="379596" y="33525"/>
                          <a:pt x="379596" y="33525"/>
                          <a:pt x="423813"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109" name="Grupo 108">
                <a:extLst>
                  <a:ext uri="{FF2B5EF4-FFF2-40B4-BE49-F238E27FC236}">
                    <a16:creationId xmlns:a16="http://schemas.microsoft.com/office/drawing/2014/main" id="{202CF739-5D83-C54A-12F2-AAECE8C93E98}"/>
                  </a:ext>
                </a:extLst>
              </p:cNvPr>
              <p:cNvGrpSpPr/>
              <p:nvPr/>
            </p:nvGrpSpPr>
            <p:grpSpPr>
              <a:xfrm>
                <a:off x="2150066" y="4970168"/>
                <a:ext cx="1036959" cy="1122694"/>
                <a:chOff x="2150066" y="4970168"/>
                <a:chExt cx="1036959" cy="1122694"/>
              </a:xfrm>
            </p:grpSpPr>
            <p:sp>
              <p:nvSpPr>
                <p:cNvPr id="123" name="Rectangle: Rounded Corners 122">
                  <a:extLst>
                    <a:ext uri="{FF2B5EF4-FFF2-40B4-BE49-F238E27FC236}">
                      <a16:creationId xmlns:a16="http://schemas.microsoft.com/office/drawing/2014/main" id="{AF3EBF93-5811-4A78-9EE8-4DE9A52C7A69}"/>
                    </a:ext>
                  </a:extLst>
                </p:cNvPr>
                <p:cNvSpPr/>
                <p:nvPr/>
              </p:nvSpPr>
              <p:spPr>
                <a:xfrm>
                  <a:off x="2215025"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71" name="Oval 70">
                  <a:extLst>
                    <a:ext uri="{FF2B5EF4-FFF2-40B4-BE49-F238E27FC236}">
                      <a16:creationId xmlns:a16="http://schemas.microsoft.com/office/drawing/2014/main" id="{3F3CE8EA-9814-A8A5-4229-009611B65C7B}"/>
                    </a:ext>
                  </a:extLst>
                </p:cNvPr>
                <p:cNvSpPr>
                  <a:spLocks noChangeAspect="1" noChangeArrowheads="1"/>
                </p:cNvSpPr>
                <p:nvPr/>
              </p:nvSpPr>
              <p:spPr bwMode="auto">
                <a:xfrm>
                  <a:off x="2150066"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15</a:t>
                  </a:r>
                </a:p>
              </p:txBody>
            </p:sp>
          </p:grpSp>
        </p:grpSp>
        <p:grpSp>
          <p:nvGrpSpPr>
            <p:cNvPr id="115" name="Grupo 114">
              <a:extLst>
                <a:ext uri="{FF2B5EF4-FFF2-40B4-BE49-F238E27FC236}">
                  <a16:creationId xmlns:a16="http://schemas.microsoft.com/office/drawing/2014/main" id="{43301A5E-1F5D-9720-DD06-2B0C5E8A0070}"/>
                </a:ext>
              </a:extLst>
            </p:cNvPr>
            <p:cNvGrpSpPr/>
            <p:nvPr/>
          </p:nvGrpSpPr>
          <p:grpSpPr>
            <a:xfrm>
              <a:off x="7594262" y="5176000"/>
              <a:ext cx="1036959" cy="1122694"/>
              <a:chOff x="6259815" y="4970168"/>
              <a:chExt cx="1036959" cy="1122694"/>
            </a:xfrm>
          </p:grpSpPr>
          <p:sp>
            <p:nvSpPr>
              <p:cNvPr id="120" name="Rectangle: Rounded Corners 119">
                <a:extLst>
                  <a:ext uri="{FF2B5EF4-FFF2-40B4-BE49-F238E27FC236}">
                    <a16:creationId xmlns:a16="http://schemas.microsoft.com/office/drawing/2014/main" id="{851C75F7-3434-B73F-2DD4-D842102D7623}"/>
                  </a:ext>
                </a:extLst>
              </p:cNvPr>
              <p:cNvSpPr/>
              <p:nvPr/>
            </p:nvSpPr>
            <p:spPr>
              <a:xfrm>
                <a:off x="632477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a:t>
                </a:r>
                <a:br>
                  <a:rPr lang="es-CL" sz="855">
                    <a:solidFill>
                      <a:schemeClr val="tx1"/>
                    </a:solidFill>
                  </a:rPr>
                </a:br>
                <a:r>
                  <a:rPr lang="es-CL" sz="855">
                    <a:solidFill>
                      <a:schemeClr val="tx1"/>
                    </a:solidFill>
                  </a:rPr>
                  <a:t>Proyectos</a:t>
                </a:r>
              </a:p>
            </p:txBody>
          </p:sp>
          <p:grpSp>
            <p:nvGrpSpPr>
              <p:cNvPr id="35" name="bcgIcons_Tool Kit ">
                <a:extLst>
                  <a:ext uri="{FF2B5EF4-FFF2-40B4-BE49-F238E27FC236}">
                    <a16:creationId xmlns:a16="http://schemas.microsoft.com/office/drawing/2014/main" id="{DF0F639F-AA6D-ABC4-7B80-D69647EA6A5D}"/>
                  </a:ext>
                </a:extLst>
              </p:cNvPr>
              <p:cNvGrpSpPr>
                <a:grpSpLocks noChangeAspect="1"/>
              </p:cNvGrpSpPr>
              <p:nvPr/>
            </p:nvGrpSpPr>
            <p:grpSpPr>
              <a:xfrm>
                <a:off x="6583479" y="5141091"/>
                <a:ext cx="380780" cy="380413"/>
                <a:chOff x="5273675" y="2606675"/>
                <a:chExt cx="1646238" cy="1644650"/>
              </a:xfrm>
            </p:grpSpPr>
            <p:sp>
              <p:nvSpPr>
                <p:cNvPr id="36" name="AutoShape 11">
                  <a:extLst>
                    <a:ext uri="{FF2B5EF4-FFF2-40B4-BE49-F238E27FC236}">
                      <a16:creationId xmlns:a16="http://schemas.microsoft.com/office/drawing/2014/main" id="{97E0923A-C6CF-3624-49AB-1BACD26989E1}"/>
                    </a:ext>
                  </a:extLst>
                </p:cNvPr>
                <p:cNvSpPr>
                  <a:spLocks noChangeAspec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7" name="Group 36">
                  <a:extLst>
                    <a:ext uri="{FF2B5EF4-FFF2-40B4-BE49-F238E27FC236}">
                      <a16:creationId xmlns:a16="http://schemas.microsoft.com/office/drawing/2014/main" id="{3FEF06A3-7088-8042-F68F-AA2C6D809448}"/>
                    </a:ext>
                  </a:extLst>
                </p:cNvPr>
                <p:cNvGrpSpPr>
                  <a:grpSpLocks/>
                </p:cNvGrpSpPr>
                <p:nvPr/>
              </p:nvGrpSpPr>
              <p:grpSpPr>
                <a:xfrm>
                  <a:off x="5457825" y="2841625"/>
                  <a:ext cx="1275150" cy="1190625"/>
                  <a:chOff x="5457825" y="2841625"/>
                  <a:chExt cx="1275150" cy="1190625"/>
                </a:xfrm>
              </p:grpSpPr>
              <p:sp>
                <p:nvSpPr>
                  <p:cNvPr id="38" name="Freeform 9">
                    <a:extLst>
                      <a:ext uri="{FF2B5EF4-FFF2-40B4-BE49-F238E27FC236}">
                        <a16:creationId xmlns:a16="http://schemas.microsoft.com/office/drawing/2014/main" id="{08AFD972-D74F-0672-6F79-C8DDD6CE2526}"/>
                      </a:ext>
                    </a:extLst>
                  </p:cNvPr>
                  <p:cNvSpPr>
                    <a:spLocks/>
                  </p:cNvSpPr>
                  <p:nvPr/>
                </p:nvSpPr>
                <p:spPr bwMode="auto">
                  <a:xfrm>
                    <a:off x="5457825" y="2841625"/>
                    <a:ext cx="1191771" cy="1190625"/>
                  </a:xfrm>
                  <a:custGeom>
                    <a:avLst/>
                    <a:gdLst>
                      <a:gd name="connsiteX0" fmla="*/ 695044 w 1191771"/>
                      <a:gd name="connsiteY0" fmla="*/ 746141 h 1190625"/>
                      <a:gd name="connsiteX1" fmla="*/ 683590 w 1191771"/>
                      <a:gd name="connsiteY1" fmla="*/ 750948 h 1190625"/>
                      <a:gd name="connsiteX2" fmla="*/ 683590 w 1191771"/>
                      <a:gd name="connsiteY2" fmla="*/ 773027 h 1190625"/>
                      <a:gd name="connsiteX3" fmla="*/ 992129 w 1191771"/>
                      <a:gd name="connsiteY3" fmla="*/ 1079990 h 1190625"/>
                      <a:gd name="connsiteX4" fmla="*/ 1003582 w 1191771"/>
                      <a:gd name="connsiteY4" fmla="*/ 1084263 h 1190625"/>
                      <a:gd name="connsiteX5" fmla="*/ 1014320 w 1191771"/>
                      <a:gd name="connsiteY5" fmla="*/ 1079990 h 1190625"/>
                      <a:gd name="connsiteX6" fmla="*/ 1014320 w 1191771"/>
                      <a:gd name="connsiteY6" fmla="*/ 1057911 h 1190625"/>
                      <a:gd name="connsiteX7" fmla="*/ 706498 w 1191771"/>
                      <a:gd name="connsiteY7" fmla="*/ 750948 h 1190625"/>
                      <a:gd name="connsiteX8" fmla="*/ 695044 w 1191771"/>
                      <a:gd name="connsiteY8" fmla="*/ 746141 h 1190625"/>
                      <a:gd name="connsiteX9" fmla="*/ 763137 w 1191771"/>
                      <a:gd name="connsiteY9" fmla="*/ 679291 h 1190625"/>
                      <a:gd name="connsiteX10" fmla="*/ 751826 w 1191771"/>
                      <a:gd name="connsiteY10" fmla="*/ 683573 h 1190625"/>
                      <a:gd name="connsiteX11" fmla="*/ 751826 w 1191771"/>
                      <a:gd name="connsiteY11" fmla="*/ 705698 h 1190625"/>
                      <a:gd name="connsiteX12" fmla="*/ 1058936 w 1191771"/>
                      <a:gd name="connsiteY12" fmla="*/ 1013306 h 1190625"/>
                      <a:gd name="connsiteX13" fmla="*/ 1069624 w 1191771"/>
                      <a:gd name="connsiteY13" fmla="*/ 1017588 h 1190625"/>
                      <a:gd name="connsiteX14" fmla="*/ 1081025 w 1191771"/>
                      <a:gd name="connsiteY14" fmla="*/ 1013306 h 1190625"/>
                      <a:gd name="connsiteX15" fmla="*/ 1081025 w 1191771"/>
                      <a:gd name="connsiteY15" fmla="*/ 991181 h 1190625"/>
                      <a:gd name="connsiteX16" fmla="*/ 773915 w 1191771"/>
                      <a:gd name="connsiteY16" fmla="*/ 683573 h 1190625"/>
                      <a:gd name="connsiteX17" fmla="*/ 763137 w 1191771"/>
                      <a:gd name="connsiteY17" fmla="*/ 679291 h 1190625"/>
                      <a:gd name="connsiteX18" fmla="*/ 672309 w 1191771"/>
                      <a:gd name="connsiteY18" fmla="*/ 509588 h 1190625"/>
                      <a:gd name="connsiteX19" fmla="*/ 511175 w 1191771"/>
                      <a:gd name="connsiteY19" fmla="*/ 672130 h 1190625"/>
                      <a:gd name="connsiteX20" fmla="*/ 553241 w 1191771"/>
                      <a:gd name="connsiteY20" fmla="*/ 714376 h 1190625"/>
                      <a:gd name="connsiteX21" fmla="*/ 714375 w 1191771"/>
                      <a:gd name="connsiteY21" fmla="*/ 551835 h 1190625"/>
                      <a:gd name="connsiteX22" fmla="*/ 672309 w 1191771"/>
                      <a:gd name="connsiteY22" fmla="*/ 509588 h 1190625"/>
                      <a:gd name="connsiteX23" fmla="*/ 673000 w 1191771"/>
                      <a:gd name="connsiteY23" fmla="*/ 479425 h 1190625"/>
                      <a:gd name="connsiteX24" fmla="*/ 694428 w 1191771"/>
                      <a:gd name="connsiteY24" fmla="*/ 488708 h 1190625"/>
                      <a:gd name="connsiteX25" fmla="*/ 738001 w 1191771"/>
                      <a:gd name="connsiteY25" fmla="*/ 530837 h 1190625"/>
                      <a:gd name="connsiteX26" fmla="*/ 746572 w 1191771"/>
                      <a:gd name="connsiteY26" fmla="*/ 552259 h 1190625"/>
                      <a:gd name="connsiteX27" fmla="*/ 738001 w 1191771"/>
                      <a:gd name="connsiteY27" fmla="*/ 574395 h 1190625"/>
                      <a:gd name="connsiteX28" fmla="*/ 733715 w 1191771"/>
                      <a:gd name="connsiteY28" fmla="*/ 578679 h 1190625"/>
                      <a:gd name="connsiteX29" fmla="*/ 778715 w 1191771"/>
                      <a:gd name="connsiteY29" fmla="*/ 578679 h 1190625"/>
                      <a:gd name="connsiteX30" fmla="*/ 790144 w 1191771"/>
                      <a:gd name="connsiteY30" fmla="*/ 582963 h 1190625"/>
                      <a:gd name="connsiteX31" fmla="*/ 809430 w 1191771"/>
                      <a:gd name="connsiteY31" fmla="*/ 602243 h 1190625"/>
                      <a:gd name="connsiteX32" fmla="*/ 1180864 w 1191771"/>
                      <a:gd name="connsiteY32" fmla="*/ 973552 h 1190625"/>
                      <a:gd name="connsiteX33" fmla="*/ 1182293 w 1191771"/>
                      <a:gd name="connsiteY33" fmla="*/ 1043530 h 1190625"/>
                      <a:gd name="connsiteX34" fmla="*/ 1124435 w 1191771"/>
                      <a:gd name="connsiteY34" fmla="*/ 1123504 h 1190625"/>
                      <a:gd name="connsiteX35" fmla="*/ 1044434 w 1191771"/>
                      <a:gd name="connsiteY35" fmla="*/ 1181342 h 1190625"/>
                      <a:gd name="connsiteX36" fmla="*/ 1005147 w 1191771"/>
                      <a:gd name="connsiteY36" fmla="*/ 1190625 h 1190625"/>
                      <a:gd name="connsiteX37" fmla="*/ 974433 w 1191771"/>
                      <a:gd name="connsiteY37" fmla="*/ 1179200 h 1190625"/>
                      <a:gd name="connsiteX38" fmla="*/ 602999 w 1191771"/>
                      <a:gd name="connsiteY38" fmla="*/ 808605 h 1190625"/>
                      <a:gd name="connsiteX39" fmla="*/ 582998 w 1191771"/>
                      <a:gd name="connsiteY39" fmla="*/ 788611 h 1190625"/>
                      <a:gd name="connsiteX40" fmla="*/ 578712 w 1191771"/>
                      <a:gd name="connsiteY40" fmla="*/ 777901 h 1190625"/>
                      <a:gd name="connsiteX41" fmla="*/ 577284 w 1191771"/>
                      <a:gd name="connsiteY41" fmla="*/ 734343 h 1190625"/>
                      <a:gd name="connsiteX42" fmla="*/ 575141 w 1191771"/>
                      <a:gd name="connsiteY42" fmla="*/ 736485 h 1190625"/>
                      <a:gd name="connsiteX43" fmla="*/ 553712 w 1191771"/>
                      <a:gd name="connsiteY43" fmla="*/ 745768 h 1190625"/>
                      <a:gd name="connsiteX44" fmla="*/ 531569 w 1191771"/>
                      <a:gd name="connsiteY44" fmla="*/ 736485 h 1190625"/>
                      <a:gd name="connsiteX45" fmla="*/ 488711 w 1191771"/>
                      <a:gd name="connsiteY45" fmla="*/ 693642 h 1190625"/>
                      <a:gd name="connsiteX46" fmla="*/ 479425 w 1191771"/>
                      <a:gd name="connsiteY46" fmla="*/ 672220 h 1190625"/>
                      <a:gd name="connsiteX47" fmla="*/ 480140 w 1191771"/>
                      <a:gd name="connsiteY47" fmla="*/ 665080 h 1190625"/>
                      <a:gd name="connsiteX48" fmla="*/ 488711 w 1191771"/>
                      <a:gd name="connsiteY48" fmla="*/ 650085 h 1190625"/>
                      <a:gd name="connsiteX49" fmla="*/ 651571 w 1191771"/>
                      <a:gd name="connsiteY49" fmla="*/ 488708 h 1190625"/>
                      <a:gd name="connsiteX50" fmla="*/ 665857 w 1191771"/>
                      <a:gd name="connsiteY50" fmla="*/ 480139 h 1190625"/>
                      <a:gd name="connsiteX51" fmla="*/ 673000 w 1191771"/>
                      <a:gd name="connsiteY51" fmla="*/ 479425 h 1190625"/>
                      <a:gd name="connsiteX52" fmla="*/ 52387 w 1191771"/>
                      <a:gd name="connsiteY52" fmla="*/ 0 h 1190625"/>
                      <a:gd name="connsiteX53" fmla="*/ 180975 w 1191771"/>
                      <a:gd name="connsiteY53" fmla="*/ 65087 h 1190625"/>
                      <a:gd name="connsiteX54" fmla="*/ 190500 w 1191771"/>
                      <a:gd name="connsiteY54" fmla="*/ 120650 h 1190625"/>
                      <a:gd name="connsiteX55" fmla="*/ 582613 w 1191771"/>
                      <a:gd name="connsiteY55" fmla="*/ 511175 h 1190625"/>
                      <a:gd name="connsiteX56" fmla="*/ 511176 w 1191771"/>
                      <a:gd name="connsiteY56" fmla="*/ 584200 h 1190625"/>
                      <a:gd name="connsiteX57" fmla="*/ 115887 w 1191771"/>
                      <a:gd name="connsiteY57" fmla="*/ 188912 h 1190625"/>
                      <a:gd name="connsiteX58" fmla="*/ 66675 w 1191771"/>
                      <a:gd name="connsiteY58" fmla="*/ 182562 h 1190625"/>
                      <a:gd name="connsiteX59" fmla="*/ 0 w 1191771"/>
                      <a:gd name="connsiteY59" fmla="*/ 52387 h 1190625"/>
                      <a:gd name="connsiteX60" fmla="*/ 25400 w 1191771"/>
                      <a:gd name="connsiteY60" fmla="*/ 26987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91771" h="1190625">
                        <a:moveTo>
                          <a:pt x="695044" y="746141"/>
                        </a:moveTo>
                        <a:cubicBezTo>
                          <a:pt x="690928" y="746141"/>
                          <a:pt x="686812" y="747743"/>
                          <a:pt x="683590" y="750948"/>
                        </a:cubicBezTo>
                        <a:cubicBezTo>
                          <a:pt x="677863" y="757358"/>
                          <a:pt x="677863" y="767329"/>
                          <a:pt x="683590" y="773027"/>
                        </a:cubicBezTo>
                        <a:cubicBezTo>
                          <a:pt x="683590" y="773027"/>
                          <a:pt x="683590" y="773027"/>
                          <a:pt x="992129" y="1079990"/>
                        </a:cubicBezTo>
                        <a:cubicBezTo>
                          <a:pt x="994992" y="1082839"/>
                          <a:pt x="999287" y="1084263"/>
                          <a:pt x="1003582" y="1084263"/>
                        </a:cubicBezTo>
                        <a:cubicBezTo>
                          <a:pt x="1007162" y="1084263"/>
                          <a:pt x="1011457" y="1082839"/>
                          <a:pt x="1014320" y="1079990"/>
                        </a:cubicBezTo>
                        <a:cubicBezTo>
                          <a:pt x="1020763" y="1073580"/>
                          <a:pt x="1020763" y="1063609"/>
                          <a:pt x="1014320" y="1057911"/>
                        </a:cubicBezTo>
                        <a:cubicBezTo>
                          <a:pt x="1014320" y="1057911"/>
                          <a:pt x="1014320" y="1057911"/>
                          <a:pt x="706498" y="750948"/>
                        </a:cubicBezTo>
                        <a:cubicBezTo>
                          <a:pt x="703277" y="747743"/>
                          <a:pt x="699160" y="746141"/>
                          <a:pt x="695044" y="746141"/>
                        </a:cubicBezTo>
                        <a:close/>
                        <a:moveTo>
                          <a:pt x="763137" y="679291"/>
                        </a:moveTo>
                        <a:cubicBezTo>
                          <a:pt x="759129" y="679291"/>
                          <a:pt x="755032" y="680718"/>
                          <a:pt x="751826" y="683573"/>
                        </a:cubicBezTo>
                        <a:cubicBezTo>
                          <a:pt x="746125" y="689996"/>
                          <a:pt x="746125" y="699988"/>
                          <a:pt x="751826" y="705698"/>
                        </a:cubicBezTo>
                        <a:cubicBezTo>
                          <a:pt x="751826" y="705698"/>
                          <a:pt x="751826" y="705698"/>
                          <a:pt x="1058936" y="1013306"/>
                        </a:cubicBezTo>
                        <a:cubicBezTo>
                          <a:pt x="1061786" y="1016161"/>
                          <a:pt x="1066062" y="1017588"/>
                          <a:pt x="1069624" y="1017588"/>
                        </a:cubicBezTo>
                        <a:cubicBezTo>
                          <a:pt x="1073900" y="1017588"/>
                          <a:pt x="1078175" y="1016161"/>
                          <a:pt x="1081025" y="1013306"/>
                        </a:cubicBezTo>
                        <a:cubicBezTo>
                          <a:pt x="1087438" y="1006883"/>
                          <a:pt x="1087438" y="996891"/>
                          <a:pt x="1081025" y="991181"/>
                        </a:cubicBezTo>
                        <a:cubicBezTo>
                          <a:pt x="1081025" y="991181"/>
                          <a:pt x="1081025" y="991181"/>
                          <a:pt x="773915" y="683573"/>
                        </a:cubicBezTo>
                        <a:cubicBezTo>
                          <a:pt x="771065" y="680718"/>
                          <a:pt x="767146" y="679291"/>
                          <a:pt x="763137" y="679291"/>
                        </a:cubicBezTo>
                        <a:close/>
                        <a:moveTo>
                          <a:pt x="672309" y="509588"/>
                        </a:moveTo>
                        <a:cubicBezTo>
                          <a:pt x="672309" y="509588"/>
                          <a:pt x="672309" y="509588"/>
                          <a:pt x="511175" y="672130"/>
                        </a:cubicBezTo>
                        <a:cubicBezTo>
                          <a:pt x="511175" y="672130"/>
                          <a:pt x="511175" y="672130"/>
                          <a:pt x="553241" y="714376"/>
                        </a:cubicBezTo>
                        <a:cubicBezTo>
                          <a:pt x="553241" y="714376"/>
                          <a:pt x="553241" y="714376"/>
                          <a:pt x="714375" y="551835"/>
                        </a:cubicBezTo>
                        <a:cubicBezTo>
                          <a:pt x="714375" y="551835"/>
                          <a:pt x="714375" y="551835"/>
                          <a:pt x="672309" y="509588"/>
                        </a:cubicBezTo>
                        <a:close/>
                        <a:moveTo>
                          <a:pt x="673000" y="479425"/>
                        </a:moveTo>
                        <a:cubicBezTo>
                          <a:pt x="680857" y="479425"/>
                          <a:pt x="688714" y="482281"/>
                          <a:pt x="694428" y="488708"/>
                        </a:cubicBezTo>
                        <a:cubicBezTo>
                          <a:pt x="694428" y="488708"/>
                          <a:pt x="694428" y="488708"/>
                          <a:pt x="738001" y="530837"/>
                        </a:cubicBezTo>
                        <a:cubicBezTo>
                          <a:pt x="743715" y="536550"/>
                          <a:pt x="746572" y="544404"/>
                          <a:pt x="746572" y="552259"/>
                        </a:cubicBezTo>
                        <a:cubicBezTo>
                          <a:pt x="746572" y="560828"/>
                          <a:pt x="743715" y="568682"/>
                          <a:pt x="738001" y="574395"/>
                        </a:cubicBezTo>
                        <a:cubicBezTo>
                          <a:pt x="738001" y="574395"/>
                          <a:pt x="738001" y="574395"/>
                          <a:pt x="733715" y="578679"/>
                        </a:cubicBezTo>
                        <a:cubicBezTo>
                          <a:pt x="733715" y="578679"/>
                          <a:pt x="733715" y="578679"/>
                          <a:pt x="778715" y="578679"/>
                        </a:cubicBezTo>
                        <a:cubicBezTo>
                          <a:pt x="783001" y="578679"/>
                          <a:pt x="787287" y="580107"/>
                          <a:pt x="790144" y="582963"/>
                        </a:cubicBezTo>
                        <a:cubicBezTo>
                          <a:pt x="790144" y="582963"/>
                          <a:pt x="790144" y="582963"/>
                          <a:pt x="809430" y="602243"/>
                        </a:cubicBezTo>
                        <a:cubicBezTo>
                          <a:pt x="809430" y="602243"/>
                          <a:pt x="809430" y="602243"/>
                          <a:pt x="1180864" y="973552"/>
                        </a:cubicBezTo>
                        <a:cubicBezTo>
                          <a:pt x="1188721" y="982121"/>
                          <a:pt x="1200150" y="1002114"/>
                          <a:pt x="1182293" y="1043530"/>
                        </a:cubicBezTo>
                        <a:cubicBezTo>
                          <a:pt x="1170864" y="1069236"/>
                          <a:pt x="1150864" y="1097798"/>
                          <a:pt x="1124435" y="1123504"/>
                        </a:cubicBezTo>
                        <a:cubicBezTo>
                          <a:pt x="1098720" y="1149210"/>
                          <a:pt x="1070148" y="1169918"/>
                          <a:pt x="1044434" y="1181342"/>
                        </a:cubicBezTo>
                        <a:cubicBezTo>
                          <a:pt x="1028005" y="1188483"/>
                          <a:pt x="1015147" y="1190625"/>
                          <a:pt x="1005147" y="1190625"/>
                        </a:cubicBezTo>
                        <a:cubicBezTo>
                          <a:pt x="989433" y="1190625"/>
                          <a:pt x="979433" y="1184913"/>
                          <a:pt x="974433" y="1179200"/>
                        </a:cubicBezTo>
                        <a:cubicBezTo>
                          <a:pt x="974433" y="1179200"/>
                          <a:pt x="974433" y="1179200"/>
                          <a:pt x="602999" y="808605"/>
                        </a:cubicBezTo>
                        <a:cubicBezTo>
                          <a:pt x="602999" y="808605"/>
                          <a:pt x="602999" y="808605"/>
                          <a:pt x="582998" y="788611"/>
                        </a:cubicBezTo>
                        <a:cubicBezTo>
                          <a:pt x="580141" y="785755"/>
                          <a:pt x="578712" y="781471"/>
                          <a:pt x="578712" y="777901"/>
                        </a:cubicBezTo>
                        <a:cubicBezTo>
                          <a:pt x="578712" y="777901"/>
                          <a:pt x="578712" y="777901"/>
                          <a:pt x="577284" y="734343"/>
                        </a:cubicBezTo>
                        <a:cubicBezTo>
                          <a:pt x="577284" y="734343"/>
                          <a:pt x="577284" y="734343"/>
                          <a:pt x="575141" y="736485"/>
                        </a:cubicBezTo>
                        <a:cubicBezTo>
                          <a:pt x="569427" y="742912"/>
                          <a:pt x="561569" y="745768"/>
                          <a:pt x="553712" y="745768"/>
                        </a:cubicBezTo>
                        <a:cubicBezTo>
                          <a:pt x="545141" y="745768"/>
                          <a:pt x="537283" y="742912"/>
                          <a:pt x="531569" y="736485"/>
                        </a:cubicBezTo>
                        <a:cubicBezTo>
                          <a:pt x="531569" y="736485"/>
                          <a:pt x="531569" y="736485"/>
                          <a:pt x="488711" y="693642"/>
                        </a:cubicBezTo>
                        <a:cubicBezTo>
                          <a:pt x="482997" y="687930"/>
                          <a:pt x="479425" y="680075"/>
                          <a:pt x="479425" y="672220"/>
                        </a:cubicBezTo>
                        <a:cubicBezTo>
                          <a:pt x="479425" y="669364"/>
                          <a:pt x="480140" y="667222"/>
                          <a:pt x="480140" y="665080"/>
                        </a:cubicBezTo>
                        <a:cubicBezTo>
                          <a:pt x="481568" y="659367"/>
                          <a:pt x="484425" y="654369"/>
                          <a:pt x="488711" y="650085"/>
                        </a:cubicBezTo>
                        <a:cubicBezTo>
                          <a:pt x="488711" y="650085"/>
                          <a:pt x="488711" y="650085"/>
                          <a:pt x="651571" y="488708"/>
                        </a:cubicBezTo>
                        <a:cubicBezTo>
                          <a:pt x="655142" y="484424"/>
                          <a:pt x="660142" y="481567"/>
                          <a:pt x="665857" y="480139"/>
                        </a:cubicBezTo>
                        <a:cubicBezTo>
                          <a:pt x="667999" y="479425"/>
                          <a:pt x="670857" y="479425"/>
                          <a:pt x="673000" y="479425"/>
                        </a:cubicBezTo>
                        <a:close/>
                        <a:moveTo>
                          <a:pt x="52387" y="0"/>
                        </a:moveTo>
                        <a:lnTo>
                          <a:pt x="180975" y="65087"/>
                        </a:lnTo>
                        <a:lnTo>
                          <a:pt x="190500" y="120650"/>
                        </a:lnTo>
                        <a:lnTo>
                          <a:pt x="582613" y="511175"/>
                        </a:lnTo>
                        <a:lnTo>
                          <a:pt x="511176" y="584200"/>
                        </a:lnTo>
                        <a:lnTo>
                          <a:pt x="115887" y="188912"/>
                        </a:lnTo>
                        <a:lnTo>
                          <a:pt x="66675" y="182562"/>
                        </a:lnTo>
                        <a:lnTo>
                          <a:pt x="0" y="52387"/>
                        </a:lnTo>
                        <a:lnTo>
                          <a:pt x="25400" y="26987"/>
                        </a:lnTo>
                        <a:close/>
                      </a:path>
                    </a:pathLst>
                  </a:custGeom>
                  <a:solidFill>
                    <a:schemeClr val="accent1"/>
                  </a:solidFill>
                  <a:ln>
                    <a:noFill/>
                  </a:ln>
                </p:spPr>
                <p:txBody>
                  <a:bodyPr vert="horz" wrap="square" lIns="78181" tIns="39091" rIns="78181" bIns="39091" numCol="1" anchor="t" anchorCtr="0" compatLnSpc="1">
                    <a:prstTxWarp prst="textNoShape">
                      <a:avLst/>
                    </a:prstTxWarp>
                    <a:noAutofit/>
                  </a:bodyPr>
                  <a:lstStyle/>
                  <a:p>
                    <a:endParaRPr lang="es-CL"/>
                  </a:p>
                </p:txBody>
              </p:sp>
              <p:sp>
                <p:nvSpPr>
                  <p:cNvPr id="39" name="Freeform 10">
                    <a:extLst>
                      <a:ext uri="{FF2B5EF4-FFF2-40B4-BE49-F238E27FC236}">
                        <a16:creationId xmlns:a16="http://schemas.microsoft.com/office/drawing/2014/main" id="{69738524-01D9-F593-0AB6-1F8398412680}"/>
                      </a:ext>
                    </a:extLst>
                  </p:cNvPr>
                  <p:cNvSpPr>
                    <a:spLocks/>
                  </p:cNvSpPr>
                  <p:nvPr/>
                </p:nvSpPr>
                <p:spPr bwMode="auto">
                  <a:xfrm>
                    <a:off x="5562348" y="2844682"/>
                    <a:ext cx="1170627" cy="1170556"/>
                  </a:xfrm>
                  <a:custGeom>
                    <a:avLst/>
                    <a:gdLst>
                      <a:gd name="connsiteX0" fmla="*/ 94183 w 1170627"/>
                      <a:gd name="connsiteY0" fmla="*/ 1020022 h 1170556"/>
                      <a:gd name="connsiteX1" fmla="*/ 53247 w 1170627"/>
                      <a:gd name="connsiteY1" fmla="*/ 1036496 h 1170556"/>
                      <a:gd name="connsiteX2" fmla="*/ 53247 w 1170627"/>
                      <a:gd name="connsiteY2" fmla="*/ 1117979 h 1170556"/>
                      <a:gd name="connsiteX3" fmla="*/ 134584 w 1170627"/>
                      <a:gd name="connsiteY3" fmla="*/ 1117979 h 1170556"/>
                      <a:gd name="connsiteX4" fmla="*/ 134584 w 1170627"/>
                      <a:gd name="connsiteY4" fmla="*/ 1036496 h 1170556"/>
                      <a:gd name="connsiteX5" fmla="*/ 94183 w 1170627"/>
                      <a:gd name="connsiteY5" fmla="*/ 1020022 h 1170556"/>
                      <a:gd name="connsiteX6" fmla="*/ 348104 w 1170627"/>
                      <a:gd name="connsiteY6" fmla="*/ 690681 h 1170556"/>
                      <a:gd name="connsiteX7" fmla="*/ 362370 w 1170627"/>
                      <a:gd name="connsiteY7" fmla="*/ 712744 h 1170556"/>
                      <a:gd name="connsiteX8" fmla="*/ 405170 w 1170627"/>
                      <a:gd name="connsiteY8" fmla="*/ 756159 h 1170556"/>
                      <a:gd name="connsiteX9" fmla="*/ 442976 w 1170627"/>
                      <a:gd name="connsiteY9" fmla="*/ 773952 h 1170556"/>
                      <a:gd name="connsiteX10" fmla="*/ 442976 w 1170627"/>
                      <a:gd name="connsiteY10" fmla="*/ 775376 h 1170556"/>
                      <a:gd name="connsiteX11" fmla="*/ 456529 w 1170627"/>
                      <a:gd name="connsiteY11" fmla="*/ 808115 h 1170556"/>
                      <a:gd name="connsiteX12" fmla="*/ 476502 w 1170627"/>
                      <a:gd name="connsiteY12" fmla="*/ 828043 h 1170556"/>
                      <a:gd name="connsiteX13" fmla="*/ 472936 w 1170627"/>
                      <a:gd name="connsiteY13" fmla="*/ 831601 h 1170556"/>
                      <a:gd name="connsiteX14" fmla="*/ 160499 w 1170627"/>
                      <a:gd name="connsiteY14" fmla="*/ 1143334 h 1170556"/>
                      <a:gd name="connsiteX15" fmla="*/ 27820 w 1170627"/>
                      <a:gd name="connsiteY15" fmla="*/ 1143334 h 1170556"/>
                      <a:gd name="connsiteX16" fmla="*/ 27820 w 1170627"/>
                      <a:gd name="connsiteY16" fmla="*/ 1010242 h 1170556"/>
                      <a:gd name="connsiteX17" fmla="*/ 343824 w 1170627"/>
                      <a:gd name="connsiteY17" fmla="*/ 694240 h 1170556"/>
                      <a:gd name="connsiteX18" fmla="*/ 348104 w 1170627"/>
                      <a:gd name="connsiteY18" fmla="*/ 690681 h 1170556"/>
                      <a:gd name="connsiteX19" fmla="*/ 672546 w 1170627"/>
                      <a:gd name="connsiteY19" fmla="*/ 363655 h 1170556"/>
                      <a:gd name="connsiteX20" fmla="*/ 728206 w 1170627"/>
                      <a:gd name="connsiteY20" fmla="*/ 441522 h 1170556"/>
                      <a:gd name="connsiteX21" fmla="*/ 806702 w 1170627"/>
                      <a:gd name="connsiteY21" fmla="*/ 496529 h 1170556"/>
                      <a:gd name="connsiteX22" fmla="*/ 728920 w 1170627"/>
                      <a:gd name="connsiteY22" fmla="*/ 574396 h 1170556"/>
                      <a:gd name="connsiteX23" fmla="*/ 724638 w 1170627"/>
                      <a:gd name="connsiteY23" fmla="*/ 577968 h 1170556"/>
                      <a:gd name="connsiteX24" fmla="*/ 705371 w 1170627"/>
                      <a:gd name="connsiteY24" fmla="*/ 558680 h 1170556"/>
                      <a:gd name="connsiteX25" fmla="*/ 671832 w 1170627"/>
                      <a:gd name="connsiteY25" fmla="*/ 545107 h 1170556"/>
                      <a:gd name="connsiteX26" fmla="*/ 671118 w 1170627"/>
                      <a:gd name="connsiteY26" fmla="*/ 545107 h 1170556"/>
                      <a:gd name="connsiteX27" fmla="*/ 653278 w 1170627"/>
                      <a:gd name="connsiteY27" fmla="*/ 506530 h 1170556"/>
                      <a:gd name="connsiteX28" fmla="*/ 610462 w 1170627"/>
                      <a:gd name="connsiteY28" fmla="*/ 463668 h 1170556"/>
                      <a:gd name="connsiteX29" fmla="*/ 587627 w 1170627"/>
                      <a:gd name="connsiteY29" fmla="*/ 448666 h 1170556"/>
                      <a:gd name="connsiteX30" fmla="*/ 591195 w 1170627"/>
                      <a:gd name="connsiteY30" fmla="*/ 445094 h 1170556"/>
                      <a:gd name="connsiteX31" fmla="*/ 672546 w 1170627"/>
                      <a:gd name="connsiteY31" fmla="*/ 363655 h 1170556"/>
                      <a:gd name="connsiteX32" fmla="*/ 945094 w 1170627"/>
                      <a:gd name="connsiteY32" fmla="*/ 808 h 1170556"/>
                      <a:gd name="connsiteX33" fmla="*/ 1012386 w 1170627"/>
                      <a:gd name="connsiteY33" fmla="*/ 16195 h 1170556"/>
                      <a:gd name="connsiteX34" fmla="*/ 906911 w 1170627"/>
                      <a:gd name="connsiteY34" fmla="*/ 121812 h 1170556"/>
                      <a:gd name="connsiteX35" fmla="*/ 824954 w 1170627"/>
                      <a:gd name="connsiteY35" fmla="*/ 203879 h 1170556"/>
                      <a:gd name="connsiteX36" fmla="*/ 854886 w 1170627"/>
                      <a:gd name="connsiteY36" fmla="*/ 315205 h 1170556"/>
                      <a:gd name="connsiteX37" fmla="*/ 967488 w 1170627"/>
                      <a:gd name="connsiteY37" fmla="*/ 345891 h 1170556"/>
                      <a:gd name="connsiteX38" fmla="*/ 1049445 w 1170627"/>
                      <a:gd name="connsiteY38" fmla="*/ 263110 h 1170556"/>
                      <a:gd name="connsiteX39" fmla="*/ 1154920 w 1170627"/>
                      <a:gd name="connsiteY39" fmla="*/ 158207 h 1170556"/>
                      <a:gd name="connsiteX40" fmla="*/ 1099331 w 1170627"/>
                      <a:gd name="connsiteY40" fmla="*/ 417254 h 1170556"/>
                      <a:gd name="connsiteX41" fmla="*/ 752975 w 1170627"/>
                      <a:gd name="connsiteY41" fmla="*/ 417254 h 1170556"/>
                      <a:gd name="connsiteX42" fmla="*/ 752975 w 1170627"/>
                      <a:gd name="connsiteY42" fmla="*/ 71858 h 1170556"/>
                      <a:gd name="connsiteX43" fmla="*/ 945094 w 1170627"/>
                      <a:gd name="connsiteY43" fmla="*/ 808 h 117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0627" h="1170556">
                        <a:moveTo>
                          <a:pt x="94183" y="1020022"/>
                        </a:moveTo>
                        <a:cubicBezTo>
                          <a:pt x="79467" y="1020022"/>
                          <a:pt x="64663" y="1025514"/>
                          <a:pt x="53247" y="1036496"/>
                        </a:cubicBezTo>
                        <a:cubicBezTo>
                          <a:pt x="30415" y="1059170"/>
                          <a:pt x="30415" y="1095306"/>
                          <a:pt x="53247" y="1117979"/>
                        </a:cubicBezTo>
                        <a:cubicBezTo>
                          <a:pt x="76078" y="1139944"/>
                          <a:pt x="112466" y="1139944"/>
                          <a:pt x="134584" y="1117979"/>
                        </a:cubicBezTo>
                        <a:cubicBezTo>
                          <a:pt x="157415" y="1095306"/>
                          <a:pt x="157415" y="1059170"/>
                          <a:pt x="134584" y="1036496"/>
                        </a:cubicBezTo>
                        <a:cubicBezTo>
                          <a:pt x="123525" y="1025514"/>
                          <a:pt x="108898" y="1020022"/>
                          <a:pt x="94183" y="1020022"/>
                        </a:cubicBezTo>
                        <a:close/>
                        <a:moveTo>
                          <a:pt x="348104" y="690681"/>
                        </a:moveTo>
                        <a:cubicBezTo>
                          <a:pt x="350957" y="698510"/>
                          <a:pt x="355950" y="706339"/>
                          <a:pt x="362370" y="712744"/>
                        </a:cubicBezTo>
                        <a:cubicBezTo>
                          <a:pt x="362370" y="712744"/>
                          <a:pt x="362370" y="712744"/>
                          <a:pt x="405170" y="756159"/>
                        </a:cubicBezTo>
                        <a:cubicBezTo>
                          <a:pt x="415156" y="766123"/>
                          <a:pt x="428709" y="772529"/>
                          <a:pt x="442976" y="773952"/>
                        </a:cubicBezTo>
                        <a:cubicBezTo>
                          <a:pt x="442976" y="773952"/>
                          <a:pt x="442976" y="773952"/>
                          <a:pt x="442976" y="775376"/>
                        </a:cubicBezTo>
                        <a:cubicBezTo>
                          <a:pt x="443689" y="788186"/>
                          <a:pt x="447969" y="799574"/>
                          <a:pt x="456529" y="808115"/>
                        </a:cubicBezTo>
                        <a:cubicBezTo>
                          <a:pt x="456529" y="808115"/>
                          <a:pt x="456529" y="808115"/>
                          <a:pt x="476502" y="828043"/>
                        </a:cubicBezTo>
                        <a:cubicBezTo>
                          <a:pt x="476502" y="828043"/>
                          <a:pt x="476502" y="828043"/>
                          <a:pt x="472936" y="831601"/>
                        </a:cubicBezTo>
                        <a:cubicBezTo>
                          <a:pt x="472936" y="831601"/>
                          <a:pt x="472936" y="831601"/>
                          <a:pt x="160499" y="1143334"/>
                        </a:cubicBezTo>
                        <a:cubicBezTo>
                          <a:pt x="124119" y="1179631"/>
                          <a:pt x="64200" y="1179631"/>
                          <a:pt x="27820" y="1143334"/>
                        </a:cubicBezTo>
                        <a:cubicBezTo>
                          <a:pt x="-9273" y="1106324"/>
                          <a:pt x="-9273" y="1047252"/>
                          <a:pt x="27820" y="1010242"/>
                        </a:cubicBezTo>
                        <a:cubicBezTo>
                          <a:pt x="27820" y="1010242"/>
                          <a:pt x="27820" y="1010242"/>
                          <a:pt x="343824" y="694240"/>
                        </a:cubicBezTo>
                        <a:cubicBezTo>
                          <a:pt x="343824" y="694240"/>
                          <a:pt x="343824" y="694240"/>
                          <a:pt x="348104" y="690681"/>
                        </a:cubicBezTo>
                        <a:close/>
                        <a:moveTo>
                          <a:pt x="672546" y="363655"/>
                        </a:moveTo>
                        <a:cubicBezTo>
                          <a:pt x="686104" y="392230"/>
                          <a:pt x="704658" y="418662"/>
                          <a:pt x="728206" y="441522"/>
                        </a:cubicBezTo>
                        <a:cubicBezTo>
                          <a:pt x="751755" y="465096"/>
                          <a:pt x="778158" y="483670"/>
                          <a:pt x="806702" y="496529"/>
                        </a:cubicBezTo>
                        <a:cubicBezTo>
                          <a:pt x="806702" y="496529"/>
                          <a:pt x="806702" y="496529"/>
                          <a:pt x="728920" y="574396"/>
                        </a:cubicBezTo>
                        <a:cubicBezTo>
                          <a:pt x="728920" y="574396"/>
                          <a:pt x="728920" y="574396"/>
                          <a:pt x="724638" y="577968"/>
                        </a:cubicBezTo>
                        <a:cubicBezTo>
                          <a:pt x="724638" y="577968"/>
                          <a:pt x="724638" y="577968"/>
                          <a:pt x="705371" y="558680"/>
                        </a:cubicBezTo>
                        <a:cubicBezTo>
                          <a:pt x="696808" y="550107"/>
                          <a:pt x="684677" y="545107"/>
                          <a:pt x="671832" y="545107"/>
                        </a:cubicBezTo>
                        <a:cubicBezTo>
                          <a:pt x="671832" y="545107"/>
                          <a:pt x="671832" y="545107"/>
                          <a:pt x="671118" y="545107"/>
                        </a:cubicBezTo>
                        <a:cubicBezTo>
                          <a:pt x="669691" y="530105"/>
                          <a:pt x="663269" y="516531"/>
                          <a:pt x="653278" y="506530"/>
                        </a:cubicBezTo>
                        <a:cubicBezTo>
                          <a:pt x="653278" y="506530"/>
                          <a:pt x="653278" y="506530"/>
                          <a:pt x="610462" y="463668"/>
                        </a:cubicBezTo>
                        <a:cubicBezTo>
                          <a:pt x="603326" y="456524"/>
                          <a:pt x="596190" y="452238"/>
                          <a:pt x="587627" y="448666"/>
                        </a:cubicBezTo>
                        <a:cubicBezTo>
                          <a:pt x="587627" y="448666"/>
                          <a:pt x="587627" y="448666"/>
                          <a:pt x="591195" y="445094"/>
                        </a:cubicBezTo>
                        <a:cubicBezTo>
                          <a:pt x="591195" y="445094"/>
                          <a:pt x="591195" y="445094"/>
                          <a:pt x="672546" y="363655"/>
                        </a:cubicBezTo>
                        <a:close/>
                        <a:moveTo>
                          <a:pt x="945094" y="808"/>
                        </a:moveTo>
                        <a:cubicBezTo>
                          <a:pt x="967978" y="2681"/>
                          <a:pt x="990649" y="7810"/>
                          <a:pt x="1012386" y="16195"/>
                        </a:cubicBezTo>
                        <a:cubicBezTo>
                          <a:pt x="1012386" y="16195"/>
                          <a:pt x="1012386" y="16195"/>
                          <a:pt x="906911" y="121812"/>
                        </a:cubicBezTo>
                        <a:cubicBezTo>
                          <a:pt x="906911" y="121812"/>
                          <a:pt x="906911" y="121812"/>
                          <a:pt x="824954" y="203879"/>
                        </a:cubicBezTo>
                        <a:cubicBezTo>
                          <a:pt x="824954" y="203879"/>
                          <a:pt x="824954" y="203879"/>
                          <a:pt x="854886" y="315205"/>
                        </a:cubicBezTo>
                        <a:cubicBezTo>
                          <a:pt x="854886" y="315205"/>
                          <a:pt x="854886" y="315205"/>
                          <a:pt x="967488" y="345891"/>
                        </a:cubicBezTo>
                        <a:cubicBezTo>
                          <a:pt x="967488" y="345891"/>
                          <a:pt x="967488" y="345891"/>
                          <a:pt x="1049445" y="263110"/>
                        </a:cubicBezTo>
                        <a:cubicBezTo>
                          <a:pt x="1049445" y="263110"/>
                          <a:pt x="1049445" y="263110"/>
                          <a:pt x="1154920" y="158207"/>
                        </a:cubicBezTo>
                        <a:cubicBezTo>
                          <a:pt x="1187702" y="245983"/>
                          <a:pt x="1169173" y="347318"/>
                          <a:pt x="1099331" y="417254"/>
                        </a:cubicBezTo>
                        <a:cubicBezTo>
                          <a:pt x="1003834" y="512880"/>
                          <a:pt x="848472" y="512880"/>
                          <a:pt x="752975" y="417254"/>
                        </a:cubicBezTo>
                        <a:cubicBezTo>
                          <a:pt x="657477" y="321628"/>
                          <a:pt x="657477" y="167484"/>
                          <a:pt x="752975" y="71858"/>
                        </a:cubicBezTo>
                        <a:cubicBezTo>
                          <a:pt x="805890" y="18871"/>
                          <a:pt x="876444" y="-4812"/>
                          <a:pt x="945094" y="808"/>
                        </a:cubicBezTo>
                        <a:close/>
                      </a:path>
                    </a:pathLst>
                  </a:custGeom>
                  <a:solidFill>
                    <a:schemeClr val="tx2"/>
                  </a:solidFill>
                  <a:ln>
                    <a:noFill/>
                  </a:ln>
                </p:spPr>
                <p:txBody>
                  <a:bodyPr vert="horz" wrap="square" lIns="78181" tIns="39091" rIns="78181" bIns="39091" numCol="1" anchor="t" anchorCtr="0" compatLnSpc="1">
                    <a:prstTxWarp prst="textNoShape">
                      <a:avLst/>
                    </a:prstTxWarp>
                    <a:noAutofit/>
                  </a:bodyPr>
                  <a:lstStyle/>
                  <a:p>
                    <a:endParaRPr lang="es-CL"/>
                  </a:p>
                </p:txBody>
              </p:sp>
            </p:grpSp>
          </p:grpSp>
          <p:sp>
            <p:nvSpPr>
              <p:cNvPr id="72" name="Oval 20">
                <a:extLst>
                  <a:ext uri="{FF2B5EF4-FFF2-40B4-BE49-F238E27FC236}">
                    <a16:creationId xmlns:a16="http://schemas.microsoft.com/office/drawing/2014/main" id="{7177398A-5E74-AEFE-1A6F-E7F73C4B8854}"/>
                  </a:ext>
                </a:extLst>
              </p:cNvPr>
              <p:cNvSpPr>
                <a:spLocks noChangeAspect="1" noChangeArrowheads="1"/>
              </p:cNvSpPr>
              <p:nvPr/>
            </p:nvSpPr>
            <p:spPr bwMode="auto">
              <a:xfrm>
                <a:off x="625981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19</a:t>
                </a:r>
              </a:p>
            </p:txBody>
          </p:sp>
        </p:grpSp>
        <p:grpSp>
          <p:nvGrpSpPr>
            <p:cNvPr id="114" name="Grupo 113">
              <a:extLst>
                <a:ext uri="{FF2B5EF4-FFF2-40B4-BE49-F238E27FC236}">
                  <a16:creationId xmlns:a16="http://schemas.microsoft.com/office/drawing/2014/main" id="{3FA22BEB-CD5B-3BE9-B610-092FAEC1E345}"/>
                </a:ext>
              </a:extLst>
            </p:cNvPr>
            <p:cNvGrpSpPr/>
            <p:nvPr/>
          </p:nvGrpSpPr>
          <p:grpSpPr>
            <a:xfrm>
              <a:off x="6210650" y="5176000"/>
              <a:ext cx="1036959" cy="1122694"/>
              <a:chOff x="4861544" y="4970168"/>
              <a:chExt cx="1036959" cy="1122694"/>
            </a:xfrm>
          </p:grpSpPr>
          <p:sp>
            <p:nvSpPr>
              <p:cNvPr id="126" name="Rectangle: Rounded Corners 125">
                <a:extLst>
                  <a:ext uri="{FF2B5EF4-FFF2-40B4-BE49-F238E27FC236}">
                    <a16:creationId xmlns:a16="http://schemas.microsoft.com/office/drawing/2014/main" id="{675393D6-36FB-0C41-85D7-F77DAE1486CA}"/>
                  </a:ext>
                </a:extLst>
              </p:cNvPr>
              <p:cNvSpPr/>
              <p:nvPr/>
            </p:nvSpPr>
            <p:spPr>
              <a:xfrm>
                <a:off x="4926503"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de compras y contratos</a:t>
                </a:r>
              </a:p>
            </p:txBody>
          </p:sp>
          <p:sp>
            <p:nvSpPr>
              <p:cNvPr id="68" name="Oval 20">
                <a:extLst>
                  <a:ext uri="{FF2B5EF4-FFF2-40B4-BE49-F238E27FC236}">
                    <a16:creationId xmlns:a16="http://schemas.microsoft.com/office/drawing/2014/main" id="{5C84F3EF-33B0-746D-D4CC-20B2BDA53458}"/>
                  </a:ext>
                </a:extLst>
              </p:cNvPr>
              <p:cNvSpPr>
                <a:spLocks noChangeAspect="1" noChangeArrowheads="1"/>
              </p:cNvSpPr>
              <p:nvPr/>
            </p:nvSpPr>
            <p:spPr bwMode="auto">
              <a:xfrm>
                <a:off x="4861544"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18</a:t>
                </a:r>
              </a:p>
            </p:txBody>
          </p:sp>
          <p:grpSp>
            <p:nvGrpSpPr>
              <p:cNvPr id="7" name="bcgIcons_Sale ">
                <a:extLst>
                  <a:ext uri="{FF2B5EF4-FFF2-40B4-BE49-F238E27FC236}">
                    <a16:creationId xmlns:a16="http://schemas.microsoft.com/office/drawing/2014/main" id="{117059B6-C9A7-617F-B65E-391A5084FEC1}"/>
                  </a:ext>
                </a:extLst>
              </p:cNvPr>
              <p:cNvGrpSpPr>
                <a:grpSpLocks noChangeAspect="1"/>
              </p:cNvGrpSpPr>
              <p:nvPr/>
            </p:nvGrpSpPr>
            <p:grpSpPr bwMode="auto">
              <a:xfrm>
                <a:off x="5228101" y="5141091"/>
                <a:ext cx="380061" cy="380413"/>
                <a:chOff x="1682" y="0"/>
                <a:chExt cx="4316" cy="4320"/>
              </a:xfrm>
            </p:grpSpPr>
            <p:sp>
              <p:nvSpPr>
                <p:cNvPr id="8" name="AutoShape 3">
                  <a:extLst>
                    <a:ext uri="{FF2B5EF4-FFF2-40B4-BE49-F238E27FC236}">
                      <a16:creationId xmlns:a16="http://schemas.microsoft.com/office/drawing/2014/main" id="{E8F61CDF-EECD-AD19-1A89-056D53D9C8FA}"/>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9" name="Freeform 5">
                  <a:extLst>
                    <a:ext uri="{FF2B5EF4-FFF2-40B4-BE49-F238E27FC236}">
                      <a16:creationId xmlns:a16="http://schemas.microsoft.com/office/drawing/2014/main" id="{50221B7B-A83D-6178-F873-9DD3FAF5BBCE}"/>
                    </a:ext>
                  </a:extLst>
                </p:cNvPr>
                <p:cNvSpPr>
                  <a:spLocks/>
                </p:cNvSpPr>
                <p:nvPr/>
              </p:nvSpPr>
              <p:spPr bwMode="auto">
                <a:xfrm>
                  <a:off x="2394" y="677"/>
                  <a:ext cx="2894" cy="2966"/>
                </a:xfrm>
                <a:custGeom>
                  <a:avLst/>
                  <a:gdLst>
                    <a:gd name="T0" fmla="*/ 704 w 1545"/>
                    <a:gd name="T1" fmla="*/ 1582 h 1582"/>
                    <a:gd name="T2" fmla="*/ 674 w 1545"/>
                    <a:gd name="T3" fmla="*/ 1571 h 1582"/>
                    <a:gd name="T4" fmla="*/ 15 w 1545"/>
                    <a:gd name="T5" fmla="*/ 959 h 1582"/>
                    <a:gd name="T6" fmla="*/ 1 w 1545"/>
                    <a:gd name="T7" fmla="*/ 929 h 1582"/>
                    <a:gd name="T8" fmla="*/ 12 w 1545"/>
                    <a:gd name="T9" fmla="*/ 897 h 1582"/>
                    <a:gd name="T10" fmla="*/ 717 w 1545"/>
                    <a:gd name="T11" fmla="*/ 136 h 1582"/>
                    <a:gd name="T12" fmla="*/ 727 w 1545"/>
                    <a:gd name="T13" fmla="*/ 130 h 1582"/>
                    <a:gd name="T14" fmla="*/ 1136 w 1545"/>
                    <a:gd name="T15" fmla="*/ 4 h 1582"/>
                    <a:gd name="T16" fmla="*/ 1139 w 1545"/>
                    <a:gd name="T17" fmla="*/ 3 h 1582"/>
                    <a:gd name="T18" fmla="*/ 1180 w 1545"/>
                    <a:gd name="T19" fmla="*/ 13 h 1582"/>
                    <a:gd name="T20" fmla="*/ 1529 w 1545"/>
                    <a:gd name="T21" fmla="*/ 336 h 1582"/>
                    <a:gd name="T22" fmla="*/ 1542 w 1545"/>
                    <a:gd name="T23" fmla="*/ 379 h 1582"/>
                    <a:gd name="T24" fmla="*/ 1542 w 1545"/>
                    <a:gd name="T25" fmla="*/ 380 h 1582"/>
                    <a:gd name="T26" fmla="*/ 1447 w 1545"/>
                    <a:gd name="T27" fmla="*/ 797 h 1582"/>
                    <a:gd name="T28" fmla="*/ 1441 w 1545"/>
                    <a:gd name="T29" fmla="*/ 807 h 1582"/>
                    <a:gd name="T30" fmla="*/ 736 w 1545"/>
                    <a:gd name="T31" fmla="*/ 1568 h 1582"/>
                    <a:gd name="T32" fmla="*/ 706 w 1545"/>
                    <a:gd name="T33" fmla="*/ 1582 h 1582"/>
                    <a:gd name="T34" fmla="*/ 704 w 1545"/>
                    <a:gd name="T35" fmla="*/ 1582 h 1582"/>
                    <a:gd name="T36" fmla="*/ 704 w 1545"/>
                    <a:gd name="T37" fmla="*/ 1538 h 1582"/>
                    <a:gd name="T38" fmla="*/ 704 w 1545"/>
                    <a:gd name="T39" fmla="*/ 1538 h 1582"/>
                    <a:gd name="T40" fmla="*/ 704 w 1545"/>
                    <a:gd name="T41" fmla="*/ 1538 h 1582"/>
                    <a:gd name="T42" fmla="*/ 746 w 1545"/>
                    <a:gd name="T43" fmla="*/ 171 h 1582"/>
                    <a:gd name="T44" fmla="*/ 45 w 1545"/>
                    <a:gd name="T45" fmla="*/ 927 h 1582"/>
                    <a:gd name="T46" fmla="*/ 704 w 1545"/>
                    <a:gd name="T47" fmla="*/ 1538 h 1582"/>
                    <a:gd name="T48" fmla="*/ 1405 w 1545"/>
                    <a:gd name="T49" fmla="*/ 782 h 1582"/>
                    <a:gd name="T50" fmla="*/ 1499 w 1545"/>
                    <a:gd name="T51" fmla="*/ 371 h 1582"/>
                    <a:gd name="T52" fmla="*/ 1499 w 1545"/>
                    <a:gd name="T53" fmla="*/ 369 h 1582"/>
                    <a:gd name="T54" fmla="*/ 1151 w 1545"/>
                    <a:gd name="T55" fmla="*/ 46 h 1582"/>
                    <a:gd name="T56" fmla="*/ 1147 w 1545"/>
                    <a:gd name="T57" fmla="*/ 46 h 1582"/>
                    <a:gd name="T58" fmla="*/ 746 w 1545"/>
                    <a:gd name="T59" fmla="*/ 17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5" h="1582">
                      <a:moveTo>
                        <a:pt x="704" y="1582"/>
                      </a:moveTo>
                      <a:cubicBezTo>
                        <a:pt x="693" y="1582"/>
                        <a:pt x="682" y="1578"/>
                        <a:pt x="674" y="1571"/>
                      </a:cubicBezTo>
                      <a:cubicBezTo>
                        <a:pt x="15" y="959"/>
                        <a:pt x="15" y="959"/>
                        <a:pt x="15" y="959"/>
                      </a:cubicBezTo>
                      <a:cubicBezTo>
                        <a:pt x="6" y="951"/>
                        <a:pt x="1" y="941"/>
                        <a:pt x="1" y="929"/>
                      </a:cubicBezTo>
                      <a:cubicBezTo>
                        <a:pt x="0" y="917"/>
                        <a:pt x="4" y="906"/>
                        <a:pt x="12" y="897"/>
                      </a:cubicBezTo>
                      <a:cubicBezTo>
                        <a:pt x="717" y="136"/>
                        <a:pt x="717" y="136"/>
                        <a:pt x="717" y="136"/>
                      </a:cubicBezTo>
                      <a:cubicBezTo>
                        <a:pt x="720" y="134"/>
                        <a:pt x="723" y="132"/>
                        <a:pt x="727" y="130"/>
                      </a:cubicBezTo>
                      <a:cubicBezTo>
                        <a:pt x="1136" y="4"/>
                        <a:pt x="1136" y="4"/>
                        <a:pt x="1136" y="4"/>
                      </a:cubicBezTo>
                      <a:cubicBezTo>
                        <a:pt x="1137" y="3"/>
                        <a:pt x="1138" y="3"/>
                        <a:pt x="1139" y="3"/>
                      </a:cubicBezTo>
                      <a:cubicBezTo>
                        <a:pt x="1150" y="1"/>
                        <a:pt x="1166" y="0"/>
                        <a:pt x="1180" y="13"/>
                      </a:cubicBezTo>
                      <a:cubicBezTo>
                        <a:pt x="1529" y="336"/>
                        <a:pt x="1529" y="336"/>
                        <a:pt x="1529" y="336"/>
                      </a:cubicBezTo>
                      <a:cubicBezTo>
                        <a:pt x="1540" y="347"/>
                        <a:pt x="1545" y="363"/>
                        <a:pt x="1542" y="379"/>
                      </a:cubicBezTo>
                      <a:cubicBezTo>
                        <a:pt x="1542" y="380"/>
                        <a:pt x="1542" y="380"/>
                        <a:pt x="1542" y="380"/>
                      </a:cubicBezTo>
                      <a:cubicBezTo>
                        <a:pt x="1447" y="797"/>
                        <a:pt x="1447" y="797"/>
                        <a:pt x="1447" y="797"/>
                      </a:cubicBezTo>
                      <a:cubicBezTo>
                        <a:pt x="1446" y="801"/>
                        <a:pt x="1444" y="805"/>
                        <a:pt x="1441" y="807"/>
                      </a:cubicBezTo>
                      <a:cubicBezTo>
                        <a:pt x="736" y="1568"/>
                        <a:pt x="736" y="1568"/>
                        <a:pt x="736" y="1568"/>
                      </a:cubicBezTo>
                      <a:cubicBezTo>
                        <a:pt x="728" y="1577"/>
                        <a:pt x="718" y="1582"/>
                        <a:pt x="706" y="1582"/>
                      </a:cubicBezTo>
                      <a:cubicBezTo>
                        <a:pt x="705" y="1582"/>
                        <a:pt x="705" y="1582"/>
                        <a:pt x="704" y="1582"/>
                      </a:cubicBezTo>
                      <a:close/>
                      <a:moveTo>
                        <a:pt x="704" y="1538"/>
                      </a:moveTo>
                      <a:cubicBezTo>
                        <a:pt x="704" y="1538"/>
                        <a:pt x="704" y="1538"/>
                        <a:pt x="704" y="1538"/>
                      </a:cubicBezTo>
                      <a:cubicBezTo>
                        <a:pt x="704" y="1538"/>
                        <a:pt x="704" y="1538"/>
                        <a:pt x="704" y="1538"/>
                      </a:cubicBezTo>
                      <a:close/>
                      <a:moveTo>
                        <a:pt x="746" y="171"/>
                      </a:moveTo>
                      <a:cubicBezTo>
                        <a:pt x="45" y="927"/>
                        <a:pt x="45" y="927"/>
                        <a:pt x="45" y="927"/>
                      </a:cubicBezTo>
                      <a:cubicBezTo>
                        <a:pt x="704" y="1538"/>
                        <a:pt x="704" y="1538"/>
                        <a:pt x="704" y="1538"/>
                      </a:cubicBezTo>
                      <a:cubicBezTo>
                        <a:pt x="1405" y="782"/>
                        <a:pt x="1405" y="782"/>
                        <a:pt x="1405" y="782"/>
                      </a:cubicBezTo>
                      <a:cubicBezTo>
                        <a:pt x="1499" y="371"/>
                        <a:pt x="1499" y="371"/>
                        <a:pt x="1499" y="371"/>
                      </a:cubicBezTo>
                      <a:cubicBezTo>
                        <a:pt x="1499" y="370"/>
                        <a:pt x="1499" y="369"/>
                        <a:pt x="1499" y="369"/>
                      </a:cubicBezTo>
                      <a:cubicBezTo>
                        <a:pt x="1151" y="46"/>
                        <a:pt x="1151" y="46"/>
                        <a:pt x="1151" y="46"/>
                      </a:cubicBezTo>
                      <a:cubicBezTo>
                        <a:pt x="1150" y="46"/>
                        <a:pt x="1149" y="46"/>
                        <a:pt x="1147" y="46"/>
                      </a:cubicBezTo>
                      <a:lnTo>
                        <a:pt x="746" y="17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0" name="Freeform 6">
                  <a:extLst>
                    <a:ext uri="{FF2B5EF4-FFF2-40B4-BE49-F238E27FC236}">
                      <a16:creationId xmlns:a16="http://schemas.microsoft.com/office/drawing/2014/main" id="{EB54521B-5F21-17EF-839B-BF7572DD6148}"/>
                    </a:ext>
                  </a:extLst>
                </p:cNvPr>
                <p:cNvSpPr>
                  <a:spLocks/>
                </p:cNvSpPr>
                <p:nvPr/>
              </p:nvSpPr>
              <p:spPr bwMode="auto">
                <a:xfrm>
                  <a:off x="2589" y="849"/>
                  <a:ext cx="2527" cy="2601"/>
                </a:xfrm>
                <a:custGeom>
                  <a:avLst/>
                  <a:gdLst>
                    <a:gd name="T0" fmla="*/ 524 w 1349"/>
                    <a:gd name="T1" fmla="*/ 640 h 1387"/>
                    <a:gd name="T2" fmla="*/ 520 w 1349"/>
                    <a:gd name="T3" fmla="*/ 541 h 1387"/>
                    <a:gd name="T4" fmla="*/ 571 w 1349"/>
                    <a:gd name="T5" fmla="*/ 519 h 1387"/>
                    <a:gd name="T6" fmla="*/ 619 w 1349"/>
                    <a:gd name="T7" fmla="*/ 537 h 1387"/>
                    <a:gd name="T8" fmla="*/ 641 w 1349"/>
                    <a:gd name="T9" fmla="*/ 586 h 1387"/>
                    <a:gd name="T10" fmla="*/ 622 w 1349"/>
                    <a:gd name="T11" fmla="*/ 636 h 1387"/>
                    <a:gd name="T12" fmla="*/ 524 w 1349"/>
                    <a:gd name="T13" fmla="*/ 640 h 1387"/>
                    <a:gd name="T14" fmla="*/ 589 w 1349"/>
                    <a:gd name="T15" fmla="*/ 955 h 1387"/>
                    <a:gd name="T16" fmla="*/ 537 w 1349"/>
                    <a:gd name="T17" fmla="*/ 977 h 1387"/>
                    <a:gd name="T18" fmla="*/ 519 w 1349"/>
                    <a:gd name="T19" fmla="*/ 1028 h 1387"/>
                    <a:gd name="T20" fmla="*/ 541 w 1349"/>
                    <a:gd name="T21" fmla="*/ 1076 h 1387"/>
                    <a:gd name="T22" fmla="*/ 640 w 1349"/>
                    <a:gd name="T23" fmla="*/ 1072 h 1387"/>
                    <a:gd name="T24" fmla="*/ 636 w 1349"/>
                    <a:gd name="T25" fmla="*/ 974 h 1387"/>
                    <a:gd name="T26" fmla="*/ 589 w 1349"/>
                    <a:gd name="T27" fmla="*/ 955 h 1387"/>
                    <a:gd name="T28" fmla="*/ 1349 w 1349"/>
                    <a:gd name="T29" fmla="*/ 292 h 1387"/>
                    <a:gd name="T30" fmla="*/ 1263 w 1349"/>
                    <a:gd name="T31" fmla="*/ 669 h 1387"/>
                    <a:gd name="T32" fmla="*/ 598 w 1349"/>
                    <a:gd name="T33" fmla="*/ 1387 h 1387"/>
                    <a:gd name="T34" fmla="*/ 0 w 1349"/>
                    <a:gd name="T35" fmla="*/ 833 h 1387"/>
                    <a:gd name="T36" fmla="*/ 665 w 1349"/>
                    <a:gd name="T37" fmla="*/ 115 h 1387"/>
                    <a:gd name="T38" fmla="*/ 1035 w 1349"/>
                    <a:gd name="T39" fmla="*/ 0 h 1387"/>
                    <a:gd name="T40" fmla="*/ 1349 w 1349"/>
                    <a:gd name="T41" fmla="*/ 292 h 1387"/>
                    <a:gd name="T42" fmla="*/ 494 w 1349"/>
                    <a:gd name="T43" fmla="*/ 672 h 1387"/>
                    <a:gd name="T44" fmla="*/ 571 w 1349"/>
                    <a:gd name="T45" fmla="*/ 703 h 1387"/>
                    <a:gd name="T46" fmla="*/ 655 w 1349"/>
                    <a:gd name="T47" fmla="*/ 666 h 1387"/>
                    <a:gd name="T48" fmla="*/ 685 w 1349"/>
                    <a:gd name="T49" fmla="*/ 584 h 1387"/>
                    <a:gd name="T50" fmla="*/ 649 w 1349"/>
                    <a:gd name="T51" fmla="*/ 505 h 1387"/>
                    <a:gd name="T52" fmla="*/ 567 w 1349"/>
                    <a:gd name="T53" fmla="*/ 475 h 1387"/>
                    <a:gd name="T54" fmla="*/ 488 w 1349"/>
                    <a:gd name="T55" fmla="*/ 511 h 1387"/>
                    <a:gd name="T56" fmla="*/ 494 w 1349"/>
                    <a:gd name="T57" fmla="*/ 672 h 1387"/>
                    <a:gd name="T58" fmla="*/ 666 w 1349"/>
                    <a:gd name="T59" fmla="*/ 941 h 1387"/>
                    <a:gd name="T60" fmla="*/ 505 w 1349"/>
                    <a:gd name="T61" fmla="*/ 947 h 1387"/>
                    <a:gd name="T62" fmla="*/ 475 w 1349"/>
                    <a:gd name="T63" fmla="*/ 1029 h 1387"/>
                    <a:gd name="T64" fmla="*/ 511 w 1349"/>
                    <a:gd name="T65" fmla="*/ 1108 h 1387"/>
                    <a:gd name="T66" fmla="*/ 589 w 1349"/>
                    <a:gd name="T67" fmla="*/ 1139 h 1387"/>
                    <a:gd name="T68" fmla="*/ 593 w 1349"/>
                    <a:gd name="T69" fmla="*/ 1139 h 1387"/>
                    <a:gd name="T70" fmla="*/ 672 w 1349"/>
                    <a:gd name="T71" fmla="*/ 1102 h 1387"/>
                    <a:gd name="T72" fmla="*/ 666 w 1349"/>
                    <a:gd name="T73" fmla="*/ 941 h 1387"/>
                    <a:gd name="T74" fmla="*/ 945 w 1349"/>
                    <a:gd name="T75" fmla="*/ 766 h 1387"/>
                    <a:gd name="T76" fmla="*/ 921 w 1349"/>
                    <a:gd name="T77" fmla="*/ 746 h 1387"/>
                    <a:gd name="T78" fmla="*/ 248 w 1349"/>
                    <a:gd name="T79" fmla="*/ 809 h 1387"/>
                    <a:gd name="T80" fmla="*/ 228 w 1349"/>
                    <a:gd name="T81" fmla="*/ 833 h 1387"/>
                    <a:gd name="T82" fmla="*/ 250 w 1349"/>
                    <a:gd name="T83" fmla="*/ 853 h 1387"/>
                    <a:gd name="T84" fmla="*/ 252 w 1349"/>
                    <a:gd name="T85" fmla="*/ 853 h 1387"/>
                    <a:gd name="T86" fmla="*/ 925 w 1349"/>
                    <a:gd name="T87" fmla="*/ 790 h 1387"/>
                    <a:gd name="T88" fmla="*/ 945 w 1349"/>
                    <a:gd name="T89" fmla="*/ 766 h 1387"/>
                    <a:gd name="T90" fmla="*/ 1137 w 1349"/>
                    <a:gd name="T91" fmla="*/ 206 h 1387"/>
                    <a:gd name="T92" fmla="*/ 1018 w 1349"/>
                    <a:gd name="T93" fmla="*/ 210 h 1387"/>
                    <a:gd name="T94" fmla="*/ 1023 w 1349"/>
                    <a:gd name="T95" fmla="*/ 329 h 1387"/>
                    <a:gd name="T96" fmla="*/ 1141 w 1349"/>
                    <a:gd name="T97" fmla="*/ 325 h 1387"/>
                    <a:gd name="T98" fmla="*/ 1137 w 1349"/>
                    <a:gd name="T99" fmla="*/ 206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49" h="1387">
                      <a:moveTo>
                        <a:pt x="524" y="640"/>
                      </a:moveTo>
                      <a:cubicBezTo>
                        <a:pt x="495" y="614"/>
                        <a:pt x="494" y="569"/>
                        <a:pt x="520" y="541"/>
                      </a:cubicBezTo>
                      <a:cubicBezTo>
                        <a:pt x="534" y="526"/>
                        <a:pt x="552" y="519"/>
                        <a:pt x="571" y="519"/>
                      </a:cubicBezTo>
                      <a:cubicBezTo>
                        <a:pt x="588" y="519"/>
                        <a:pt x="605" y="525"/>
                        <a:pt x="619" y="537"/>
                      </a:cubicBezTo>
                      <a:cubicBezTo>
                        <a:pt x="632" y="550"/>
                        <a:pt x="640" y="567"/>
                        <a:pt x="641" y="586"/>
                      </a:cubicBezTo>
                      <a:cubicBezTo>
                        <a:pt x="642" y="605"/>
                        <a:pt x="635" y="623"/>
                        <a:pt x="622" y="636"/>
                      </a:cubicBezTo>
                      <a:cubicBezTo>
                        <a:pt x="596" y="665"/>
                        <a:pt x="552" y="666"/>
                        <a:pt x="524" y="640"/>
                      </a:cubicBezTo>
                      <a:close/>
                      <a:moveTo>
                        <a:pt x="589" y="955"/>
                      </a:moveTo>
                      <a:cubicBezTo>
                        <a:pt x="570" y="955"/>
                        <a:pt x="551" y="962"/>
                        <a:pt x="537" y="977"/>
                      </a:cubicBezTo>
                      <a:cubicBezTo>
                        <a:pt x="525" y="991"/>
                        <a:pt x="518" y="1009"/>
                        <a:pt x="519" y="1028"/>
                      </a:cubicBezTo>
                      <a:cubicBezTo>
                        <a:pt x="519" y="1046"/>
                        <a:pt x="527" y="1064"/>
                        <a:pt x="541" y="1076"/>
                      </a:cubicBezTo>
                      <a:cubicBezTo>
                        <a:pt x="569" y="1102"/>
                        <a:pt x="614" y="1101"/>
                        <a:pt x="640" y="1072"/>
                      </a:cubicBezTo>
                      <a:cubicBezTo>
                        <a:pt x="666" y="1044"/>
                        <a:pt x="665" y="1000"/>
                        <a:pt x="636" y="974"/>
                      </a:cubicBezTo>
                      <a:cubicBezTo>
                        <a:pt x="623" y="961"/>
                        <a:pt x="606" y="955"/>
                        <a:pt x="589" y="955"/>
                      </a:cubicBezTo>
                      <a:close/>
                      <a:moveTo>
                        <a:pt x="1349" y="292"/>
                      </a:moveTo>
                      <a:cubicBezTo>
                        <a:pt x="1263" y="669"/>
                        <a:pt x="1263" y="669"/>
                        <a:pt x="1263" y="669"/>
                      </a:cubicBezTo>
                      <a:cubicBezTo>
                        <a:pt x="598" y="1387"/>
                        <a:pt x="598" y="1387"/>
                        <a:pt x="598" y="1387"/>
                      </a:cubicBezTo>
                      <a:cubicBezTo>
                        <a:pt x="0" y="833"/>
                        <a:pt x="0" y="833"/>
                        <a:pt x="0" y="833"/>
                      </a:cubicBezTo>
                      <a:cubicBezTo>
                        <a:pt x="665" y="115"/>
                        <a:pt x="665" y="115"/>
                        <a:pt x="665" y="115"/>
                      </a:cubicBezTo>
                      <a:cubicBezTo>
                        <a:pt x="1035" y="0"/>
                        <a:pt x="1035" y="0"/>
                        <a:pt x="1035" y="0"/>
                      </a:cubicBezTo>
                      <a:lnTo>
                        <a:pt x="1349" y="292"/>
                      </a:lnTo>
                      <a:close/>
                      <a:moveTo>
                        <a:pt x="494" y="672"/>
                      </a:moveTo>
                      <a:cubicBezTo>
                        <a:pt x="516" y="693"/>
                        <a:pt x="543" y="703"/>
                        <a:pt x="571" y="703"/>
                      </a:cubicBezTo>
                      <a:cubicBezTo>
                        <a:pt x="602" y="703"/>
                        <a:pt x="632" y="690"/>
                        <a:pt x="655" y="666"/>
                      </a:cubicBezTo>
                      <a:cubicBezTo>
                        <a:pt x="675" y="644"/>
                        <a:pt x="686" y="615"/>
                        <a:pt x="685" y="584"/>
                      </a:cubicBezTo>
                      <a:cubicBezTo>
                        <a:pt x="684" y="554"/>
                        <a:pt x="671" y="526"/>
                        <a:pt x="649" y="505"/>
                      </a:cubicBezTo>
                      <a:cubicBezTo>
                        <a:pt x="626" y="484"/>
                        <a:pt x="597" y="474"/>
                        <a:pt x="567" y="475"/>
                      </a:cubicBezTo>
                      <a:cubicBezTo>
                        <a:pt x="536" y="476"/>
                        <a:pt x="508" y="489"/>
                        <a:pt x="488" y="511"/>
                      </a:cubicBezTo>
                      <a:cubicBezTo>
                        <a:pt x="445" y="557"/>
                        <a:pt x="448" y="630"/>
                        <a:pt x="494" y="672"/>
                      </a:cubicBezTo>
                      <a:close/>
                      <a:moveTo>
                        <a:pt x="666" y="941"/>
                      </a:moveTo>
                      <a:cubicBezTo>
                        <a:pt x="620" y="899"/>
                        <a:pt x="548" y="901"/>
                        <a:pt x="505" y="947"/>
                      </a:cubicBezTo>
                      <a:cubicBezTo>
                        <a:pt x="484" y="970"/>
                        <a:pt x="474" y="999"/>
                        <a:pt x="475" y="1029"/>
                      </a:cubicBezTo>
                      <a:cubicBezTo>
                        <a:pt x="476" y="1060"/>
                        <a:pt x="489" y="1088"/>
                        <a:pt x="511" y="1108"/>
                      </a:cubicBezTo>
                      <a:cubicBezTo>
                        <a:pt x="532" y="1128"/>
                        <a:pt x="560" y="1139"/>
                        <a:pt x="589" y="1139"/>
                      </a:cubicBezTo>
                      <a:cubicBezTo>
                        <a:pt x="590" y="1139"/>
                        <a:pt x="592" y="1139"/>
                        <a:pt x="593" y="1139"/>
                      </a:cubicBezTo>
                      <a:cubicBezTo>
                        <a:pt x="623" y="1138"/>
                        <a:pt x="652" y="1125"/>
                        <a:pt x="672" y="1102"/>
                      </a:cubicBezTo>
                      <a:cubicBezTo>
                        <a:pt x="715" y="1056"/>
                        <a:pt x="712" y="984"/>
                        <a:pt x="666" y="941"/>
                      </a:cubicBezTo>
                      <a:close/>
                      <a:moveTo>
                        <a:pt x="945" y="766"/>
                      </a:moveTo>
                      <a:cubicBezTo>
                        <a:pt x="944" y="754"/>
                        <a:pt x="933" y="745"/>
                        <a:pt x="921" y="746"/>
                      </a:cubicBezTo>
                      <a:cubicBezTo>
                        <a:pt x="248" y="809"/>
                        <a:pt x="248" y="809"/>
                        <a:pt x="248" y="809"/>
                      </a:cubicBezTo>
                      <a:cubicBezTo>
                        <a:pt x="236" y="810"/>
                        <a:pt x="227" y="821"/>
                        <a:pt x="228" y="833"/>
                      </a:cubicBezTo>
                      <a:cubicBezTo>
                        <a:pt x="229" y="845"/>
                        <a:pt x="239" y="853"/>
                        <a:pt x="250" y="853"/>
                      </a:cubicBezTo>
                      <a:cubicBezTo>
                        <a:pt x="251" y="853"/>
                        <a:pt x="251" y="853"/>
                        <a:pt x="252" y="853"/>
                      </a:cubicBezTo>
                      <a:cubicBezTo>
                        <a:pt x="925" y="790"/>
                        <a:pt x="925" y="790"/>
                        <a:pt x="925" y="790"/>
                      </a:cubicBezTo>
                      <a:cubicBezTo>
                        <a:pt x="937" y="789"/>
                        <a:pt x="946" y="778"/>
                        <a:pt x="945" y="766"/>
                      </a:cubicBezTo>
                      <a:close/>
                      <a:moveTo>
                        <a:pt x="1137" y="206"/>
                      </a:moveTo>
                      <a:cubicBezTo>
                        <a:pt x="1103" y="174"/>
                        <a:pt x="1050" y="176"/>
                        <a:pt x="1018" y="210"/>
                      </a:cubicBezTo>
                      <a:cubicBezTo>
                        <a:pt x="987" y="244"/>
                        <a:pt x="989" y="298"/>
                        <a:pt x="1023" y="329"/>
                      </a:cubicBezTo>
                      <a:cubicBezTo>
                        <a:pt x="1057" y="361"/>
                        <a:pt x="1110" y="359"/>
                        <a:pt x="1141" y="325"/>
                      </a:cubicBezTo>
                      <a:cubicBezTo>
                        <a:pt x="1173" y="290"/>
                        <a:pt x="1171" y="237"/>
                        <a:pt x="1137" y="20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51" name="Grupo 150">
              <a:extLst>
                <a:ext uri="{FF2B5EF4-FFF2-40B4-BE49-F238E27FC236}">
                  <a16:creationId xmlns:a16="http://schemas.microsoft.com/office/drawing/2014/main" id="{CB3EBC0D-F7CC-B256-D630-1C1768F84721}"/>
                </a:ext>
              </a:extLst>
            </p:cNvPr>
            <p:cNvGrpSpPr/>
            <p:nvPr/>
          </p:nvGrpSpPr>
          <p:grpSpPr>
            <a:xfrm>
              <a:off x="3508385" y="5240778"/>
              <a:ext cx="972000" cy="1057733"/>
              <a:chOff x="3194451" y="5038757"/>
              <a:chExt cx="972000" cy="1057733"/>
            </a:xfrm>
          </p:grpSpPr>
          <p:sp>
            <p:nvSpPr>
              <p:cNvPr id="139" name="Rectangle: Rounded Corners 120">
                <a:extLst>
                  <a:ext uri="{FF2B5EF4-FFF2-40B4-BE49-F238E27FC236}">
                    <a16:creationId xmlns:a16="http://schemas.microsoft.com/office/drawing/2014/main" id="{0F260AF2-E620-C82D-8BD0-2ED8F9890996}"/>
                  </a:ext>
                </a:extLst>
              </p:cNvPr>
              <p:cNvSpPr/>
              <p:nvPr/>
            </p:nvSpPr>
            <p:spPr>
              <a:xfrm>
                <a:off x="3194451" y="5038757"/>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PGP</a:t>
                </a:r>
              </a:p>
            </p:txBody>
          </p:sp>
          <p:grpSp>
            <p:nvGrpSpPr>
              <p:cNvPr id="146" name="bcgIcons_Management gender-neutral ">
                <a:extLst>
                  <a:ext uri="{FF2B5EF4-FFF2-40B4-BE49-F238E27FC236}">
                    <a16:creationId xmlns:a16="http://schemas.microsoft.com/office/drawing/2014/main" id="{88A29E5D-7E77-C62A-656C-80DABEB0BDB4}"/>
                  </a:ext>
                </a:extLst>
              </p:cNvPr>
              <p:cNvGrpSpPr>
                <a:grpSpLocks noChangeAspect="1"/>
              </p:cNvGrpSpPr>
              <p:nvPr/>
            </p:nvGrpSpPr>
            <p:grpSpPr>
              <a:xfrm>
                <a:off x="3480725" y="5139393"/>
                <a:ext cx="380413" cy="380413"/>
                <a:chOff x="5273675" y="2606675"/>
                <a:chExt cx="1644650" cy="1644650"/>
              </a:xfrm>
            </p:grpSpPr>
            <p:sp>
              <p:nvSpPr>
                <p:cNvPr id="147" name="AutoShape 3">
                  <a:extLst>
                    <a:ext uri="{FF2B5EF4-FFF2-40B4-BE49-F238E27FC236}">
                      <a16:creationId xmlns:a16="http://schemas.microsoft.com/office/drawing/2014/main" id="{BA1F3291-AAD1-5B67-34E7-B3C0546BA566}"/>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8" name="Group 41">
                  <a:extLst>
                    <a:ext uri="{FF2B5EF4-FFF2-40B4-BE49-F238E27FC236}">
                      <a16:creationId xmlns:a16="http://schemas.microsoft.com/office/drawing/2014/main" id="{59F009D5-DEA4-0A33-8934-CB173128180A}"/>
                    </a:ext>
                  </a:extLst>
                </p:cNvPr>
                <p:cNvGrpSpPr>
                  <a:grpSpLocks/>
                </p:cNvGrpSpPr>
                <p:nvPr/>
              </p:nvGrpSpPr>
              <p:grpSpPr>
                <a:xfrm>
                  <a:off x="5480050" y="2773363"/>
                  <a:ext cx="1233488" cy="1271587"/>
                  <a:chOff x="5480050" y="2773363"/>
                  <a:chExt cx="1233488" cy="1271587"/>
                </a:xfrm>
              </p:grpSpPr>
              <p:sp>
                <p:nvSpPr>
                  <p:cNvPr id="149" name="Freeform 13">
                    <a:extLst>
                      <a:ext uri="{FF2B5EF4-FFF2-40B4-BE49-F238E27FC236}">
                        <a16:creationId xmlns:a16="http://schemas.microsoft.com/office/drawing/2014/main" id="{848F1C15-D856-44C6-761F-C28292225EEB}"/>
                      </a:ext>
                    </a:extLst>
                  </p:cNvPr>
                  <p:cNvSpPr>
                    <a:spLocks/>
                  </p:cNvSpPr>
                  <p:nvPr/>
                </p:nvSpPr>
                <p:spPr bwMode="auto">
                  <a:xfrm>
                    <a:off x="5480050" y="3114675"/>
                    <a:ext cx="1233488" cy="930275"/>
                  </a:xfrm>
                  <a:custGeom>
                    <a:avLst/>
                    <a:gdLst>
                      <a:gd name="connsiteX0" fmla="*/ 928688 w 1233488"/>
                      <a:gd name="connsiteY0" fmla="*/ 747713 h 930275"/>
                      <a:gd name="connsiteX1" fmla="*/ 928688 w 1233488"/>
                      <a:gd name="connsiteY1" fmla="*/ 898526 h 930275"/>
                      <a:gd name="connsiteX2" fmla="*/ 1201738 w 1233488"/>
                      <a:gd name="connsiteY2" fmla="*/ 898526 h 930275"/>
                      <a:gd name="connsiteX3" fmla="*/ 1201738 w 1233488"/>
                      <a:gd name="connsiteY3" fmla="*/ 747713 h 930275"/>
                      <a:gd name="connsiteX4" fmla="*/ 1065213 w 1233488"/>
                      <a:gd name="connsiteY4" fmla="*/ 747713 h 930275"/>
                      <a:gd name="connsiteX5" fmla="*/ 477838 w 1233488"/>
                      <a:gd name="connsiteY5" fmla="*/ 747713 h 930275"/>
                      <a:gd name="connsiteX6" fmla="*/ 477838 w 1233488"/>
                      <a:gd name="connsiteY6" fmla="*/ 898526 h 930275"/>
                      <a:gd name="connsiteX7" fmla="*/ 752476 w 1233488"/>
                      <a:gd name="connsiteY7" fmla="*/ 898526 h 930275"/>
                      <a:gd name="connsiteX8" fmla="*/ 752476 w 1233488"/>
                      <a:gd name="connsiteY8" fmla="*/ 747713 h 930275"/>
                      <a:gd name="connsiteX9" fmla="*/ 615951 w 1233488"/>
                      <a:gd name="connsiteY9" fmla="*/ 747713 h 930275"/>
                      <a:gd name="connsiteX10" fmla="*/ 31750 w 1233488"/>
                      <a:gd name="connsiteY10" fmla="*/ 747713 h 930275"/>
                      <a:gd name="connsiteX11" fmla="*/ 31750 w 1233488"/>
                      <a:gd name="connsiteY11" fmla="*/ 898526 h 930275"/>
                      <a:gd name="connsiteX12" fmla="*/ 304800 w 1233488"/>
                      <a:gd name="connsiteY12" fmla="*/ 898526 h 930275"/>
                      <a:gd name="connsiteX13" fmla="*/ 304800 w 1233488"/>
                      <a:gd name="connsiteY13" fmla="*/ 747713 h 930275"/>
                      <a:gd name="connsiteX14" fmla="*/ 168275 w 1233488"/>
                      <a:gd name="connsiteY14" fmla="*/ 747713 h 930275"/>
                      <a:gd name="connsiteX15" fmla="*/ 599612 w 1233488"/>
                      <a:gd name="connsiteY15" fmla="*/ 498475 h 930275"/>
                      <a:gd name="connsiteX16" fmla="*/ 631021 w 1233488"/>
                      <a:gd name="connsiteY16" fmla="*/ 498475 h 930275"/>
                      <a:gd name="connsiteX17" fmla="*/ 631021 w 1233488"/>
                      <a:gd name="connsiteY17" fmla="*/ 591259 h 930275"/>
                      <a:gd name="connsiteX18" fmla="*/ 1065740 w 1233488"/>
                      <a:gd name="connsiteY18" fmla="*/ 591259 h 930275"/>
                      <a:gd name="connsiteX19" fmla="*/ 1081444 w 1233488"/>
                      <a:gd name="connsiteY19" fmla="*/ 606960 h 930275"/>
                      <a:gd name="connsiteX20" fmla="*/ 1081444 w 1233488"/>
                      <a:gd name="connsiteY20" fmla="*/ 716873 h 930275"/>
                      <a:gd name="connsiteX21" fmla="*/ 1217784 w 1233488"/>
                      <a:gd name="connsiteY21" fmla="*/ 716873 h 930275"/>
                      <a:gd name="connsiteX22" fmla="*/ 1233488 w 1233488"/>
                      <a:gd name="connsiteY22" fmla="*/ 732575 h 930275"/>
                      <a:gd name="connsiteX23" fmla="*/ 1233488 w 1233488"/>
                      <a:gd name="connsiteY23" fmla="*/ 914573 h 930275"/>
                      <a:gd name="connsiteX24" fmla="*/ 1217784 w 1233488"/>
                      <a:gd name="connsiteY24" fmla="*/ 930275 h 930275"/>
                      <a:gd name="connsiteX25" fmla="*/ 912981 w 1233488"/>
                      <a:gd name="connsiteY25" fmla="*/ 930275 h 930275"/>
                      <a:gd name="connsiteX26" fmla="*/ 897277 w 1233488"/>
                      <a:gd name="connsiteY26" fmla="*/ 914573 h 930275"/>
                      <a:gd name="connsiteX27" fmla="*/ 897277 w 1233488"/>
                      <a:gd name="connsiteY27" fmla="*/ 732575 h 930275"/>
                      <a:gd name="connsiteX28" fmla="*/ 912981 w 1233488"/>
                      <a:gd name="connsiteY28" fmla="*/ 716873 h 930275"/>
                      <a:gd name="connsiteX29" fmla="*/ 1050035 w 1233488"/>
                      <a:gd name="connsiteY29" fmla="*/ 716873 h 930275"/>
                      <a:gd name="connsiteX30" fmla="*/ 1050035 w 1233488"/>
                      <a:gd name="connsiteY30" fmla="*/ 622662 h 930275"/>
                      <a:gd name="connsiteX31" fmla="*/ 631021 w 1233488"/>
                      <a:gd name="connsiteY31" fmla="*/ 622662 h 930275"/>
                      <a:gd name="connsiteX32" fmla="*/ 631021 w 1233488"/>
                      <a:gd name="connsiteY32" fmla="*/ 716873 h 930275"/>
                      <a:gd name="connsiteX33" fmla="*/ 767361 w 1233488"/>
                      <a:gd name="connsiteY33" fmla="*/ 716873 h 930275"/>
                      <a:gd name="connsiteX34" fmla="*/ 783065 w 1233488"/>
                      <a:gd name="connsiteY34" fmla="*/ 732575 h 930275"/>
                      <a:gd name="connsiteX35" fmla="*/ 783065 w 1233488"/>
                      <a:gd name="connsiteY35" fmla="*/ 914573 h 930275"/>
                      <a:gd name="connsiteX36" fmla="*/ 767361 w 1233488"/>
                      <a:gd name="connsiteY36" fmla="*/ 930275 h 930275"/>
                      <a:gd name="connsiteX37" fmla="*/ 462558 w 1233488"/>
                      <a:gd name="connsiteY37" fmla="*/ 930275 h 930275"/>
                      <a:gd name="connsiteX38" fmla="*/ 446854 w 1233488"/>
                      <a:gd name="connsiteY38" fmla="*/ 914573 h 930275"/>
                      <a:gd name="connsiteX39" fmla="*/ 446854 w 1233488"/>
                      <a:gd name="connsiteY39" fmla="*/ 732575 h 930275"/>
                      <a:gd name="connsiteX40" fmla="*/ 462558 w 1233488"/>
                      <a:gd name="connsiteY40" fmla="*/ 716873 h 930275"/>
                      <a:gd name="connsiteX41" fmla="*/ 599612 w 1233488"/>
                      <a:gd name="connsiteY41" fmla="*/ 716873 h 930275"/>
                      <a:gd name="connsiteX42" fmla="*/ 599612 w 1233488"/>
                      <a:gd name="connsiteY42" fmla="*/ 622662 h 930275"/>
                      <a:gd name="connsiteX43" fmla="*/ 183453 w 1233488"/>
                      <a:gd name="connsiteY43" fmla="*/ 622662 h 930275"/>
                      <a:gd name="connsiteX44" fmla="*/ 183453 w 1233488"/>
                      <a:gd name="connsiteY44" fmla="*/ 716873 h 930275"/>
                      <a:gd name="connsiteX45" fmla="*/ 320507 w 1233488"/>
                      <a:gd name="connsiteY45" fmla="*/ 716873 h 930275"/>
                      <a:gd name="connsiteX46" fmla="*/ 336211 w 1233488"/>
                      <a:gd name="connsiteY46" fmla="*/ 732575 h 930275"/>
                      <a:gd name="connsiteX47" fmla="*/ 336211 w 1233488"/>
                      <a:gd name="connsiteY47" fmla="*/ 914573 h 930275"/>
                      <a:gd name="connsiteX48" fmla="*/ 320507 w 1233488"/>
                      <a:gd name="connsiteY48" fmla="*/ 930275 h 930275"/>
                      <a:gd name="connsiteX49" fmla="*/ 15704 w 1233488"/>
                      <a:gd name="connsiteY49" fmla="*/ 930275 h 930275"/>
                      <a:gd name="connsiteX50" fmla="*/ 0 w 1233488"/>
                      <a:gd name="connsiteY50" fmla="*/ 914573 h 930275"/>
                      <a:gd name="connsiteX51" fmla="*/ 0 w 1233488"/>
                      <a:gd name="connsiteY51" fmla="*/ 732575 h 930275"/>
                      <a:gd name="connsiteX52" fmla="*/ 15704 w 1233488"/>
                      <a:gd name="connsiteY52" fmla="*/ 716873 h 930275"/>
                      <a:gd name="connsiteX53" fmla="*/ 152045 w 1233488"/>
                      <a:gd name="connsiteY53" fmla="*/ 716873 h 930275"/>
                      <a:gd name="connsiteX54" fmla="*/ 152045 w 1233488"/>
                      <a:gd name="connsiteY54" fmla="*/ 606960 h 930275"/>
                      <a:gd name="connsiteX55" fmla="*/ 167749 w 1233488"/>
                      <a:gd name="connsiteY55" fmla="*/ 591259 h 930275"/>
                      <a:gd name="connsiteX56" fmla="*/ 599612 w 1233488"/>
                      <a:gd name="connsiteY56" fmla="*/ 591259 h 930275"/>
                      <a:gd name="connsiteX57" fmla="*/ 599612 w 1233488"/>
                      <a:gd name="connsiteY57" fmla="*/ 498475 h 930275"/>
                      <a:gd name="connsiteX58" fmla="*/ 480296 w 1233488"/>
                      <a:gd name="connsiteY58" fmla="*/ 276225 h 930275"/>
                      <a:gd name="connsiteX59" fmla="*/ 613094 w 1233488"/>
                      <a:gd name="connsiteY59" fmla="*/ 384270 h 930275"/>
                      <a:gd name="connsiteX60" fmla="*/ 618806 w 1233488"/>
                      <a:gd name="connsiteY60" fmla="*/ 384270 h 930275"/>
                      <a:gd name="connsiteX61" fmla="*/ 751604 w 1233488"/>
                      <a:gd name="connsiteY61" fmla="*/ 276225 h 930275"/>
                      <a:gd name="connsiteX62" fmla="*/ 931525 w 1233488"/>
                      <a:gd name="connsiteY62" fmla="*/ 306790 h 930275"/>
                      <a:gd name="connsiteX63" fmla="*/ 1032908 w 1233488"/>
                      <a:gd name="connsiteY63" fmla="*/ 453219 h 930275"/>
                      <a:gd name="connsiteX64" fmla="*/ 1022913 w 1233488"/>
                      <a:gd name="connsiteY64" fmla="*/ 466725 h 930275"/>
                      <a:gd name="connsiteX65" fmla="*/ 630230 w 1233488"/>
                      <a:gd name="connsiteY65" fmla="*/ 466725 h 930275"/>
                      <a:gd name="connsiteX66" fmla="*/ 598815 w 1233488"/>
                      <a:gd name="connsiteY66" fmla="*/ 466725 h 930275"/>
                      <a:gd name="connsiteX67" fmla="*/ 208988 w 1233488"/>
                      <a:gd name="connsiteY67" fmla="*/ 466725 h 930275"/>
                      <a:gd name="connsiteX68" fmla="*/ 198992 w 1233488"/>
                      <a:gd name="connsiteY68" fmla="*/ 453219 h 930275"/>
                      <a:gd name="connsiteX69" fmla="*/ 300376 w 1233488"/>
                      <a:gd name="connsiteY69" fmla="*/ 306790 h 930275"/>
                      <a:gd name="connsiteX70" fmla="*/ 480296 w 1233488"/>
                      <a:gd name="connsiteY70" fmla="*/ 276225 h 930275"/>
                      <a:gd name="connsiteX71" fmla="*/ 395288 w 1233488"/>
                      <a:gd name="connsiteY71" fmla="*/ 0 h 930275"/>
                      <a:gd name="connsiteX72" fmla="*/ 413842 w 1233488"/>
                      <a:gd name="connsiteY72" fmla="*/ 5716 h 930275"/>
                      <a:gd name="connsiteX73" fmla="*/ 420264 w 1233488"/>
                      <a:gd name="connsiteY73" fmla="*/ 5002 h 930275"/>
                      <a:gd name="connsiteX74" fmla="*/ 440959 w 1233488"/>
                      <a:gd name="connsiteY74" fmla="*/ 28583 h 930275"/>
                      <a:gd name="connsiteX75" fmla="*/ 445954 w 1233488"/>
                      <a:gd name="connsiteY75" fmla="*/ 34300 h 930275"/>
                      <a:gd name="connsiteX76" fmla="*/ 512319 w 1233488"/>
                      <a:gd name="connsiteY76" fmla="*/ 174357 h 930275"/>
                      <a:gd name="connsiteX77" fmla="*/ 616504 w 1233488"/>
                      <a:gd name="connsiteY77" fmla="*/ 226521 h 930275"/>
                      <a:gd name="connsiteX78" fmla="*/ 720690 w 1233488"/>
                      <a:gd name="connsiteY78" fmla="*/ 174357 h 930275"/>
                      <a:gd name="connsiteX79" fmla="*/ 787054 w 1233488"/>
                      <a:gd name="connsiteY79" fmla="*/ 34300 h 930275"/>
                      <a:gd name="connsiteX80" fmla="*/ 792049 w 1233488"/>
                      <a:gd name="connsiteY80" fmla="*/ 28583 h 930275"/>
                      <a:gd name="connsiteX81" fmla="*/ 798472 w 1233488"/>
                      <a:gd name="connsiteY81" fmla="*/ 24296 h 930275"/>
                      <a:gd name="connsiteX82" fmla="*/ 832011 w 1233488"/>
                      <a:gd name="connsiteY82" fmla="*/ 15006 h 930275"/>
                      <a:gd name="connsiteX83" fmla="*/ 832725 w 1233488"/>
                      <a:gd name="connsiteY83" fmla="*/ 14291 h 930275"/>
                      <a:gd name="connsiteX84" fmla="*/ 833438 w 1233488"/>
                      <a:gd name="connsiteY84" fmla="*/ 14291 h 930275"/>
                      <a:gd name="connsiteX85" fmla="*/ 806321 w 1233488"/>
                      <a:gd name="connsiteY85" fmla="*/ 46447 h 930275"/>
                      <a:gd name="connsiteX86" fmla="*/ 735675 w 1233488"/>
                      <a:gd name="connsiteY86" fmla="*/ 191507 h 930275"/>
                      <a:gd name="connsiteX87" fmla="*/ 727112 w 1233488"/>
                      <a:gd name="connsiteY87" fmla="*/ 197938 h 930275"/>
                      <a:gd name="connsiteX88" fmla="*/ 727112 w 1233488"/>
                      <a:gd name="connsiteY88" fmla="*/ 257248 h 930275"/>
                      <a:gd name="connsiteX89" fmla="*/ 726398 w 1233488"/>
                      <a:gd name="connsiteY89" fmla="*/ 257963 h 930275"/>
                      <a:gd name="connsiteX90" fmla="*/ 704277 w 1233488"/>
                      <a:gd name="connsiteY90" fmla="*/ 279400 h 930275"/>
                      <a:gd name="connsiteX91" fmla="*/ 704277 w 1233488"/>
                      <a:gd name="connsiteY91" fmla="*/ 214373 h 930275"/>
                      <a:gd name="connsiteX92" fmla="*/ 616504 w 1233488"/>
                      <a:gd name="connsiteY92" fmla="*/ 249388 h 930275"/>
                      <a:gd name="connsiteX93" fmla="*/ 528731 w 1233488"/>
                      <a:gd name="connsiteY93" fmla="*/ 214373 h 930275"/>
                      <a:gd name="connsiteX94" fmla="*/ 528731 w 1233488"/>
                      <a:gd name="connsiteY94" fmla="*/ 279400 h 930275"/>
                      <a:gd name="connsiteX95" fmla="*/ 506610 w 1233488"/>
                      <a:gd name="connsiteY95" fmla="*/ 257963 h 930275"/>
                      <a:gd name="connsiteX96" fmla="*/ 505896 w 1233488"/>
                      <a:gd name="connsiteY96" fmla="*/ 257248 h 930275"/>
                      <a:gd name="connsiteX97" fmla="*/ 505896 w 1233488"/>
                      <a:gd name="connsiteY97" fmla="*/ 197938 h 930275"/>
                      <a:gd name="connsiteX98" fmla="*/ 497333 w 1233488"/>
                      <a:gd name="connsiteY98" fmla="*/ 191507 h 930275"/>
                      <a:gd name="connsiteX99" fmla="*/ 426687 w 1233488"/>
                      <a:gd name="connsiteY99" fmla="*/ 46447 h 930275"/>
                      <a:gd name="connsiteX100" fmla="*/ 395288 w 1233488"/>
                      <a:gd name="connsiteY100"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33488" h="930275">
                        <a:moveTo>
                          <a:pt x="928688" y="747713"/>
                        </a:moveTo>
                        <a:lnTo>
                          <a:pt x="928688" y="898526"/>
                        </a:lnTo>
                        <a:lnTo>
                          <a:pt x="1201738" y="898526"/>
                        </a:lnTo>
                        <a:lnTo>
                          <a:pt x="1201738" y="747713"/>
                        </a:lnTo>
                        <a:lnTo>
                          <a:pt x="1065213" y="747713"/>
                        </a:lnTo>
                        <a:close/>
                        <a:moveTo>
                          <a:pt x="477838" y="747713"/>
                        </a:moveTo>
                        <a:lnTo>
                          <a:pt x="477838" y="898526"/>
                        </a:lnTo>
                        <a:lnTo>
                          <a:pt x="752476" y="898526"/>
                        </a:lnTo>
                        <a:lnTo>
                          <a:pt x="752476" y="747713"/>
                        </a:lnTo>
                        <a:lnTo>
                          <a:pt x="615951" y="747713"/>
                        </a:lnTo>
                        <a:close/>
                        <a:moveTo>
                          <a:pt x="31750" y="747713"/>
                        </a:moveTo>
                        <a:lnTo>
                          <a:pt x="31750" y="898526"/>
                        </a:lnTo>
                        <a:lnTo>
                          <a:pt x="304800" y="898526"/>
                        </a:lnTo>
                        <a:lnTo>
                          <a:pt x="304800" y="747713"/>
                        </a:lnTo>
                        <a:lnTo>
                          <a:pt x="168275" y="747713"/>
                        </a:lnTo>
                        <a:close/>
                        <a:moveTo>
                          <a:pt x="599612" y="498475"/>
                        </a:moveTo>
                        <a:cubicBezTo>
                          <a:pt x="599612" y="498475"/>
                          <a:pt x="599612" y="498475"/>
                          <a:pt x="631021" y="498475"/>
                        </a:cubicBezTo>
                        <a:cubicBezTo>
                          <a:pt x="631021" y="498475"/>
                          <a:pt x="631021" y="498475"/>
                          <a:pt x="631021" y="591259"/>
                        </a:cubicBezTo>
                        <a:cubicBezTo>
                          <a:pt x="631021" y="591259"/>
                          <a:pt x="631021" y="591259"/>
                          <a:pt x="1065740" y="591259"/>
                        </a:cubicBezTo>
                        <a:cubicBezTo>
                          <a:pt x="1074305" y="591259"/>
                          <a:pt x="1081444" y="598396"/>
                          <a:pt x="1081444" y="606960"/>
                        </a:cubicBezTo>
                        <a:cubicBezTo>
                          <a:pt x="1081444" y="606960"/>
                          <a:pt x="1081444" y="606960"/>
                          <a:pt x="1081444" y="716873"/>
                        </a:cubicBezTo>
                        <a:cubicBezTo>
                          <a:pt x="1081444" y="716873"/>
                          <a:pt x="1081444" y="716873"/>
                          <a:pt x="1217784" y="716873"/>
                        </a:cubicBezTo>
                        <a:cubicBezTo>
                          <a:pt x="1226350" y="716873"/>
                          <a:pt x="1233488" y="724010"/>
                          <a:pt x="1233488" y="732575"/>
                        </a:cubicBezTo>
                        <a:cubicBezTo>
                          <a:pt x="1233488" y="732575"/>
                          <a:pt x="1233488" y="732575"/>
                          <a:pt x="1233488" y="914573"/>
                        </a:cubicBezTo>
                        <a:cubicBezTo>
                          <a:pt x="1233488" y="923138"/>
                          <a:pt x="1226350" y="930275"/>
                          <a:pt x="1217784" y="930275"/>
                        </a:cubicBezTo>
                        <a:cubicBezTo>
                          <a:pt x="1217784" y="930275"/>
                          <a:pt x="1217784" y="930275"/>
                          <a:pt x="912981" y="930275"/>
                        </a:cubicBezTo>
                        <a:cubicBezTo>
                          <a:pt x="904415" y="930275"/>
                          <a:pt x="897277" y="923138"/>
                          <a:pt x="897277" y="914573"/>
                        </a:cubicBezTo>
                        <a:cubicBezTo>
                          <a:pt x="897277" y="914573"/>
                          <a:pt x="897277" y="914573"/>
                          <a:pt x="897277" y="732575"/>
                        </a:cubicBezTo>
                        <a:cubicBezTo>
                          <a:pt x="897277" y="724010"/>
                          <a:pt x="904415" y="716873"/>
                          <a:pt x="912981" y="716873"/>
                        </a:cubicBezTo>
                        <a:cubicBezTo>
                          <a:pt x="912981" y="716873"/>
                          <a:pt x="912981" y="716873"/>
                          <a:pt x="1050035" y="716873"/>
                        </a:cubicBezTo>
                        <a:cubicBezTo>
                          <a:pt x="1050035" y="716873"/>
                          <a:pt x="1050035" y="716873"/>
                          <a:pt x="1050035" y="622662"/>
                        </a:cubicBezTo>
                        <a:cubicBezTo>
                          <a:pt x="1050035" y="622662"/>
                          <a:pt x="1050035" y="622662"/>
                          <a:pt x="631021" y="622662"/>
                        </a:cubicBezTo>
                        <a:cubicBezTo>
                          <a:pt x="631021" y="622662"/>
                          <a:pt x="631021" y="622662"/>
                          <a:pt x="631021" y="716873"/>
                        </a:cubicBezTo>
                        <a:cubicBezTo>
                          <a:pt x="631021" y="716873"/>
                          <a:pt x="631021" y="716873"/>
                          <a:pt x="767361" y="716873"/>
                        </a:cubicBezTo>
                        <a:cubicBezTo>
                          <a:pt x="775927" y="716873"/>
                          <a:pt x="783065" y="724010"/>
                          <a:pt x="783065" y="732575"/>
                        </a:cubicBezTo>
                        <a:cubicBezTo>
                          <a:pt x="783065" y="732575"/>
                          <a:pt x="783065" y="732575"/>
                          <a:pt x="783065" y="914573"/>
                        </a:cubicBezTo>
                        <a:cubicBezTo>
                          <a:pt x="783065" y="923138"/>
                          <a:pt x="775927" y="930275"/>
                          <a:pt x="767361" y="930275"/>
                        </a:cubicBezTo>
                        <a:cubicBezTo>
                          <a:pt x="767361" y="930275"/>
                          <a:pt x="767361" y="930275"/>
                          <a:pt x="462558" y="930275"/>
                        </a:cubicBezTo>
                        <a:cubicBezTo>
                          <a:pt x="453992" y="930275"/>
                          <a:pt x="446854" y="923138"/>
                          <a:pt x="446854" y="914573"/>
                        </a:cubicBezTo>
                        <a:cubicBezTo>
                          <a:pt x="446854" y="914573"/>
                          <a:pt x="446854" y="914573"/>
                          <a:pt x="446854" y="732575"/>
                        </a:cubicBezTo>
                        <a:cubicBezTo>
                          <a:pt x="446854" y="724010"/>
                          <a:pt x="453992" y="716873"/>
                          <a:pt x="462558" y="716873"/>
                        </a:cubicBezTo>
                        <a:cubicBezTo>
                          <a:pt x="462558" y="716873"/>
                          <a:pt x="462558" y="716873"/>
                          <a:pt x="599612" y="716873"/>
                        </a:cubicBezTo>
                        <a:cubicBezTo>
                          <a:pt x="599612" y="716873"/>
                          <a:pt x="599612" y="716873"/>
                          <a:pt x="599612" y="622662"/>
                        </a:cubicBezTo>
                        <a:cubicBezTo>
                          <a:pt x="599612" y="622662"/>
                          <a:pt x="599612" y="622662"/>
                          <a:pt x="183453" y="622662"/>
                        </a:cubicBezTo>
                        <a:cubicBezTo>
                          <a:pt x="183453" y="622662"/>
                          <a:pt x="183453" y="622662"/>
                          <a:pt x="183453" y="716873"/>
                        </a:cubicBezTo>
                        <a:cubicBezTo>
                          <a:pt x="183453" y="716873"/>
                          <a:pt x="183453" y="716873"/>
                          <a:pt x="320507" y="716873"/>
                        </a:cubicBezTo>
                        <a:cubicBezTo>
                          <a:pt x="329073" y="716873"/>
                          <a:pt x="336211" y="724010"/>
                          <a:pt x="336211" y="732575"/>
                        </a:cubicBezTo>
                        <a:cubicBezTo>
                          <a:pt x="336211" y="732575"/>
                          <a:pt x="336211" y="732575"/>
                          <a:pt x="336211" y="914573"/>
                        </a:cubicBezTo>
                        <a:cubicBezTo>
                          <a:pt x="336211" y="923138"/>
                          <a:pt x="329073" y="930275"/>
                          <a:pt x="320507" y="930275"/>
                        </a:cubicBezTo>
                        <a:cubicBezTo>
                          <a:pt x="320507" y="930275"/>
                          <a:pt x="320507" y="930275"/>
                          <a:pt x="15704" y="930275"/>
                        </a:cubicBezTo>
                        <a:cubicBezTo>
                          <a:pt x="7138" y="930275"/>
                          <a:pt x="0" y="923138"/>
                          <a:pt x="0" y="914573"/>
                        </a:cubicBezTo>
                        <a:cubicBezTo>
                          <a:pt x="0" y="914573"/>
                          <a:pt x="0" y="914573"/>
                          <a:pt x="0" y="732575"/>
                        </a:cubicBezTo>
                        <a:cubicBezTo>
                          <a:pt x="0" y="724010"/>
                          <a:pt x="7138" y="716873"/>
                          <a:pt x="15704" y="716873"/>
                        </a:cubicBezTo>
                        <a:cubicBezTo>
                          <a:pt x="15704" y="716873"/>
                          <a:pt x="15704" y="716873"/>
                          <a:pt x="152045" y="716873"/>
                        </a:cubicBezTo>
                        <a:cubicBezTo>
                          <a:pt x="152045" y="716873"/>
                          <a:pt x="152045" y="716873"/>
                          <a:pt x="152045" y="606960"/>
                        </a:cubicBezTo>
                        <a:cubicBezTo>
                          <a:pt x="152045" y="598396"/>
                          <a:pt x="159183" y="591259"/>
                          <a:pt x="167749" y="591259"/>
                        </a:cubicBezTo>
                        <a:cubicBezTo>
                          <a:pt x="167749" y="591259"/>
                          <a:pt x="167749" y="591259"/>
                          <a:pt x="599612" y="591259"/>
                        </a:cubicBezTo>
                        <a:cubicBezTo>
                          <a:pt x="599612" y="591259"/>
                          <a:pt x="599612" y="591259"/>
                          <a:pt x="599612" y="498475"/>
                        </a:cubicBezTo>
                        <a:close/>
                        <a:moveTo>
                          <a:pt x="480296" y="276225"/>
                        </a:moveTo>
                        <a:cubicBezTo>
                          <a:pt x="480296" y="276225"/>
                          <a:pt x="570256" y="350150"/>
                          <a:pt x="613094" y="384270"/>
                        </a:cubicBezTo>
                        <a:cubicBezTo>
                          <a:pt x="614522" y="385691"/>
                          <a:pt x="617378" y="385691"/>
                          <a:pt x="618806" y="384270"/>
                        </a:cubicBezTo>
                        <a:cubicBezTo>
                          <a:pt x="676638" y="338066"/>
                          <a:pt x="751604" y="276225"/>
                          <a:pt x="751604" y="276225"/>
                        </a:cubicBezTo>
                        <a:cubicBezTo>
                          <a:pt x="751604" y="276225"/>
                          <a:pt x="868695" y="277647"/>
                          <a:pt x="931525" y="306790"/>
                        </a:cubicBezTo>
                        <a:cubicBezTo>
                          <a:pt x="982930" y="329536"/>
                          <a:pt x="1020057" y="419100"/>
                          <a:pt x="1032908" y="453219"/>
                        </a:cubicBezTo>
                        <a:cubicBezTo>
                          <a:pt x="1035050" y="459617"/>
                          <a:pt x="1030052" y="466725"/>
                          <a:pt x="1022913" y="466725"/>
                        </a:cubicBezTo>
                        <a:cubicBezTo>
                          <a:pt x="1022913" y="466725"/>
                          <a:pt x="1022913" y="466725"/>
                          <a:pt x="630230" y="466725"/>
                        </a:cubicBezTo>
                        <a:cubicBezTo>
                          <a:pt x="630230" y="466725"/>
                          <a:pt x="630230" y="466725"/>
                          <a:pt x="598815" y="466725"/>
                        </a:cubicBezTo>
                        <a:cubicBezTo>
                          <a:pt x="598815" y="466725"/>
                          <a:pt x="598815" y="466725"/>
                          <a:pt x="208988" y="466725"/>
                        </a:cubicBezTo>
                        <a:cubicBezTo>
                          <a:pt x="201848" y="466725"/>
                          <a:pt x="196850" y="459617"/>
                          <a:pt x="198992" y="453219"/>
                        </a:cubicBezTo>
                        <a:cubicBezTo>
                          <a:pt x="211844" y="419100"/>
                          <a:pt x="248970" y="329536"/>
                          <a:pt x="300376" y="306790"/>
                        </a:cubicBezTo>
                        <a:cubicBezTo>
                          <a:pt x="363205" y="277647"/>
                          <a:pt x="480296" y="276225"/>
                          <a:pt x="480296" y="276225"/>
                        </a:cubicBezTo>
                        <a:close/>
                        <a:moveTo>
                          <a:pt x="395288" y="0"/>
                        </a:moveTo>
                        <a:cubicBezTo>
                          <a:pt x="401711" y="4287"/>
                          <a:pt x="408847" y="5716"/>
                          <a:pt x="413842" y="5716"/>
                        </a:cubicBezTo>
                        <a:cubicBezTo>
                          <a:pt x="415269" y="5716"/>
                          <a:pt x="418123" y="5716"/>
                          <a:pt x="420264" y="5002"/>
                        </a:cubicBezTo>
                        <a:cubicBezTo>
                          <a:pt x="423832" y="13577"/>
                          <a:pt x="429541" y="22866"/>
                          <a:pt x="440959" y="28583"/>
                        </a:cubicBezTo>
                        <a:cubicBezTo>
                          <a:pt x="443099" y="29298"/>
                          <a:pt x="445240" y="31441"/>
                          <a:pt x="445954" y="34300"/>
                        </a:cubicBezTo>
                        <a:cubicBezTo>
                          <a:pt x="464507" y="82176"/>
                          <a:pt x="499474" y="162209"/>
                          <a:pt x="512319" y="174357"/>
                        </a:cubicBezTo>
                        <a:cubicBezTo>
                          <a:pt x="532299" y="191507"/>
                          <a:pt x="587246" y="226521"/>
                          <a:pt x="616504" y="226521"/>
                        </a:cubicBezTo>
                        <a:cubicBezTo>
                          <a:pt x="645762" y="226521"/>
                          <a:pt x="700709" y="191507"/>
                          <a:pt x="720690" y="174357"/>
                        </a:cubicBezTo>
                        <a:cubicBezTo>
                          <a:pt x="733534" y="162209"/>
                          <a:pt x="767787" y="82176"/>
                          <a:pt x="787054" y="34300"/>
                        </a:cubicBezTo>
                        <a:cubicBezTo>
                          <a:pt x="787768" y="31441"/>
                          <a:pt x="789909" y="29298"/>
                          <a:pt x="792049" y="28583"/>
                        </a:cubicBezTo>
                        <a:cubicBezTo>
                          <a:pt x="794904" y="27154"/>
                          <a:pt x="797045" y="25725"/>
                          <a:pt x="798472" y="24296"/>
                        </a:cubicBezTo>
                        <a:cubicBezTo>
                          <a:pt x="811317" y="22866"/>
                          <a:pt x="823448" y="18579"/>
                          <a:pt x="832011" y="15006"/>
                        </a:cubicBezTo>
                        <a:cubicBezTo>
                          <a:pt x="832011" y="15006"/>
                          <a:pt x="832011" y="15006"/>
                          <a:pt x="832725" y="14291"/>
                        </a:cubicBezTo>
                        <a:cubicBezTo>
                          <a:pt x="833438" y="14291"/>
                          <a:pt x="833438" y="14291"/>
                          <a:pt x="833438" y="14291"/>
                        </a:cubicBezTo>
                        <a:cubicBezTo>
                          <a:pt x="829157" y="25010"/>
                          <a:pt x="820593" y="37873"/>
                          <a:pt x="806321" y="46447"/>
                        </a:cubicBezTo>
                        <a:cubicBezTo>
                          <a:pt x="795617" y="75031"/>
                          <a:pt x="755656" y="173642"/>
                          <a:pt x="735675" y="191507"/>
                        </a:cubicBezTo>
                        <a:cubicBezTo>
                          <a:pt x="732821" y="192936"/>
                          <a:pt x="730680" y="195794"/>
                          <a:pt x="727112" y="197938"/>
                        </a:cubicBezTo>
                        <a:cubicBezTo>
                          <a:pt x="727112" y="197938"/>
                          <a:pt x="727112" y="197938"/>
                          <a:pt x="727112" y="257248"/>
                        </a:cubicBezTo>
                        <a:cubicBezTo>
                          <a:pt x="727112" y="257248"/>
                          <a:pt x="727112" y="257248"/>
                          <a:pt x="726398" y="257963"/>
                        </a:cubicBezTo>
                        <a:cubicBezTo>
                          <a:pt x="725685" y="258677"/>
                          <a:pt x="718549" y="268681"/>
                          <a:pt x="704277" y="279400"/>
                        </a:cubicBezTo>
                        <a:cubicBezTo>
                          <a:pt x="704277" y="279400"/>
                          <a:pt x="704277" y="279400"/>
                          <a:pt x="704277" y="214373"/>
                        </a:cubicBezTo>
                        <a:cubicBezTo>
                          <a:pt x="677160" y="231523"/>
                          <a:pt x="642194" y="249388"/>
                          <a:pt x="616504" y="249388"/>
                        </a:cubicBezTo>
                        <a:cubicBezTo>
                          <a:pt x="590814" y="249388"/>
                          <a:pt x="555848" y="231523"/>
                          <a:pt x="528731" y="214373"/>
                        </a:cubicBezTo>
                        <a:cubicBezTo>
                          <a:pt x="528731" y="214373"/>
                          <a:pt x="528731" y="214373"/>
                          <a:pt x="528731" y="279400"/>
                        </a:cubicBezTo>
                        <a:cubicBezTo>
                          <a:pt x="514459" y="268681"/>
                          <a:pt x="507323" y="258677"/>
                          <a:pt x="506610" y="257963"/>
                        </a:cubicBezTo>
                        <a:cubicBezTo>
                          <a:pt x="506610" y="257963"/>
                          <a:pt x="506610" y="257963"/>
                          <a:pt x="505896" y="257248"/>
                        </a:cubicBezTo>
                        <a:cubicBezTo>
                          <a:pt x="505896" y="257248"/>
                          <a:pt x="505896" y="257248"/>
                          <a:pt x="505896" y="197938"/>
                        </a:cubicBezTo>
                        <a:cubicBezTo>
                          <a:pt x="502328" y="195794"/>
                          <a:pt x="499474" y="192936"/>
                          <a:pt x="497333" y="191507"/>
                        </a:cubicBezTo>
                        <a:cubicBezTo>
                          <a:pt x="477352" y="173642"/>
                          <a:pt x="437391" y="75031"/>
                          <a:pt x="426687" y="46447"/>
                        </a:cubicBezTo>
                        <a:cubicBezTo>
                          <a:pt x="405992" y="34300"/>
                          <a:pt x="398143" y="13577"/>
                          <a:pt x="39528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150" name="Freeform 14">
                    <a:extLst>
                      <a:ext uri="{FF2B5EF4-FFF2-40B4-BE49-F238E27FC236}">
                        <a16:creationId xmlns:a16="http://schemas.microsoft.com/office/drawing/2014/main" id="{EC6FBFE4-233F-7610-1440-12B0B0D5EC76}"/>
                      </a:ext>
                    </a:extLst>
                  </p:cNvPr>
                  <p:cNvSpPr>
                    <a:spLocks/>
                  </p:cNvSpPr>
                  <p:nvPr/>
                </p:nvSpPr>
                <p:spPr bwMode="auto">
                  <a:xfrm>
                    <a:off x="5543550" y="2773363"/>
                    <a:ext cx="1106488" cy="1209675"/>
                  </a:xfrm>
                  <a:custGeom>
                    <a:avLst/>
                    <a:gdLst>
                      <a:gd name="connsiteX0" fmla="*/ 904042 w 1106488"/>
                      <a:gd name="connsiteY0" fmla="*/ 1120775 h 1209675"/>
                      <a:gd name="connsiteX1" fmla="*/ 1099385 w 1106488"/>
                      <a:gd name="connsiteY1" fmla="*/ 1120775 h 1209675"/>
                      <a:gd name="connsiteX2" fmla="*/ 1106488 w 1106488"/>
                      <a:gd name="connsiteY2" fmla="*/ 1128003 h 1209675"/>
                      <a:gd name="connsiteX3" fmla="*/ 1106488 w 1106488"/>
                      <a:gd name="connsiteY3" fmla="*/ 1202447 h 1209675"/>
                      <a:gd name="connsiteX4" fmla="*/ 1099385 w 1106488"/>
                      <a:gd name="connsiteY4" fmla="*/ 1209675 h 1209675"/>
                      <a:gd name="connsiteX5" fmla="*/ 904042 w 1106488"/>
                      <a:gd name="connsiteY5" fmla="*/ 1209675 h 1209675"/>
                      <a:gd name="connsiteX6" fmla="*/ 896938 w 1106488"/>
                      <a:gd name="connsiteY6" fmla="*/ 1202447 h 1209675"/>
                      <a:gd name="connsiteX7" fmla="*/ 896938 w 1106488"/>
                      <a:gd name="connsiteY7" fmla="*/ 1128003 h 1209675"/>
                      <a:gd name="connsiteX8" fmla="*/ 904042 w 1106488"/>
                      <a:gd name="connsiteY8" fmla="*/ 1120775 h 1209675"/>
                      <a:gd name="connsiteX9" fmla="*/ 453245 w 1106488"/>
                      <a:gd name="connsiteY9" fmla="*/ 1120775 h 1209675"/>
                      <a:gd name="connsiteX10" fmla="*/ 650069 w 1106488"/>
                      <a:gd name="connsiteY10" fmla="*/ 1120775 h 1209675"/>
                      <a:gd name="connsiteX11" fmla="*/ 657226 w 1106488"/>
                      <a:gd name="connsiteY11" fmla="*/ 1128003 h 1209675"/>
                      <a:gd name="connsiteX12" fmla="*/ 657226 w 1106488"/>
                      <a:gd name="connsiteY12" fmla="*/ 1202447 h 1209675"/>
                      <a:gd name="connsiteX13" fmla="*/ 650069 w 1106488"/>
                      <a:gd name="connsiteY13" fmla="*/ 1209675 h 1209675"/>
                      <a:gd name="connsiteX14" fmla="*/ 453245 w 1106488"/>
                      <a:gd name="connsiteY14" fmla="*/ 1209675 h 1209675"/>
                      <a:gd name="connsiteX15" fmla="*/ 446088 w 1106488"/>
                      <a:gd name="connsiteY15" fmla="*/ 1202447 h 1209675"/>
                      <a:gd name="connsiteX16" fmla="*/ 446088 w 1106488"/>
                      <a:gd name="connsiteY16" fmla="*/ 1128003 h 1209675"/>
                      <a:gd name="connsiteX17" fmla="*/ 453245 w 1106488"/>
                      <a:gd name="connsiteY17" fmla="*/ 1120775 h 1209675"/>
                      <a:gd name="connsiteX18" fmla="*/ 7104 w 1106488"/>
                      <a:gd name="connsiteY18" fmla="*/ 1120775 h 1209675"/>
                      <a:gd name="connsiteX19" fmla="*/ 202447 w 1106488"/>
                      <a:gd name="connsiteY19" fmla="*/ 1120775 h 1209675"/>
                      <a:gd name="connsiteX20" fmla="*/ 209550 w 1106488"/>
                      <a:gd name="connsiteY20" fmla="*/ 1128003 h 1209675"/>
                      <a:gd name="connsiteX21" fmla="*/ 209550 w 1106488"/>
                      <a:gd name="connsiteY21" fmla="*/ 1202447 h 1209675"/>
                      <a:gd name="connsiteX22" fmla="*/ 202447 w 1106488"/>
                      <a:gd name="connsiteY22" fmla="*/ 1209675 h 1209675"/>
                      <a:gd name="connsiteX23" fmla="*/ 7104 w 1106488"/>
                      <a:gd name="connsiteY23" fmla="*/ 1209675 h 1209675"/>
                      <a:gd name="connsiteX24" fmla="*/ 0 w 1106488"/>
                      <a:gd name="connsiteY24" fmla="*/ 1202447 h 1209675"/>
                      <a:gd name="connsiteX25" fmla="*/ 0 w 1106488"/>
                      <a:gd name="connsiteY25" fmla="*/ 1128003 h 1209675"/>
                      <a:gd name="connsiteX26" fmla="*/ 7104 w 1106488"/>
                      <a:gd name="connsiteY26" fmla="*/ 1120775 h 1209675"/>
                      <a:gd name="connsiteX27" fmla="*/ 551667 w 1106488"/>
                      <a:gd name="connsiteY27" fmla="*/ 0 h 1209675"/>
                      <a:gd name="connsiteX28" fmla="*/ 769244 w 1106488"/>
                      <a:gd name="connsiteY28" fmla="*/ 220584 h 1209675"/>
                      <a:gd name="connsiteX29" fmla="*/ 768531 w 1106488"/>
                      <a:gd name="connsiteY29" fmla="*/ 262702 h 1209675"/>
                      <a:gd name="connsiteX30" fmla="*/ 784225 w 1106488"/>
                      <a:gd name="connsiteY30" fmla="*/ 310531 h 1209675"/>
                      <a:gd name="connsiteX31" fmla="*/ 764251 w 1106488"/>
                      <a:gd name="connsiteY31" fmla="*/ 322667 h 1209675"/>
                      <a:gd name="connsiteX32" fmla="*/ 756404 w 1106488"/>
                      <a:gd name="connsiteY32" fmla="*/ 326236 h 1209675"/>
                      <a:gd name="connsiteX33" fmla="*/ 754977 w 1106488"/>
                      <a:gd name="connsiteY33" fmla="*/ 326950 h 1209675"/>
                      <a:gd name="connsiteX34" fmla="*/ 729296 w 1106488"/>
                      <a:gd name="connsiteY34" fmla="*/ 333375 h 1209675"/>
                      <a:gd name="connsiteX35" fmla="*/ 717168 w 1106488"/>
                      <a:gd name="connsiteY35" fmla="*/ 330519 h 1209675"/>
                      <a:gd name="connsiteX36" fmla="*/ 477476 w 1106488"/>
                      <a:gd name="connsiteY36" fmla="*/ 174897 h 1209675"/>
                      <a:gd name="connsiteX37" fmla="*/ 469629 w 1106488"/>
                      <a:gd name="connsiteY37" fmla="*/ 174183 h 1209675"/>
                      <a:gd name="connsiteX38" fmla="*/ 431107 w 1106488"/>
                      <a:gd name="connsiteY38" fmla="*/ 185605 h 1209675"/>
                      <a:gd name="connsiteX39" fmla="*/ 357630 w 1106488"/>
                      <a:gd name="connsiteY39" fmla="*/ 309103 h 1209675"/>
                      <a:gd name="connsiteX40" fmla="*/ 350496 w 1106488"/>
                      <a:gd name="connsiteY40" fmla="*/ 314814 h 1209675"/>
                      <a:gd name="connsiteX41" fmla="*/ 345503 w 1106488"/>
                      <a:gd name="connsiteY41" fmla="*/ 311959 h 1209675"/>
                      <a:gd name="connsiteX42" fmla="*/ 343362 w 1106488"/>
                      <a:gd name="connsiteY42" fmla="*/ 309103 h 1209675"/>
                      <a:gd name="connsiteX43" fmla="*/ 333375 w 1106488"/>
                      <a:gd name="connsiteY43" fmla="*/ 220584 h 1209675"/>
                      <a:gd name="connsiteX44" fmla="*/ 551667 w 1106488"/>
                      <a:gd name="connsiteY44"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06488" h="1209675">
                        <a:moveTo>
                          <a:pt x="904042" y="1120775"/>
                        </a:moveTo>
                        <a:cubicBezTo>
                          <a:pt x="904042" y="1120775"/>
                          <a:pt x="904042" y="1120775"/>
                          <a:pt x="1099385" y="1120775"/>
                        </a:cubicBezTo>
                        <a:cubicBezTo>
                          <a:pt x="1103647" y="1120775"/>
                          <a:pt x="1106488" y="1124389"/>
                          <a:pt x="1106488" y="1128003"/>
                        </a:cubicBezTo>
                        <a:cubicBezTo>
                          <a:pt x="1106488" y="1128003"/>
                          <a:pt x="1106488" y="1128003"/>
                          <a:pt x="1106488" y="1202447"/>
                        </a:cubicBezTo>
                        <a:cubicBezTo>
                          <a:pt x="1106488" y="1206784"/>
                          <a:pt x="1103647" y="1209675"/>
                          <a:pt x="1099385" y="1209675"/>
                        </a:cubicBezTo>
                        <a:cubicBezTo>
                          <a:pt x="1099385" y="1209675"/>
                          <a:pt x="1099385" y="1209675"/>
                          <a:pt x="904042" y="1209675"/>
                        </a:cubicBezTo>
                        <a:cubicBezTo>
                          <a:pt x="899780" y="1209675"/>
                          <a:pt x="896938" y="1206784"/>
                          <a:pt x="896938" y="1202447"/>
                        </a:cubicBezTo>
                        <a:cubicBezTo>
                          <a:pt x="896938" y="1202447"/>
                          <a:pt x="896938" y="1202447"/>
                          <a:pt x="896938" y="1128003"/>
                        </a:cubicBezTo>
                        <a:cubicBezTo>
                          <a:pt x="896938" y="1124389"/>
                          <a:pt x="899780" y="1120775"/>
                          <a:pt x="904042" y="1120775"/>
                        </a:cubicBezTo>
                        <a:close/>
                        <a:moveTo>
                          <a:pt x="453245" y="1120775"/>
                        </a:moveTo>
                        <a:cubicBezTo>
                          <a:pt x="453245" y="1120775"/>
                          <a:pt x="453245" y="1120775"/>
                          <a:pt x="650069" y="1120775"/>
                        </a:cubicBezTo>
                        <a:cubicBezTo>
                          <a:pt x="654363" y="1120775"/>
                          <a:pt x="657226" y="1124389"/>
                          <a:pt x="657226" y="1128003"/>
                        </a:cubicBezTo>
                        <a:cubicBezTo>
                          <a:pt x="657226" y="1128003"/>
                          <a:pt x="657226" y="1128003"/>
                          <a:pt x="657226" y="1202447"/>
                        </a:cubicBezTo>
                        <a:cubicBezTo>
                          <a:pt x="657226" y="1206784"/>
                          <a:pt x="654363" y="1209675"/>
                          <a:pt x="650069" y="1209675"/>
                        </a:cubicBezTo>
                        <a:cubicBezTo>
                          <a:pt x="650069" y="1209675"/>
                          <a:pt x="650069" y="1209675"/>
                          <a:pt x="453245" y="1209675"/>
                        </a:cubicBezTo>
                        <a:cubicBezTo>
                          <a:pt x="448951" y="1209675"/>
                          <a:pt x="446088" y="1206784"/>
                          <a:pt x="446088" y="1202447"/>
                        </a:cubicBezTo>
                        <a:cubicBezTo>
                          <a:pt x="446088" y="1202447"/>
                          <a:pt x="446088" y="1202447"/>
                          <a:pt x="446088" y="1128003"/>
                        </a:cubicBezTo>
                        <a:cubicBezTo>
                          <a:pt x="446088" y="1124389"/>
                          <a:pt x="448951" y="1120775"/>
                          <a:pt x="453245" y="1120775"/>
                        </a:cubicBezTo>
                        <a:close/>
                        <a:moveTo>
                          <a:pt x="7104" y="1120775"/>
                        </a:moveTo>
                        <a:cubicBezTo>
                          <a:pt x="7104" y="1120775"/>
                          <a:pt x="7104" y="1120775"/>
                          <a:pt x="202447" y="1120775"/>
                        </a:cubicBezTo>
                        <a:cubicBezTo>
                          <a:pt x="206709" y="1120775"/>
                          <a:pt x="209550" y="1124389"/>
                          <a:pt x="209550" y="1128003"/>
                        </a:cubicBezTo>
                        <a:cubicBezTo>
                          <a:pt x="209550" y="1128003"/>
                          <a:pt x="209550" y="1128003"/>
                          <a:pt x="209550" y="1202447"/>
                        </a:cubicBezTo>
                        <a:cubicBezTo>
                          <a:pt x="209550" y="1206784"/>
                          <a:pt x="206709" y="1209675"/>
                          <a:pt x="202447" y="1209675"/>
                        </a:cubicBezTo>
                        <a:cubicBezTo>
                          <a:pt x="202447" y="1209675"/>
                          <a:pt x="202447" y="1209675"/>
                          <a:pt x="7104" y="1209675"/>
                        </a:cubicBezTo>
                        <a:cubicBezTo>
                          <a:pt x="2842" y="1209675"/>
                          <a:pt x="0" y="1206784"/>
                          <a:pt x="0" y="1202447"/>
                        </a:cubicBezTo>
                        <a:cubicBezTo>
                          <a:pt x="0" y="1202447"/>
                          <a:pt x="0" y="1202447"/>
                          <a:pt x="0" y="1128003"/>
                        </a:cubicBezTo>
                        <a:cubicBezTo>
                          <a:pt x="0" y="1124389"/>
                          <a:pt x="2842" y="1120775"/>
                          <a:pt x="7104" y="1120775"/>
                        </a:cubicBezTo>
                        <a:close/>
                        <a:moveTo>
                          <a:pt x="551667" y="0"/>
                        </a:moveTo>
                        <a:cubicBezTo>
                          <a:pt x="674366" y="0"/>
                          <a:pt x="769244" y="99227"/>
                          <a:pt x="769244" y="220584"/>
                        </a:cubicBezTo>
                        <a:cubicBezTo>
                          <a:pt x="769244" y="235575"/>
                          <a:pt x="769244" y="249139"/>
                          <a:pt x="768531" y="262702"/>
                        </a:cubicBezTo>
                        <a:cubicBezTo>
                          <a:pt x="767104" y="274838"/>
                          <a:pt x="771385" y="292685"/>
                          <a:pt x="784225" y="310531"/>
                        </a:cubicBezTo>
                        <a:cubicBezTo>
                          <a:pt x="784225" y="310531"/>
                          <a:pt x="775665" y="316242"/>
                          <a:pt x="764251" y="322667"/>
                        </a:cubicBezTo>
                        <a:cubicBezTo>
                          <a:pt x="762111" y="323381"/>
                          <a:pt x="759257" y="324808"/>
                          <a:pt x="756404" y="326236"/>
                        </a:cubicBezTo>
                        <a:cubicBezTo>
                          <a:pt x="755690" y="326236"/>
                          <a:pt x="755690" y="326236"/>
                          <a:pt x="754977" y="326950"/>
                        </a:cubicBezTo>
                        <a:cubicBezTo>
                          <a:pt x="746417" y="330519"/>
                          <a:pt x="737143" y="332661"/>
                          <a:pt x="729296" y="333375"/>
                        </a:cubicBezTo>
                        <a:cubicBezTo>
                          <a:pt x="725016" y="333375"/>
                          <a:pt x="720735" y="332661"/>
                          <a:pt x="717168" y="330519"/>
                        </a:cubicBezTo>
                        <a:cubicBezTo>
                          <a:pt x="693627" y="317670"/>
                          <a:pt x="600889" y="190602"/>
                          <a:pt x="477476" y="174897"/>
                        </a:cubicBezTo>
                        <a:cubicBezTo>
                          <a:pt x="474623" y="174183"/>
                          <a:pt x="471769" y="174183"/>
                          <a:pt x="469629" y="174183"/>
                        </a:cubicBezTo>
                        <a:cubicBezTo>
                          <a:pt x="456075" y="174183"/>
                          <a:pt x="442521" y="178466"/>
                          <a:pt x="431107" y="185605"/>
                        </a:cubicBezTo>
                        <a:cubicBezTo>
                          <a:pt x="382598" y="218443"/>
                          <a:pt x="371184" y="289115"/>
                          <a:pt x="357630" y="309103"/>
                        </a:cubicBezTo>
                        <a:cubicBezTo>
                          <a:pt x="355490" y="312673"/>
                          <a:pt x="352636" y="314814"/>
                          <a:pt x="350496" y="314814"/>
                        </a:cubicBezTo>
                        <a:cubicBezTo>
                          <a:pt x="349069" y="314814"/>
                          <a:pt x="346929" y="314101"/>
                          <a:pt x="345503" y="311959"/>
                        </a:cubicBezTo>
                        <a:cubicBezTo>
                          <a:pt x="344789" y="311245"/>
                          <a:pt x="344076" y="310531"/>
                          <a:pt x="343362" y="309103"/>
                        </a:cubicBezTo>
                        <a:cubicBezTo>
                          <a:pt x="336942" y="294112"/>
                          <a:pt x="333375" y="246283"/>
                          <a:pt x="333375" y="220584"/>
                        </a:cubicBezTo>
                        <a:cubicBezTo>
                          <a:pt x="333375" y="99227"/>
                          <a:pt x="428253" y="0"/>
                          <a:pt x="55166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grpSp>
      <p:grpSp>
        <p:nvGrpSpPr>
          <p:cNvPr id="43" name="Group 42">
            <a:extLst>
              <a:ext uri="{FF2B5EF4-FFF2-40B4-BE49-F238E27FC236}">
                <a16:creationId xmlns:a16="http://schemas.microsoft.com/office/drawing/2014/main" id="{EE07E4CD-1AD6-AC8A-DD48-7AECFF86E5F0}"/>
              </a:ext>
            </a:extLst>
          </p:cNvPr>
          <p:cNvGrpSpPr/>
          <p:nvPr/>
        </p:nvGrpSpPr>
        <p:grpSpPr>
          <a:xfrm>
            <a:off x="8935014" y="3557506"/>
            <a:ext cx="928001" cy="1014356"/>
            <a:chOff x="10477970" y="3308544"/>
            <a:chExt cx="1085381" cy="1186381"/>
          </a:xfrm>
        </p:grpSpPr>
        <p:sp>
          <p:nvSpPr>
            <p:cNvPr id="280" name="Trapezoid 279">
              <a:extLst>
                <a:ext uri="{FF2B5EF4-FFF2-40B4-BE49-F238E27FC236}">
                  <a16:creationId xmlns:a16="http://schemas.microsoft.com/office/drawing/2014/main" id="{1DD04E08-7452-C05B-80F4-57319B7AF6B6}"/>
                </a:ext>
              </a:extLst>
            </p:cNvPr>
            <p:cNvSpPr/>
            <p:nvPr/>
          </p:nvSpPr>
          <p:spPr>
            <a:xfrm rot="16200000" flipH="1">
              <a:off x="10717049" y="3069465"/>
              <a:ext cx="607224" cy="1085381"/>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281" name="Trapezoid 280">
              <a:extLst>
                <a:ext uri="{FF2B5EF4-FFF2-40B4-BE49-F238E27FC236}">
                  <a16:creationId xmlns:a16="http://schemas.microsoft.com/office/drawing/2014/main" id="{6EA0499D-4873-5A04-136C-F23A355E9CC4}"/>
                </a:ext>
              </a:extLst>
            </p:cNvPr>
            <p:cNvSpPr/>
            <p:nvPr/>
          </p:nvSpPr>
          <p:spPr>
            <a:xfrm rot="16200000" flipH="1">
              <a:off x="10717048" y="3648623"/>
              <a:ext cx="607225" cy="1085379"/>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283" name="TextBox 282">
              <a:extLst>
                <a:ext uri="{FF2B5EF4-FFF2-40B4-BE49-F238E27FC236}">
                  <a16:creationId xmlns:a16="http://schemas.microsoft.com/office/drawing/2014/main" id="{CB2F207D-1E37-E032-2A6E-51CBAEA0425E}"/>
                </a:ext>
              </a:extLst>
            </p:cNvPr>
            <p:cNvSpPr txBox="1"/>
            <p:nvPr/>
          </p:nvSpPr>
          <p:spPr>
            <a:xfrm>
              <a:off x="10911809" y="3481890"/>
              <a:ext cx="599145" cy="260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Celulosa</a:t>
              </a:r>
            </a:p>
          </p:txBody>
        </p:sp>
        <p:sp>
          <p:nvSpPr>
            <p:cNvPr id="284" name="TextBox 283">
              <a:extLst>
                <a:ext uri="{FF2B5EF4-FFF2-40B4-BE49-F238E27FC236}">
                  <a16:creationId xmlns:a16="http://schemas.microsoft.com/office/drawing/2014/main" id="{83877289-118A-3D96-673F-035EA439B5F6}"/>
                </a:ext>
              </a:extLst>
            </p:cNvPr>
            <p:cNvSpPr txBox="1"/>
            <p:nvPr/>
          </p:nvSpPr>
          <p:spPr>
            <a:xfrm>
              <a:off x="10911809" y="4025462"/>
              <a:ext cx="599145" cy="3316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Energía </a:t>
              </a:r>
            </a:p>
            <a:p>
              <a:pPr algn="ctr"/>
              <a:r>
                <a:rPr lang="es-CL" sz="1026">
                  <a:solidFill>
                    <a:schemeClr val="tx1"/>
                  </a:solidFill>
                </a:rPr>
                <a:t>eléctrica</a:t>
              </a:r>
            </a:p>
          </p:txBody>
        </p:sp>
        <p:grpSp>
          <p:nvGrpSpPr>
            <p:cNvPr id="288" name="Group 287">
              <a:extLst>
                <a:ext uri="{FF2B5EF4-FFF2-40B4-BE49-F238E27FC236}">
                  <a16:creationId xmlns:a16="http://schemas.microsoft.com/office/drawing/2014/main" id="{510D0E47-FCFC-A665-CF48-C9C7FE672006}"/>
                </a:ext>
              </a:extLst>
            </p:cNvPr>
            <p:cNvGrpSpPr>
              <a:grpSpLocks noChangeAspect="1"/>
            </p:cNvGrpSpPr>
            <p:nvPr/>
          </p:nvGrpSpPr>
          <p:grpSpPr>
            <a:xfrm>
              <a:off x="10623435" y="3526355"/>
              <a:ext cx="171598" cy="171598"/>
              <a:chOff x="982662" y="1847850"/>
              <a:chExt cx="269875" cy="269875"/>
            </a:xfrm>
          </p:grpSpPr>
          <p:sp>
            <p:nvSpPr>
              <p:cNvPr id="289" name="Oval 50">
                <a:extLst>
                  <a:ext uri="{FF2B5EF4-FFF2-40B4-BE49-F238E27FC236}">
                    <a16:creationId xmlns:a16="http://schemas.microsoft.com/office/drawing/2014/main" id="{C47C083C-5E1D-CFE1-C0F8-CE85298ECD17}"/>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90" name="Freeform 51">
                <a:extLst>
                  <a:ext uri="{FF2B5EF4-FFF2-40B4-BE49-F238E27FC236}">
                    <a16:creationId xmlns:a16="http://schemas.microsoft.com/office/drawing/2014/main" id="{8637B02F-BF4C-CE55-7DEC-A7F5A622ECCB}"/>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nvGrpSpPr>
            <p:cNvPr id="291" name="Group 290">
              <a:extLst>
                <a:ext uri="{FF2B5EF4-FFF2-40B4-BE49-F238E27FC236}">
                  <a16:creationId xmlns:a16="http://schemas.microsoft.com/office/drawing/2014/main" id="{BA456440-6B29-6674-AA25-062400F85697}"/>
                </a:ext>
              </a:extLst>
            </p:cNvPr>
            <p:cNvGrpSpPr>
              <a:grpSpLocks noChangeAspect="1"/>
            </p:cNvGrpSpPr>
            <p:nvPr/>
          </p:nvGrpSpPr>
          <p:grpSpPr>
            <a:xfrm>
              <a:off x="10623435" y="4105511"/>
              <a:ext cx="171598" cy="171598"/>
              <a:chOff x="982662" y="1847850"/>
              <a:chExt cx="269875" cy="269875"/>
            </a:xfrm>
          </p:grpSpPr>
          <p:sp>
            <p:nvSpPr>
              <p:cNvPr id="292" name="Oval 50">
                <a:extLst>
                  <a:ext uri="{FF2B5EF4-FFF2-40B4-BE49-F238E27FC236}">
                    <a16:creationId xmlns:a16="http://schemas.microsoft.com/office/drawing/2014/main" id="{A37B47EE-0EB8-BAFD-C99D-7EE2724CC3C5}"/>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93" name="Freeform 51">
                <a:extLst>
                  <a:ext uri="{FF2B5EF4-FFF2-40B4-BE49-F238E27FC236}">
                    <a16:creationId xmlns:a16="http://schemas.microsoft.com/office/drawing/2014/main" id="{8EFE5E69-6A8E-164A-189B-DF1FC0B36836}"/>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sp>
        <p:nvSpPr>
          <p:cNvPr id="183" name="TextBox 182">
            <a:extLst>
              <a:ext uri="{FF2B5EF4-FFF2-40B4-BE49-F238E27FC236}">
                <a16:creationId xmlns:a16="http://schemas.microsoft.com/office/drawing/2014/main" id="{5ABE9D59-BE4C-7B68-3FDB-8F8A7BB2AEBD}"/>
              </a:ext>
            </a:extLst>
          </p:cNvPr>
          <p:cNvSpPr txBox="1"/>
          <p:nvPr/>
        </p:nvSpPr>
        <p:spPr>
          <a:xfrm>
            <a:off x="3752357" y="3265712"/>
            <a:ext cx="5031339" cy="257250"/>
          </a:xfrm>
          <a:prstGeom prst="round2SameRect">
            <a:avLst>
              <a:gd name="adj1" fmla="val 22359"/>
              <a:gd name="adj2" fmla="val 0"/>
            </a:avLst>
          </a:prstGeom>
          <a:solidFill>
            <a:schemeClr val="bg2">
              <a:lumMod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de producción </a:t>
            </a:r>
          </a:p>
        </p:txBody>
      </p:sp>
      <p:sp>
        <p:nvSpPr>
          <p:cNvPr id="184" name="Rectangle: Rounded Corners 183">
            <a:extLst>
              <a:ext uri="{FF2B5EF4-FFF2-40B4-BE49-F238E27FC236}">
                <a16:creationId xmlns:a16="http://schemas.microsoft.com/office/drawing/2014/main" id="{0F957135-0781-6E53-F3C5-10C0EF8685B4}"/>
              </a:ext>
            </a:extLst>
          </p:cNvPr>
          <p:cNvSpPr/>
          <p:nvPr/>
        </p:nvSpPr>
        <p:spPr>
          <a:xfrm>
            <a:off x="3601039" y="3522962"/>
            <a:ext cx="5333975" cy="1083443"/>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9" name="Group 18">
            <a:extLst>
              <a:ext uri="{FF2B5EF4-FFF2-40B4-BE49-F238E27FC236}">
                <a16:creationId xmlns:a16="http://schemas.microsoft.com/office/drawing/2014/main" id="{008FE263-47E6-153B-2188-EE095E212A3A}"/>
              </a:ext>
            </a:extLst>
          </p:cNvPr>
          <p:cNvGrpSpPr/>
          <p:nvPr/>
        </p:nvGrpSpPr>
        <p:grpSpPr>
          <a:xfrm>
            <a:off x="2667787" y="3541538"/>
            <a:ext cx="933252" cy="1046293"/>
            <a:chOff x="629325" y="3276869"/>
            <a:chExt cx="1091523" cy="1223734"/>
          </a:xfrm>
        </p:grpSpPr>
        <p:sp>
          <p:nvSpPr>
            <p:cNvPr id="279" name="Trapezoid 278">
              <a:extLst>
                <a:ext uri="{FF2B5EF4-FFF2-40B4-BE49-F238E27FC236}">
                  <a16:creationId xmlns:a16="http://schemas.microsoft.com/office/drawing/2014/main" id="{667E49B1-70A9-0CF0-2F44-6F9969ADB95E}"/>
                </a:ext>
              </a:extLst>
            </p:cNvPr>
            <p:cNvSpPr/>
            <p:nvPr/>
          </p:nvSpPr>
          <p:spPr>
            <a:xfrm rot="5400000">
              <a:off x="563220" y="3342974"/>
              <a:ext cx="1223734" cy="1091523"/>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grpSp>
          <p:nvGrpSpPr>
            <p:cNvPr id="44" name="Group 43">
              <a:extLst>
                <a:ext uri="{FF2B5EF4-FFF2-40B4-BE49-F238E27FC236}">
                  <a16:creationId xmlns:a16="http://schemas.microsoft.com/office/drawing/2014/main" id="{020AA018-FBFD-EA39-53F9-84D0DD95D0F0}"/>
                </a:ext>
              </a:extLst>
            </p:cNvPr>
            <p:cNvGrpSpPr/>
            <p:nvPr/>
          </p:nvGrpSpPr>
          <p:grpSpPr>
            <a:xfrm>
              <a:off x="719399" y="3758471"/>
              <a:ext cx="824068" cy="260528"/>
              <a:chOff x="719399" y="3771469"/>
              <a:chExt cx="824068" cy="260528"/>
            </a:xfrm>
          </p:grpSpPr>
          <p:sp>
            <p:nvSpPr>
              <p:cNvPr id="282" name="TextBox 281">
                <a:extLst>
                  <a:ext uri="{FF2B5EF4-FFF2-40B4-BE49-F238E27FC236}">
                    <a16:creationId xmlns:a16="http://schemas.microsoft.com/office/drawing/2014/main" id="{D7C7852C-F66F-A28F-626C-F14E1EDC5839}"/>
                  </a:ext>
                </a:extLst>
              </p:cNvPr>
              <p:cNvSpPr txBox="1"/>
              <p:nvPr/>
            </p:nvSpPr>
            <p:spPr>
              <a:xfrm>
                <a:off x="719399" y="3771469"/>
                <a:ext cx="515661" cy="260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39091" rIns="0" bIns="39091" numCol="1" spcCol="0" rtlCol="0" fromWordArt="0" anchor="ctr" anchorCtr="0" forceAA="0" compatLnSpc="1">
                <a:prstTxWarp prst="textNoShape">
                  <a:avLst/>
                </a:prstTxWarp>
                <a:noAutofit/>
              </a:bodyPr>
              <a:lstStyle/>
              <a:p>
                <a:r>
                  <a:rPr lang="es-CL" sz="1026">
                    <a:solidFill>
                      <a:schemeClr val="tx1"/>
                    </a:solidFill>
                  </a:rPr>
                  <a:t>Madera</a:t>
                </a:r>
              </a:p>
            </p:txBody>
          </p:sp>
          <p:grpSp>
            <p:nvGrpSpPr>
              <p:cNvPr id="285" name="Group 284">
                <a:extLst>
                  <a:ext uri="{FF2B5EF4-FFF2-40B4-BE49-F238E27FC236}">
                    <a16:creationId xmlns:a16="http://schemas.microsoft.com/office/drawing/2014/main" id="{97BB7FF7-2481-AB36-613D-388E8DACBEBE}"/>
                  </a:ext>
                </a:extLst>
              </p:cNvPr>
              <p:cNvGrpSpPr>
                <a:grpSpLocks noChangeAspect="1"/>
              </p:cNvGrpSpPr>
              <p:nvPr/>
            </p:nvGrpSpPr>
            <p:grpSpPr>
              <a:xfrm>
                <a:off x="1371869" y="3815934"/>
                <a:ext cx="171598" cy="171598"/>
                <a:chOff x="982662" y="1847850"/>
                <a:chExt cx="269875" cy="269875"/>
              </a:xfrm>
            </p:grpSpPr>
            <p:sp>
              <p:nvSpPr>
                <p:cNvPr id="286" name="Oval 50">
                  <a:extLst>
                    <a:ext uri="{FF2B5EF4-FFF2-40B4-BE49-F238E27FC236}">
                      <a16:creationId xmlns:a16="http://schemas.microsoft.com/office/drawing/2014/main" id="{CCCB966B-BDB9-40D2-F335-4E45FEAE84D6}"/>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87" name="Freeform 51">
                  <a:extLst>
                    <a:ext uri="{FF2B5EF4-FFF2-40B4-BE49-F238E27FC236}">
                      <a16:creationId xmlns:a16="http://schemas.microsoft.com/office/drawing/2014/main" id="{32D18446-C9F4-C1C4-F82A-CA9729DCB12B}"/>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grpSp>
      <p:sp>
        <p:nvSpPr>
          <p:cNvPr id="41" name="Rectangle: Rounded Corners 186">
            <a:extLst>
              <a:ext uri="{FF2B5EF4-FFF2-40B4-BE49-F238E27FC236}">
                <a16:creationId xmlns:a16="http://schemas.microsoft.com/office/drawing/2014/main" id="{13B95501-CCF7-8785-8F6E-0D241ABF0ADF}"/>
              </a:ext>
            </a:extLst>
          </p:cNvPr>
          <p:cNvSpPr/>
          <p:nvPr/>
        </p:nvSpPr>
        <p:spPr>
          <a:xfrm>
            <a:off x="4736480" y="3625882"/>
            <a:ext cx="3380622" cy="405130"/>
          </a:xfrm>
          <a:prstGeom prst="roundRect">
            <a:avLst>
              <a:gd name="adj" fmla="val 5410"/>
            </a:avLst>
          </a:prstGeom>
          <a:solidFill>
            <a:srgbClr val="F2F2F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de Celulosa</a:t>
            </a:r>
          </a:p>
        </p:txBody>
      </p:sp>
      <p:sp>
        <p:nvSpPr>
          <p:cNvPr id="152" name="Oval 20">
            <a:extLst>
              <a:ext uri="{FF2B5EF4-FFF2-40B4-BE49-F238E27FC236}">
                <a16:creationId xmlns:a16="http://schemas.microsoft.com/office/drawing/2014/main" id="{E8934DD7-1E0D-BEA9-8238-3494E11CE64E}"/>
              </a:ext>
            </a:extLst>
          </p:cNvPr>
          <p:cNvSpPr>
            <a:spLocks noChangeAspect="1" noChangeArrowheads="1"/>
          </p:cNvSpPr>
          <p:nvPr/>
        </p:nvSpPr>
        <p:spPr bwMode="auto">
          <a:xfrm>
            <a:off x="4578086" y="3569437"/>
            <a:ext cx="195147" cy="195147"/>
          </a:xfrm>
          <a:prstGeom prst="ellipse">
            <a:avLst/>
          </a:prstGeom>
          <a:solidFill>
            <a:srgbClr val="6E6F73"/>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a:t>
            </a:r>
          </a:p>
        </p:txBody>
      </p:sp>
      <p:grpSp>
        <p:nvGrpSpPr>
          <p:cNvPr id="65" name="bcgIcons_Machine factory ">
            <a:extLst>
              <a:ext uri="{FF2B5EF4-FFF2-40B4-BE49-F238E27FC236}">
                <a16:creationId xmlns:a16="http://schemas.microsoft.com/office/drawing/2014/main" id="{9FC42EB7-0A4A-96CB-12AC-2CE866BE9A83}"/>
              </a:ext>
            </a:extLst>
          </p:cNvPr>
          <p:cNvGrpSpPr>
            <a:grpSpLocks noChangeAspect="1"/>
          </p:cNvGrpSpPr>
          <p:nvPr/>
        </p:nvGrpSpPr>
        <p:grpSpPr>
          <a:xfrm>
            <a:off x="4754114" y="3605788"/>
            <a:ext cx="447315" cy="429244"/>
            <a:chOff x="5273675" y="2606675"/>
            <a:chExt cx="1644650" cy="1644650"/>
          </a:xfrm>
        </p:grpSpPr>
        <p:sp>
          <p:nvSpPr>
            <p:cNvPr id="74" name="AutoShape 3">
              <a:extLst>
                <a:ext uri="{FF2B5EF4-FFF2-40B4-BE49-F238E27FC236}">
                  <a16:creationId xmlns:a16="http://schemas.microsoft.com/office/drawing/2014/main" id="{629D1ADE-1CF6-275C-7BB5-31823A36B2A2}"/>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75" name="Group 200">
              <a:extLst>
                <a:ext uri="{FF2B5EF4-FFF2-40B4-BE49-F238E27FC236}">
                  <a16:creationId xmlns:a16="http://schemas.microsoft.com/office/drawing/2014/main" id="{49038D72-6A95-3784-500E-D0E30BECB557}"/>
                </a:ext>
              </a:extLst>
            </p:cNvPr>
            <p:cNvGrpSpPr>
              <a:grpSpLocks/>
            </p:cNvGrpSpPr>
            <p:nvPr/>
          </p:nvGrpSpPr>
          <p:grpSpPr>
            <a:xfrm>
              <a:off x="5457824" y="2882900"/>
              <a:ext cx="1276352" cy="1092201"/>
              <a:chOff x="5457824" y="2882899"/>
              <a:chExt cx="1276352" cy="1092201"/>
            </a:xfrm>
          </p:grpSpPr>
          <p:sp>
            <p:nvSpPr>
              <p:cNvPr id="76" name="Freeform 5">
                <a:extLst>
                  <a:ext uri="{FF2B5EF4-FFF2-40B4-BE49-F238E27FC236}">
                    <a16:creationId xmlns:a16="http://schemas.microsoft.com/office/drawing/2014/main" id="{69F38805-BE7B-E133-DB93-7BA384FCF648}"/>
                  </a:ext>
                </a:extLst>
              </p:cNvPr>
              <p:cNvSpPr>
                <a:spLocks/>
              </p:cNvSpPr>
              <p:nvPr/>
            </p:nvSpPr>
            <p:spPr bwMode="auto">
              <a:xfrm>
                <a:off x="5522913" y="2943224"/>
                <a:ext cx="1211263" cy="1031876"/>
              </a:xfrm>
              <a:custGeom>
                <a:avLst/>
                <a:gdLst>
                  <a:gd name="connsiteX0" fmla="*/ 684028 w 1211263"/>
                  <a:gd name="connsiteY0" fmla="*/ 842963 h 1031876"/>
                  <a:gd name="connsiteX1" fmla="*/ 668337 w 1211263"/>
                  <a:gd name="connsiteY1" fmla="*/ 858838 h 1031876"/>
                  <a:gd name="connsiteX2" fmla="*/ 684028 w 1211263"/>
                  <a:gd name="connsiteY2" fmla="*/ 874713 h 1031876"/>
                  <a:gd name="connsiteX3" fmla="*/ 800284 w 1211263"/>
                  <a:gd name="connsiteY3" fmla="*/ 874713 h 1031876"/>
                  <a:gd name="connsiteX4" fmla="*/ 815975 w 1211263"/>
                  <a:gd name="connsiteY4" fmla="*/ 858838 h 1031876"/>
                  <a:gd name="connsiteX5" fmla="*/ 800284 w 1211263"/>
                  <a:gd name="connsiteY5" fmla="*/ 842963 h 1031876"/>
                  <a:gd name="connsiteX6" fmla="*/ 684028 w 1211263"/>
                  <a:gd name="connsiteY6" fmla="*/ 842963 h 1031876"/>
                  <a:gd name="connsiteX7" fmla="*/ 881063 w 1211263"/>
                  <a:gd name="connsiteY7" fmla="*/ 828675 h 1031876"/>
                  <a:gd name="connsiteX8" fmla="*/ 850900 w 1211263"/>
                  <a:gd name="connsiteY8" fmla="*/ 858044 h 1031876"/>
                  <a:gd name="connsiteX9" fmla="*/ 881063 w 1211263"/>
                  <a:gd name="connsiteY9" fmla="*/ 887413 h 1031876"/>
                  <a:gd name="connsiteX10" fmla="*/ 911226 w 1211263"/>
                  <a:gd name="connsiteY10" fmla="*/ 858044 h 1031876"/>
                  <a:gd name="connsiteX11" fmla="*/ 881063 w 1211263"/>
                  <a:gd name="connsiteY11" fmla="*/ 828675 h 1031876"/>
                  <a:gd name="connsiteX12" fmla="*/ 1027113 w 1211263"/>
                  <a:gd name="connsiteY12" fmla="*/ 782638 h 1031876"/>
                  <a:gd name="connsiteX13" fmla="*/ 952500 w 1211263"/>
                  <a:gd name="connsiteY13" fmla="*/ 857251 h 1031876"/>
                  <a:gd name="connsiteX14" fmla="*/ 1027113 w 1211263"/>
                  <a:gd name="connsiteY14" fmla="*/ 931864 h 1031876"/>
                  <a:gd name="connsiteX15" fmla="*/ 1101726 w 1211263"/>
                  <a:gd name="connsiteY15" fmla="*/ 857251 h 1031876"/>
                  <a:gd name="connsiteX16" fmla="*/ 1027113 w 1211263"/>
                  <a:gd name="connsiteY16" fmla="*/ 782638 h 1031876"/>
                  <a:gd name="connsiteX17" fmla="*/ 382940 w 1211263"/>
                  <a:gd name="connsiteY17" fmla="*/ 744538 h 1031876"/>
                  <a:gd name="connsiteX18" fmla="*/ 379412 w 1211263"/>
                  <a:gd name="connsiteY18" fmla="*/ 748146 h 1031876"/>
                  <a:gd name="connsiteX19" fmla="*/ 379412 w 1211263"/>
                  <a:gd name="connsiteY19" fmla="*/ 812368 h 1031876"/>
                  <a:gd name="connsiteX20" fmla="*/ 382940 w 1211263"/>
                  <a:gd name="connsiteY20" fmla="*/ 815976 h 1031876"/>
                  <a:gd name="connsiteX21" fmla="*/ 445734 w 1211263"/>
                  <a:gd name="connsiteY21" fmla="*/ 815976 h 1031876"/>
                  <a:gd name="connsiteX22" fmla="*/ 449262 w 1211263"/>
                  <a:gd name="connsiteY22" fmla="*/ 812368 h 1031876"/>
                  <a:gd name="connsiteX23" fmla="*/ 449262 w 1211263"/>
                  <a:gd name="connsiteY23" fmla="*/ 748146 h 1031876"/>
                  <a:gd name="connsiteX24" fmla="*/ 445734 w 1211263"/>
                  <a:gd name="connsiteY24" fmla="*/ 744538 h 1031876"/>
                  <a:gd name="connsiteX25" fmla="*/ 382940 w 1211263"/>
                  <a:gd name="connsiteY25" fmla="*/ 744538 h 1031876"/>
                  <a:gd name="connsiteX26" fmla="*/ 241653 w 1211263"/>
                  <a:gd name="connsiteY26" fmla="*/ 744538 h 1031876"/>
                  <a:gd name="connsiteX27" fmla="*/ 238125 w 1211263"/>
                  <a:gd name="connsiteY27" fmla="*/ 748146 h 1031876"/>
                  <a:gd name="connsiteX28" fmla="*/ 238125 w 1211263"/>
                  <a:gd name="connsiteY28" fmla="*/ 812368 h 1031876"/>
                  <a:gd name="connsiteX29" fmla="*/ 241653 w 1211263"/>
                  <a:gd name="connsiteY29" fmla="*/ 815976 h 1031876"/>
                  <a:gd name="connsiteX30" fmla="*/ 304447 w 1211263"/>
                  <a:gd name="connsiteY30" fmla="*/ 815976 h 1031876"/>
                  <a:gd name="connsiteX31" fmla="*/ 307975 w 1211263"/>
                  <a:gd name="connsiteY31" fmla="*/ 812368 h 1031876"/>
                  <a:gd name="connsiteX32" fmla="*/ 307975 w 1211263"/>
                  <a:gd name="connsiteY32" fmla="*/ 748146 h 1031876"/>
                  <a:gd name="connsiteX33" fmla="*/ 304447 w 1211263"/>
                  <a:gd name="connsiteY33" fmla="*/ 744538 h 1031876"/>
                  <a:gd name="connsiteX34" fmla="*/ 241653 w 1211263"/>
                  <a:gd name="connsiteY34" fmla="*/ 744538 h 1031876"/>
                  <a:gd name="connsiteX35" fmla="*/ 89253 w 1211263"/>
                  <a:gd name="connsiteY35" fmla="*/ 744538 h 1031876"/>
                  <a:gd name="connsiteX36" fmla="*/ 85725 w 1211263"/>
                  <a:gd name="connsiteY36" fmla="*/ 748146 h 1031876"/>
                  <a:gd name="connsiteX37" fmla="*/ 85725 w 1211263"/>
                  <a:gd name="connsiteY37" fmla="*/ 812368 h 1031876"/>
                  <a:gd name="connsiteX38" fmla="*/ 89253 w 1211263"/>
                  <a:gd name="connsiteY38" fmla="*/ 815976 h 1031876"/>
                  <a:gd name="connsiteX39" fmla="*/ 152047 w 1211263"/>
                  <a:gd name="connsiteY39" fmla="*/ 815976 h 1031876"/>
                  <a:gd name="connsiteX40" fmla="*/ 155575 w 1211263"/>
                  <a:gd name="connsiteY40" fmla="*/ 812368 h 1031876"/>
                  <a:gd name="connsiteX41" fmla="*/ 155575 w 1211263"/>
                  <a:gd name="connsiteY41" fmla="*/ 748146 h 1031876"/>
                  <a:gd name="connsiteX42" fmla="*/ 152047 w 1211263"/>
                  <a:gd name="connsiteY42" fmla="*/ 744538 h 1031876"/>
                  <a:gd name="connsiteX43" fmla="*/ 89253 w 1211263"/>
                  <a:gd name="connsiteY43" fmla="*/ 744538 h 1031876"/>
                  <a:gd name="connsiteX44" fmla="*/ 628336 w 1211263"/>
                  <a:gd name="connsiteY44" fmla="*/ 684213 h 1031876"/>
                  <a:gd name="connsiteX45" fmla="*/ 1036028 w 1211263"/>
                  <a:gd name="connsiteY45" fmla="*/ 684213 h 1031876"/>
                  <a:gd name="connsiteX46" fmla="*/ 1041749 w 1211263"/>
                  <a:gd name="connsiteY46" fmla="*/ 684213 h 1031876"/>
                  <a:gd name="connsiteX47" fmla="*/ 1211263 w 1211263"/>
                  <a:gd name="connsiteY47" fmla="*/ 858400 h 1031876"/>
                  <a:gd name="connsiteX48" fmla="*/ 1036028 w 1211263"/>
                  <a:gd name="connsiteY48" fmla="*/ 1031876 h 1031876"/>
                  <a:gd name="connsiteX49" fmla="*/ 625475 w 1211263"/>
                  <a:gd name="connsiteY49" fmla="*/ 1031876 h 1031876"/>
                  <a:gd name="connsiteX50" fmla="*/ 628336 w 1211263"/>
                  <a:gd name="connsiteY50" fmla="*/ 1016235 h 1031876"/>
                  <a:gd name="connsiteX51" fmla="*/ 628336 w 1211263"/>
                  <a:gd name="connsiteY51" fmla="*/ 684213 h 1031876"/>
                  <a:gd name="connsiteX52" fmla="*/ 415131 w 1211263"/>
                  <a:gd name="connsiteY52" fmla="*/ 184150 h 1031876"/>
                  <a:gd name="connsiteX53" fmla="*/ 379412 w 1211263"/>
                  <a:gd name="connsiteY53" fmla="*/ 219075 h 1031876"/>
                  <a:gd name="connsiteX54" fmla="*/ 415131 w 1211263"/>
                  <a:gd name="connsiteY54" fmla="*/ 254000 h 1031876"/>
                  <a:gd name="connsiteX55" fmla="*/ 450850 w 1211263"/>
                  <a:gd name="connsiteY55" fmla="*/ 219075 h 1031876"/>
                  <a:gd name="connsiteX56" fmla="*/ 415131 w 1211263"/>
                  <a:gd name="connsiteY56" fmla="*/ 184150 h 1031876"/>
                  <a:gd name="connsiteX57" fmla="*/ 273050 w 1211263"/>
                  <a:gd name="connsiteY57" fmla="*/ 184150 h 1031876"/>
                  <a:gd name="connsiteX58" fmla="*/ 238125 w 1211263"/>
                  <a:gd name="connsiteY58" fmla="*/ 219075 h 1031876"/>
                  <a:gd name="connsiteX59" fmla="*/ 273050 w 1211263"/>
                  <a:gd name="connsiteY59" fmla="*/ 254000 h 1031876"/>
                  <a:gd name="connsiteX60" fmla="*/ 307975 w 1211263"/>
                  <a:gd name="connsiteY60" fmla="*/ 219075 h 1031876"/>
                  <a:gd name="connsiteX61" fmla="*/ 273050 w 1211263"/>
                  <a:gd name="connsiteY61" fmla="*/ 184150 h 1031876"/>
                  <a:gd name="connsiteX62" fmla="*/ 120650 w 1211263"/>
                  <a:gd name="connsiteY62" fmla="*/ 184150 h 1031876"/>
                  <a:gd name="connsiteX63" fmla="*/ 85725 w 1211263"/>
                  <a:gd name="connsiteY63" fmla="*/ 219075 h 1031876"/>
                  <a:gd name="connsiteX64" fmla="*/ 120650 w 1211263"/>
                  <a:gd name="connsiteY64" fmla="*/ 254000 h 1031876"/>
                  <a:gd name="connsiteX65" fmla="*/ 155575 w 1211263"/>
                  <a:gd name="connsiteY65" fmla="*/ 219075 h 1031876"/>
                  <a:gd name="connsiteX66" fmla="*/ 120650 w 1211263"/>
                  <a:gd name="connsiteY66" fmla="*/ 184150 h 1031876"/>
                  <a:gd name="connsiteX67" fmla="*/ 99301 w 1211263"/>
                  <a:gd name="connsiteY67" fmla="*/ 74613 h 1031876"/>
                  <a:gd name="connsiteX68" fmla="*/ 85725 w 1211263"/>
                  <a:gd name="connsiteY68" fmla="*/ 90091 h 1031876"/>
                  <a:gd name="connsiteX69" fmla="*/ 85725 w 1211263"/>
                  <a:gd name="connsiteY69" fmla="*/ 121048 h 1031876"/>
                  <a:gd name="connsiteX70" fmla="*/ 99301 w 1211263"/>
                  <a:gd name="connsiteY70" fmla="*/ 136526 h 1031876"/>
                  <a:gd name="connsiteX71" fmla="*/ 436560 w 1211263"/>
                  <a:gd name="connsiteY71" fmla="*/ 136526 h 1031876"/>
                  <a:gd name="connsiteX72" fmla="*/ 450850 w 1211263"/>
                  <a:gd name="connsiteY72" fmla="*/ 121048 h 1031876"/>
                  <a:gd name="connsiteX73" fmla="*/ 450850 w 1211263"/>
                  <a:gd name="connsiteY73" fmla="*/ 90091 h 1031876"/>
                  <a:gd name="connsiteX74" fmla="*/ 436560 w 1211263"/>
                  <a:gd name="connsiteY74" fmla="*/ 74613 h 1031876"/>
                  <a:gd name="connsiteX75" fmla="*/ 99301 w 1211263"/>
                  <a:gd name="connsiteY75" fmla="*/ 74613 h 1031876"/>
                  <a:gd name="connsiteX76" fmla="*/ 930275 w 1211263"/>
                  <a:gd name="connsiteY76" fmla="*/ 31750 h 1031876"/>
                  <a:gd name="connsiteX77" fmla="*/ 902133 w 1211263"/>
                  <a:gd name="connsiteY77" fmla="*/ 48160 h 1031876"/>
                  <a:gd name="connsiteX78" fmla="*/ 898525 w 1211263"/>
                  <a:gd name="connsiteY78" fmla="*/ 63857 h 1031876"/>
                  <a:gd name="connsiteX79" fmla="*/ 902133 w 1211263"/>
                  <a:gd name="connsiteY79" fmla="*/ 79553 h 1031876"/>
                  <a:gd name="connsiteX80" fmla="*/ 914400 w 1211263"/>
                  <a:gd name="connsiteY80" fmla="*/ 90969 h 1031876"/>
                  <a:gd name="connsiteX81" fmla="*/ 930275 w 1211263"/>
                  <a:gd name="connsiteY81" fmla="*/ 95250 h 1031876"/>
                  <a:gd name="connsiteX82" fmla="*/ 946150 w 1211263"/>
                  <a:gd name="connsiteY82" fmla="*/ 90969 h 1031876"/>
                  <a:gd name="connsiteX83" fmla="*/ 962025 w 1211263"/>
                  <a:gd name="connsiteY83" fmla="*/ 63857 h 1031876"/>
                  <a:gd name="connsiteX84" fmla="*/ 930275 w 1211263"/>
                  <a:gd name="connsiteY84" fmla="*/ 31750 h 1031876"/>
                  <a:gd name="connsiteX85" fmla="*/ 0 w 1211263"/>
                  <a:gd name="connsiteY85" fmla="*/ 1588 h 1031876"/>
                  <a:gd name="connsiteX86" fmla="*/ 536575 w 1211263"/>
                  <a:gd name="connsiteY86" fmla="*/ 1588 h 1031876"/>
                  <a:gd name="connsiteX87" fmla="*/ 536575 w 1211263"/>
                  <a:gd name="connsiteY87" fmla="*/ 50830 h 1031876"/>
                  <a:gd name="connsiteX88" fmla="*/ 536575 w 1211263"/>
                  <a:gd name="connsiteY88" fmla="*/ 76521 h 1031876"/>
                  <a:gd name="connsiteX89" fmla="*/ 536575 w 1211263"/>
                  <a:gd name="connsiteY89" fmla="*/ 857251 h 1031876"/>
                  <a:gd name="connsiteX90" fmla="*/ 0 w 1211263"/>
                  <a:gd name="connsiteY90" fmla="*/ 857251 h 1031876"/>
                  <a:gd name="connsiteX91" fmla="*/ 0 w 1211263"/>
                  <a:gd name="connsiteY91" fmla="*/ 1588 h 1031876"/>
                  <a:gd name="connsiteX92" fmla="*/ 929508 w 1211263"/>
                  <a:gd name="connsiteY92" fmla="*/ 0 h 1031876"/>
                  <a:gd name="connsiteX93" fmla="*/ 992246 w 1211263"/>
                  <a:gd name="connsiteY93" fmla="*/ 63368 h 1031876"/>
                  <a:gd name="connsiteX94" fmla="*/ 945192 w 1211263"/>
                  <a:gd name="connsiteY94" fmla="*/ 123888 h 1031876"/>
                  <a:gd name="connsiteX95" fmla="*/ 945192 w 1211263"/>
                  <a:gd name="connsiteY95" fmla="*/ 249201 h 1031876"/>
                  <a:gd name="connsiteX96" fmla="*/ 975848 w 1211263"/>
                  <a:gd name="connsiteY96" fmla="*/ 249201 h 1031876"/>
                  <a:gd name="connsiteX97" fmla="*/ 990820 w 1211263"/>
                  <a:gd name="connsiteY97" fmla="*/ 259881 h 1031876"/>
                  <a:gd name="connsiteX98" fmla="*/ 1020050 w 1211263"/>
                  <a:gd name="connsiteY98" fmla="*/ 351017 h 1031876"/>
                  <a:gd name="connsiteX99" fmla="*/ 1019337 w 1211263"/>
                  <a:gd name="connsiteY99" fmla="*/ 363121 h 1031876"/>
                  <a:gd name="connsiteX100" fmla="*/ 990820 w 1211263"/>
                  <a:gd name="connsiteY100" fmla="*/ 420081 h 1031876"/>
                  <a:gd name="connsiteX101" fmla="*/ 976561 w 1211263"/>
                  <a:gd name="connsiteY101" fmla="*/ 428625 h 1031876"/>
                  <a:gd name="connsiteX102" fmla="*/ 970145 w 1211263"/>
                  <a:gd name="connsiteY102" fmla="*/ 427201 h 1031876"/>
                  <a:gd name="connsiteX103" fmla="*/ 963016 w 1211263"/>
                  <a:gd name="connsiteY103" fmla="*/ 405841 h 1031876"/>
                  <a:gd name="connsiteX104" fmla="*/ 987968 w 1211263"/>
                  <a:gd name="connsiteY104" fmla="*/ 354577 h 1031876"/>
                  <a:gd name="connsiteX105" fmla="*/ 964442 w 1211263"/>
                  <a:gd name="connsiteY105" fmla="*/ 280529 h 1031876"/>
                  <a:gd name="connsiteX106" fmla="*/ 929508 w 1211263"/>
                  <a:gd name="connsiteY106" fmla="*/ 280529 h 1031876"/>
                  <a:gd name="connsiteX107" fmla="*/ 894574 w 1211263"/>
                  <a:gd name="connsiteY107" fmla="*/ 280529 h 1031876"/>
                  <a:gd name="connsiteX108" fmla="*/ 871047 w 1211263"/>
                  <a:gd name="connsiteY108" fmla="*/ 354577 h 1031876"/>
                  <a:gd name="connsiteX109" fmla="*/ 896000 w 1211263"/>
                  <a:gd name="connsiteY109" fmla="*/ 405841 h 1031876"/>
                  <a:gd name="connsiteX110" fmla="*/ 888871 w 1211263"/>
                  <a:gd name="connsiteY110" fmla="*/ 427201 h 1031876"/>
                  <a:gd name="connsiteX111" fmla="*/ 882454 w 1211263"/>
                  <a:gd name="connsiteY111" fmla="*/ 428625 h 1031876"/>
                  <a:gd name="connsiteX112" fmla="*/ 868196 w 1211263"/>
                  <a:gd name="connsiteY112" fmla="*/ 420081 h 1031876"/>
                  <a:gd name="connsiteX113" fmla="*/ 839678 w 1211263"/>
                  <a:gd name="connsiteY113" fmla="*/ 363121 h 1031876"/>
                  <a:gd name="connsiteX114" fmla="*/ 838965 w 1211263"/>
                  <a:gd name="connsiteY114" fmla="*/ 351017 h 1031876"/>
                  <a:gd name="connsiteX115" fmla="*/ 868196 w 1211263"/>
                  <a:gd name="connsiteY115" fmla="*/ 259881 h 1031876"/>
                  <a:gd name="connsiteX116" fmla="*/ 883167 w 1211263"/>
                  <a:gd name="connsiteY116" fmla="*/ 249201 h 1031876"/>
                  <a:gd name="connsiteX117" fmla="*/ 913823 w 1211263"/>
                  <a:gd name="connsiteY117" fmla="*/ 249201 h 1031876"/>
                  <a:gd name="connsiteX118" fmla="*/ 913823 w 1211263"/>
                  <a:gd name="connsiteY118" fmla="*/ 123888 h 1031876"/>
                  <a:gd name="connsiteX119" fmla="*/ 868196 w 1211263"/>
                  <a:gd name="connsiteY119" fmla="*/ 79032 h 1031876"/>
                  <a:gd name="connsiteX120" fmla="*/ 628650 w 1211263"/>
                  <a:gd name="connsiteY120" fmla="*/ 79032 h 1031876"/>
                  <a:gd name="connsiteX121" fmla="*/ 628650 w 1211263"/>
                  <a:gd name="connsiteY121" fmla="*/ 47704 h 1031876"/>
                  <a:gd name="connsiteX122" fmla="*/ 868196 w 1211263"/>
                  <a:gd name="connsiteY122" fmla="*/ 47704 h 1031876"/>
                  <a:gd name="connsiteX123" fmla="*/ 929508 w 1211263"/>
                  <a:gd name="connsiteY123" fmla="*/ 0 h 1031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1263" h="1031876">
                    <a:moveTo>
                      <a:pt x="684028" y="842963"/>
                    </a:moveTo>
                    <a:cubicBezTo>
                      <a:pt x="675470" y="842963"/>
                      <a:pt x="668337" y="850179"/>
                      <a:pt x="668337" y="858838"/>
                    </a:cubicBezTo>
                    <a:cubicBezTo>
                      <a:pt x="668337" y="867497"/>
                      <a:pt x="675470" y="874713"/>
                      <a:pt x="684028" y="874713"/>
                    </a:cubicBezTo>
                    <a:cubicBezTo>
                      <a:pt x="684028" y="874713"/>
                      <a:pt x="684028" y="874713"/>
                      <a:pt x="800284" y="874713"/>
                    </a:cubicBezTo>
                    <a:cubicBezTo>
                      <a:pt x="808843" y="874713"/>
                      <a:pt x="815975" y="867497"/>
                      <a:pt x="815975" y="858838"/>
                    </a:cubicBezTo>
                    <a:cubicBezTo>
                      <a:pt x="815975" y="850179"/>
                      <a:pt x="808843" y="842963"/>
                      <a:pt x="800284" y="842963"/>
                    </a:cubicBezTo>
                    <a:cubicBezTo>
                      <a:pt x="800284" y="842963"/>
                      <a:pt x="800284" y="842963"/>
                      <a:pt x="684028" y="842963"/>
                    </a:cubicBezTo>
                    <a:close/>
                    <a:moveTo>
                      <a:pt x="881063" y="828675"/>
                    </a:moveTo>
                    <a:cubicBezTo>
                      <a:pt x="864404" y="828675"/>
                      <a:pt x="850900" y="841824"/>
                      <a:pt x="850900" y="858044"/>
                    </a:cubicBezTo>
                    <a:cubicBezTo>
                      <a:pt x="850900" y="874264"/>
                      <a:pt x="864404" y="887413"/>
                      <a:pt x="881063" y="887413"/>
                    </a:cubicBezTo>
                    <a:cubicBezTo>
                      <a:pt x="897722" y="887413"/>
                      <a:pt x="911226" y="874264"/>
                      <a:pt x="911226" y="858044"/>
                    </a:cubicBezTo>
                    <a:cubicBezTo>
                      <a:pt x="911226" y="841824"/>
                      <a:pt x="897722" y="828675"/>
                      <a:pt x="881063" y="828675"/>
                    </a:cubicBezTo>
                    <a:close/>
                    <a:moveTo>
                      <a:pt x="1027113" y="782638"/>
                    </a:moveTo>
                    <a:cubicBezTo>
                      <a:pt x="985905" y="782638"/>
                      <a:pt x="952500" y="816043"/>
                      <a:pt x="952500" y="857251"/>
                    </a:cubicBezTo>
                    <a:cubicBezTo>
                      <a:pt x="952500" y="898459"/>
                      <a:pt x="985905" y="931864"/>
                      <a:pt x="1027113" y="931864"/>
                    </a:cubicBezTo>
                    <a:cubicBezTo>
                      <a:pt x="1068321" y="931864"/>
                      <a:pt x="1101726" y="898459"/>
                      <a:pt x="1101726" y="857251"/>
                    </a:cubicBezTo>
                    <a:cubicBezTo>
                      <a:pt x="1101726" y="816043"/>
                      <a:pt x="1068321" y="782638"/>
                      <a:pt x="1027113" y="782638"/>
                    </a:cubicBezTo>
                    <a:close/>
                    <a:moveTo>
                      <a:pt x="382940" y="744538"/>
                    </a:moveTo>
                    <a:cubicBezTo>
                      <a:pt x="380823" y="744538"/>
                      <a:pt x="379412" y="745981"/>
                      <a:pt x="379412" y="748146"/>
                    </a:cubicBezTo>
                    <a:cubicBezTo>
                      <a:pt x="379412" y="748146"/>
                      <a:pt x="379412" y="748146"/>
                      <a:pt x="379412" y="812368"/>
                    </a:cubicBezTo>
                    <a:cubicBezTo>
                      <a:pt x="379412" y="814533"/>
                      <a:pt x="380823" y="815976"/>
                      <a:pt x="382940" y="815976"/>
                    </a:cubicBezTo>
                    <a:cubicBezTo>
                      <a:pt x="382940" y="815976"/>
                      <a:pt x="382940" y="815976"/>
                      <a:pt x="445734" y="815976"/>
                    </a:cubicBezTo>
                    <a:cubicBezTo>
                      <a:pt x="447851" y="815976"/>
                      <a:pt x="449262" y="814533"/>
                      <a:pt x="449262" y="812368"/>
                    </a:cubicBezTo>
                    <a:cubicBezTo>
                      <a:pt x="449262" y="812368"/>
                      <a:pt x="449262" y="812368"/>
                      <a:pt x="449262" y="748146"/>
                    </a:cubicBezTo>
                    <a:cubicBezTo>
                      <a:pt x="449262" y="745981"/>
                      <a:pt x="447851" y="744538"/>
                      <a:pt x="445734" y="744538"/>
                    </a:cubicBezTo>
                    <a:cubicBezTo>
                      <a:pt x="445734" y="744538"/>
                      <a:pt x="445734" y="744538"/>
                      <a:pt x="382940" y="744538"/>
                    </a:cubicBezTo>
                    <a:close/>
                    <a:moveTo>
                      <a:pt x="241653" y="744538"/>
                    </a:moveTo>
                    <a:cubicBezTo>
                      <a:pt x="239536" y="744538"/>
                      <a:pt x="238125" y="745981"/>
                      <a:pt x="238125" y="748146"/>
                    </a:cubicBezTo>
                    <a:cubicBezTo>
                      <a:pt x="238125" y="748146"/>
                      <a:pt x="238125" y="748146"/>
                      <a:pt x="238125" y="812368"/>
                    </a:cubicBezTo>
                    <a:cubicBezTo>
                      <a:pt x="238125" y="814533"/>
                      <a:pt x="239536" y="815976"/>
                      <a:pt x="241653" y="815976"/>
                    </a:cubicBezTo>
                    <a:cubicBezTo>
                      <a:pt x="241653" y="815976"/>
                      <a:pt x="241653" y="815976"/>
                      <a:pt x="304447" y="815976"/>
                    </a:cubicBezTo>
                    <a:cubicBezTo>
                      <a:pt x="305859" y="815976"/>
                      <a:pt x="307975" y="814533"/>
                      <a:pt x="307975" y="812368"/>
                    </a:cubicBezTo>
                    <a:cubicBezTo>
                      <a:pt x="307975" y="812368"/>
                      <a:pt x="307975" y="812368"/>
                      <a:pt x="307975" y="748146"/>
                    </a:cubicBezTo>
                    <a:cubicBezTo>
                      <a:pt x="307975" y="745981"/>
                      <a:pt x="305859" y="744538"/>
                      <a:pt x="304447" y="744538"/>
                    </a:cubicBezTo>
                    <a:cubicBezTo>
                      <a:pt x="304447" y="744538"/>
                      <a:pt x="304447" y="744538"/>
                      <a:pt x="241653" y="744538"/>
                    </a:cubicBezTo>
                    <a:close/>
                    <a:moveTo>
                      <a:pt x="89253" y="744538"/>
                    </a:moveTo>
                    <a:cubicBezTo>
                      <a:pt x="87136" y="744538"/>
                      <a:pt x="85725" y="745981"/>
                      <a:pt x="85725" y="748146"/>
                    </a:cubicBezTo>
                    <a:cubicBezTo>
                      <a:pt x="85725" y="748146"/>
                      <a:pt x="85725" y="748146"/>
                      <a:pt x="85725" y="812368"/>
                    </a:cubicBezTo>
                    <a:cubicBezTo>
                      <a:pt x="85725" y="814533"/>
                      <a:pt x="87136" y="815976"/>
                      <a:pt x="89253" y="815976"/>
                    </a:cubicBezTo>
                    <a:cubicBezTo>
                      <a:pt x="89253" y="815976"/>
                      <a:pt x="89253" y="815976"/>
                      <a:pt x="152047" y="815976"/>
                    </a:cubicBezTo>
                    <a:cubicBezTo>
                      <a:pt x="153459" y="815976"/>
                      <a:pt x="155575" y="814533"/>
                      <a:pt x="155575" y="812368"/>
                    </a:cubicBezTo>
                    <a:cubicBezTo>
                      <a:pt x="155575" y="812368"/>
                      <a:pt x="155575" y="812368"/>
                      <a:pt x="155575" y="748146"/>
                    </a:cubicBezTo>
                    <a:cubicBezTo>
                      <a:pt x="155575" y="745981"/>
                      <a:pt x="153459" y="744538"/>
                      <a:pt x="152047" y="744538"/>
                    </a:cubicBezTo>
                    <a:cubicBezTo>
                      <a:pt x="152047" y="744538"/>
                      <a:pt x="152047" y="744538"/>
                      <a:pt x="89253" y="744538"/>
                    </a:cubicBezTo>
                    <a:close/>
                    <a:moveTo>
                      <a:pt x="628336" y="684213"/>
                    </a:moveTo>
                    <a:cubicBezTo>
                      <a:pt x="628336" y="684213"/>
                      <a:pt x="628336" y="684213"/>
                      <a:pt x="1036028" y="684213"/>
                    </a:cubicBezTo>
                    <a:cubicBezTo>
                      <a:pt x="1038173" y="684213"/>
                      <a:pt x="1040319" y="684213"/>
                      <a:pt x="1041749" y="684213"/>
                    </a:cubicBezTo>
                    <a:cubicBezTo>
                      <a:pt x="1135447" y="687057"/>
                      <a:pt x="1211263" y="763841"/>
                      <a:pt x="1211263" y="858400"/>
                    </a:cubicBezTo>
                    <a:cubicBezTo>
                      <a:pt x="1211263" y="953670"/>
                      <a:pt x="1132586" y="1031876"/>
                      <a:pt x="1036028" y="1031876"/>
                    </a:cubicBezTo>
                    <a:cubicBezTo>
                      <a:pt x="1036028" y="1031876"/>
                      <a:pt x="1036028" y="1031876"/>
                      <a:pt x="625475" y="1031876"/>
                    </a:cubicBezTo>
                    <a:cubicBezTo>
                      <a:pt x="626906" y="1026899"/>
                      <a:pt x="628336" y="1021212"/>
                      <a:pt x="628336" y="1016235"/>
                    </a:cubicBezTo>
                    <a:cubicBezTo>
                      <a:pt x="628336" y="1016235"/>
                      <a:pt x="628336" y="1016235"/>
                      <a:pt x="628336" y="684213"/>
                    </a:cubicBezTo>
                    <a:close/>
                    <a:moveTo>
                      <a:pt x="415131" y="184150"/>
                    </a:moveTo>
                    <a:cubicBezTo>
                      <a:pt x="395404" y="184150"/>
                      <a:pt x="379412" y="199786"/>
                      <a:pt x="379412" y="219075"/>
                    </a:cubicBezTo>
                    <a:cubicBezTo>
                      <a:pt x="379412" y="238364"/>
                      <a:pt x="395404" y="254000"/>
                      <a:pt x="415131" y="254000"/>
                    </a:cubicBezTo>
                    <a:cubicBezTo>
                      <a:pt x="434858" y="254000"/>
                      <a:pt x="450850" y="238364"/>
                      <a:pt x="450850" y="219075"/>
                    </a:cubicBezTo>
                    <a:cubicBezTo>
                      <a:pt x="450850" y="199786"/>
                      <a:pt x="434858" y="184150"/>
                      <a:pt x="415131" y="184150"/>
                    </a:cubicBezTo>
                    <a:close/>
                    <a:moveTo>
                      <a:pt x="273050" y="184150"/>
                    </a:moveTo>
                    <a:cubicBezTo>
                      <a:pt x="253761" y="184150"/>
                      <a:pt x="238125" y="199786"/>
                      <a:pt x="238125" y="219075"/>
                    </a:cubicBezTo>
                    <a:cubicBezTo>
                      <a:pt x="238125" y="238364"/>
                      <a:pt x="253761" y="254000"/>
                      <a:pt x="273050" y="254000"/>
                    </a:cubicBezTo>
                    <a:cubicBezTo>
                      <a:pt x="292339" y="254000"/>
                      <a:pt x="307975" y="238364"/>
                      <a:pt x="307975" y="219075"/>
                    </a:cubicBezTo>
                    <a:cubicBezTo>
                      <a:pt x="307975" y="199786"/>
                      <a:pt x="292339" y="184150"/>
                      <a:pt x="273050" y="184150"/>
                    </a:cubicBezTo>
                    <a:close/>
                    <a:moveTo>
                      <a:pt x="120650" y="184150"/>
                    </a:moveTo>
                    <a:cubicBezTo>
                      <a:pt x="101361" y="184150"/>
                      <a:pt x="85725" y="199786"/>
                      <a:pt x="85725" y="219075"/>
                    </a:cubicBezTo>
                    <a:cubicBezTo>
                      <a:pt x="85725" y="238364"/>
                      <a:pt x="101361" y="254000"/>
                      <a:pt x="120650" y="254000"/>
                    </a:cubicBezTo>
                    <a:cubicBezTo>
                      <a:pt x="139939" y="254000"/>
                      <a:pt x="155575" y="238364"/>
                      <a:pt x="155575" y="219075"/>
                    </a:cubicBezTo>
                    <a:cubicBezTo>
                      <a:pt x="155575" y="199786"/>
                      <a:pt x="139939" y="184150"/>
                      <a:pt x="120650" y="184150"/>
                    </a:cubicBezTo>
                    <a:close/>
                    <a:moveTo>
                      <a:pt x="99301" y="74613"/>
                    </a:moveTo>
                    <a:cubicBezTo>
                      <a:pt x="91441" y="74613"/>
                      <a:pt x="85725" y="80945"/>
                      <a:pt x="85725" y="90091"/>
                    </a:cubicBezTo>
                    <a:cubicBezTo>
                      <a:pt x="85725" y="90091"/>
                      <a:pt x="85725" y="90091"/>
                      <a:pt x="85725" y="121048"/>
                    </a:cubicBezTo>
                    <a:cubicBezTo>
                      <a:pt x="85725" y="129491"/>
                      <a:pt x="91441" y="136526"/>
                      <a:pt x="99301" y="136526"/>
                    </a:cubicBezTo>
                    <a:cubicBezTo>
                      <a:pt x="99301" y="136526"/>
                      <a:pt x="99301" y="136526"/>
                      <a:pt x="436560" y="136526"/>
                    </a:cubicBezTo>
                    <a:cubicBezTo>
                      <a:pt x="444419" y="136526"/>
                      <a:pt x="450850" y="129491"/>
                      <a:pt x="450850" y="121048"/>
                    </a:cubicBezTo>
                    <a:cubicBezTo>
                      <a:pt x="450850" y="121048"/>
                      <a:pt x="450850" y="121048"/>
                      <a:pt x="450850" y="90091"/>
                    </a:cubicBezTo>
                    <a:cubicBezTo>
                      <a:pt x="450850" y="80945"/>
                      <a:pt x="444419" y="74613"/>
                      <a:pt x="436560" y="74613"/>
                    </a:cubicBezTo>
                    <a:cubicBezTo>
                      <a:pt x="436560" y="74613"/>
                      <a:pt x="436560" y="74613"/>
                      <a:pt x="99301" y="74613"/>
                    </a:cubicBezTo>
                    <a:close/>
                    <a:moveTo>
                      <a:pt x="930275" y="31750"/>
                    </a:moveTo>
                    <a:cubicBezTo>
                      <a:pt x="918008" y="31750"/>
                      <a:pt x="907906" y="38171"/>
                      <a:pt x="902133" y="48160"/>
                    </a:cubicBezTo>
                    <a:cubicBezTo>
                      <a:pt x="899968" y="52441"/>
                      <a:pt x="898525" y="58149"/>
                      <a:pt x="898525" y="63857"/>
                    </a:cubicBezTo>
                    <a:cubicBezTo>
                      <a:pt x="898525" y="69565"/>
                      <a:pt x="899968" y="74559"/>
                      <a:pt x="902133" y="79553"/>
                    </a:cubicBezTo>
                    <a:cubicBezTo>
                      <a:pt x="905020" y="83834"/>
                      <a:pt x="909349" y="88115"/>
                      <a:pt x="914400" y="90969"/>
                    </a:cubicBezTo>
                    <a:cubicBezTo>
                      <a:pt x="918730" y="93823"/>
                      <a:pt x="924503" y="95250"/>
                      <a:pt x="930275" y="95250"/>
                    </a:cubicBezTo>
                    <a:cubicBezTo>
                      <a:pt x="936048" y="95250"/>
                      <a:pt x="941099" y="93823"/>
                      <a:pt x="946150" y="90969"/>
                    </a:cubicBezTo>
                    <a:cubicBezTo>
                      <a:pt x="955531" y="85261"/>
                      <a:pt x="962025" y="75273"/>
                      <a:pt x="962025" y="63857"/>
                    </a:cubicBezTo>
                    <a:cubicBezTo>
                      <a:pt x="962025" y="46020"/>
                      <a:pt x="947593" y="31750"/>
                      <a:pt x="930275" y="31750"/>
                    </a:cubicBezTo>
                    <a:close/>
                    <a:moveTo>
                      <a:pt x="0" y="1588"/>
                    </a:moveTo>
                    <a:cubicBezTo>
                      <a:pt x="0" y="1588"/>
                      <a:pt x="0" y="1588"/>
                      <a:pt x="536575" y="1588"/>
                    </a:cubicBezTo>
                    <a:cubicBezTo>
                      <a:pt x="536575" y="1588"/>
                      <a:pt x="536575" y="1588"/>
                      <a:pt x="536575" y="50830"/>
                    </a:cubicBezTo>
                    <a:cubicBezTo>
                      <a:pt x="536575" y="50830"/>
                      <a:pt x="536575" y="50830"/>
                      <a:pt x="536575" y="76521"/>
                    </a:cubicBezTo>
                    <a:cubicBezTo>
                      <a:pt x="536575" y="76521"/>
                      <a:pt x="536575" y="76521"/>
                      <a:pt x="536575" y="857251"/>
                    </a:cubicBezTo>
                    <a:cubicBezTo>
                      <a:pt x="536575" y="857251"/>
                      <a:pt x="536575" y="857251"/>
                      <a:pt x="0" y="857251"/>
                    </a:cubicBezTo>
                    <a:cubicBezTo>
                      <a:pt x="0" y="857251"/>
                      <a:pt x="0" y="857251"/>
                      <a:pt x="0" y="1588"/>
                    </a:cubicBezTo>
                    <a:close/>
                    <a:moveTo>
                      <a:pt x="929508" y="0"/>
                    </a:moveTo>
                    <a:cubicBezTo>
                      <a:pt x="964442" y="0"/>
                      <a:pt x="992246" y="28480"/>
                      <a:pt x="992246" y="63368"/>
                    </a:cubicBezTo>
                    <a:cubicBezTo>
                      <a:pt x="992246" y="92560"/>
                      <a:pt x="972284" y="116768"/>
                      <a:pt x="945192" y="123888"/>
                    </a:cubicBezTo>
                    <a:cubicBezTo>
                      <a:pt x="945192" y="123888"/>
                      <a:pt x="945192" y="123888"/>
                      <a:pt x="945192" y="249201"/>
                    </a:cubicBezTo>
                    <a:cubicBezTo>
                      <a:pt x="945192" y="249201"/>
                      <a:pt x="945192" y="249201"/>
                      <a:pt x="975848" y="249201"/>
                    </a:cubicBezTo>
                    <a:cubicBezTo>
                      <a:pt x="982978" y="249201"/>
                      <a:pt x="988681" y="253473"/>
                      <a:pt x="990820" y="259881"/>
                    </a:cubicBezTo>
                    <a:cubicBezTo>
                      <a:pt x="990820" y="259881"/>
                      <a:pt x="990820" y="259881"/>
                      <a:pt x="1020050" y="351017"/>
                    </a:cubicBezTo>
                    <a:cubicBezTo>
                      <a:pt x="1020763" y="355289"/>
                      <a:pt x="1020763" y="358849"/>
                      <a:pt x="1019337" y="363121"/>
                    </a:cubicBezTo>
                    <a:cubicBezTo>
                      <a:pt x="1019337" y="363121"/>
                      <a:pt x="1019337" y="363121"/>
                      <a:pt x="990820" y="420081"/>
                    </a:cubicBezTo>
                    <a:cubicBezTo>
                      <a:pt x="987968" y="425065"/>
                      <a:pt x="982978" y="428625"/>
                      <a:pt x="976561" y="428625"/>
                    </a:cubicBezTo>
                    <a:cubicBezTo>
                      <a:pt x="974423" y="428625"/>
                      <a:pt x="972284" y="427913"/>
                      <a:pt x="970145" y="427201"/>
                    </a:cubicBezTo>
                    <a:cubicBezTo>
                      <a:pt x="962303" y="422929"/>
                      <a:pt x="958738" y="413673"/>
                      <a:pt x="963016" y="405841"/>
                    </a:cubicBezTo>
                    <a:cubicBezTo>
                      <a:pt x="963016" y="405841"/>
                      <a:pt x="963016" y="405841"/>
                      <a:pt x="987968" y="354577"/>
                    </a:cubicBezTo>
                    <a:cubicBezTo>
                      <a:pt x="987968" y="354577"/>
                      <a:pt x="987968" y="354577"/>
                      <a:pt x="964442" y="280529"/>
                    </a:cubicBezTo>
                    <a:cubicBezTo>
                      <a:pt x="964442" y="280529"/>
                      <a:pt x="964442" y="280529"/>
                      <a:pt x="929508" y="280529"/>
                    </a:cubicBezTo>
                    <a:cubicBezTo>
                      <a:pt x="929508" y="280529"/>
                      <a:pt x="929508" y="280529"/>
                      <a:pt x="894574" y="280529"/>
                    </a:cubicBezTo>
                    <a:cubicBezTo>
                      <a:pt x="894574" y="280529"/>
                      <a:pt x="894574" y="280529"/>
                      <a:pt x="871047" y="354577"/>
                    </a:cubicBezTo>
                    <a:cubicBezTo>
                      <a:pt x="871047" y="354577"/>
                      <a:pt x="871047" y="354577"/>
                      <a:pt x="896000" y="405841"/>
                    </a:cubicBezTo>
                    <a:cubicBezTo>
                      <a:pt x="900278" y="413673"/>
                      <a:pt x="896713" y="422929"/>
                      <a:pt x="888871" y="427201"/>
                    </a:cubicBezTo>
                    <a:cubicBezTo>
                      <a:pt x="886732" y="427913"/>
                      <a:pt x="884593" y="428625"/>
                      <a:pt x="882454" y="428625"/>
                    </a:cubicBezTo>
                    <a:cubicBezTo>
                      <a:pt x="876038" y="428625"/>
                      <a:pt x="871047" y="425065"/>
                      <a:pt x="868196" y="420081"/>
                    </a:cubicBezTo>
                    <a:cubicBezTo>
                      <a:pt x="868196" y="420081"/>
                      <a:pt x="868196" y="420081"/>
                      <a:pt x="839678" y="363121"/>
                    </a:cubicBezTo>
                    <a:cubicBezTo>
                      <a:pt x="838252" y="358849"/>
                      <a:pt x="837540" y="355289"/>
                      <a:pt x="838965" y="351017"/>
                    </a:cubicBezTo>
                    <a:cubicBezTo>
                      <a:pt x="838965" y="351017"/>
                      <a:pt x="838965" y="351017"/>
                      <a:pt x="868196" y="259881"/>
                    </a:cubicBezTo>
                    <a:cubicBezTo>
                      <a:pt x="869622" y="253473"/>
                      <a:pt x="876038" y="249201"/>
                      <a:pt x="883167" y="249201"/>
                    </a:cubicBezTo>
                    <a:cubicBezTo>
                      <a:pt x="883167" y="249201"/>
                      <a:pt x="883167" y="249201"/>
                      <a:pt x="913823" y="249201"/>
                    </a:cubicBezTo>
                    <a:cubicBezTo>
                      <a:pt x="913823" y="249201"/>
                      <a:pt x="913823" y="249201"/>
                      <a:pt x="913823" y="123888"/>
                    </a:cubicBezTo>
                    <a:cubicBezTo>
                      <a:pt x="891722" y="118192"/>
                      <a:pt x="873899" y="101104"/>
                      <a:pt x="868196" y="79032"/>
                    </a:cubicBezTo>
                    <a:cubicBezTo>
                      <a:pt x="868196" y="79032"/>
                      <a:pt x="868196" y="79032"/>
                      <a:pt x="628650" y="79032"/>
                    </a:cubicBezTo>
                    <a:cubicBezTo>
                      <a:pt x="628650" y="79032"/>
                      <a:pt x="628650" y="79032"/>
                      <a:pt x="628650" y="47704"/>
                    </a:cubicBezTo>
                    <a:cubicBezTo>
                      <a:pt x="628650" y="47704"/>
                      <a:pt x="628650" y="47704"/>
                      <a:pt x="868196" y="47704"/>
                    </a:cubicBezTo>
                    <a:cubicBezTo>
                      <a:pt x="875325" y="19936"/>
                      <a:pt x="900278" y="0"/>
                      <a:pt x="929508"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77" name="Freeform 6">
                <a:extLst>
                  <a:ext uri="{FF2B5EF4-FFF2-40B4-BE49-F238E27FC236}">
                    <a16:creationId xmlns:a16="http://schemas.microsoft.com/office/drawing/2014/main" id="{382C2A73-D0BD-3327-CCD3-4DDF70A8A253}"/>
                  </a:ext>
                </a:extLst>
              </p:cNvPr>
              <p:cNvSpPr>
                <a:spLocks/>
              </p:cNvSpPr>
              <p:nvPr/>
            </p:nvSpPr>
            <p:spPr bwMode="auto">
              <a:xfrm>
                <a:off x="5457824" y="2882899"/>
                <a:ext cx="1135064" cy="1092200"/>
              </a:xfrm>
              <a:custGeom>
                <a:avLst/>
                <a:gdLst>
                  <a:gd name="connsiteX0" fmla="*/ 31750 w 1135064"/>
                  <a:gd name="connsiteY0" fmla="*/ 981075 h 1092200"/>
                  <a:gd name="connsiteX1" fmla="*/ 31750 w 1135064"/>
                  <a:gd name="connsiteY1" fmla="*/ 1062038 h 1092200"/>
                  <a:gd name="connsiteX2" fmla="*/ 601107 w 1135064"/>
                  <a:gd name="connsiteY2" fmla="*/ 1062038 h 1092200"/>
                  <a:gd name="connsiteX3" fmla="*/ 631825 w 1135064"/>
                  <a:gd name="connsiteY3" fmla="*/ 1062038 h 1092200"/>
                  <a:gd name="connsiteX4" fmla="*/ 631825 w 1135064"/>
                  <a:gd name="connsiteY4" fmla="*/ 981075 h 1092200"/>
                  <a:gd name="connsiteX5" fmla="*/ 601107 w 1135064"/>
                  <a:gd name="connsiteY5" fmla="*/ 981075 h 1092200"/>
                  <a:gd name="connsiteX6" fmla="*/ 31750 w 1135064"/>
                  <a:gd name="connsiteY6" fmla="*/ 981075 h 1092200"/>
                  <a:gd name="connsiteX7" fmla="*/ 1092201 w 1135064"/>
                  <a:gd name="connsiteY7" fmla="*/ 876300 h 1092200"/>
                  <a:gd name="connsiteX8" fmla="*/ 1135064 w 1135064"/>
                  <a:gd name="connsiteY8" fmla="*/ 919163 h 1092200"/>
                  <a:gd name="connsiteX9" fmla="*/ 1092201 w 1135064"/>
                  <a:gd name="connsiteY9" fmla="*/ 962026 h 1092200"/>
                  <a:gd name="connsiteX10" fmla="*/ 1049338 w 1135064"/>
                  <a:gd name="connsiteY10" fmla="*/ 919163 h 1092200"/>
                  <a:gd name="connsiteX11" fmla="*/ 1092201 w 1135064"/>
                  <a:gd name="connsiteY11" fmla="*/ 876300 h 1092200"/>
                  <a:gd name="connsiteX12" fmla="*/ 880894 w 1135064"/>
                  <a:gd name="connsiteY12" fmla="*/ 544513 h 1092200"/>
                  <a:gd name="connsiteX13" fmla="*/ 1105070 w 1135064"/>
                  <a:gd name="connsiteY13" fmla="*/ 544513 h 1092200"/>
                  <a:gd name="connsiteX14" fmla="*/ 1120776 w 1135064"/>
                  <a:gd name="connsiteY14" fmla="*/ 560281 h 1092200"/>
                  <a:gd name="connsiteX15" fmla="*/ 1120776 w 1135064"/>
                  <a:gd name="connsiteY15" fmla="*/ 698608 h 1092200"/>
                  <a:gd name="connsiteX16" fmla="*/ 1110067 w 1135064"/>
                  <a:gd name="connsiteY16" fmla="*/ 713659 h 1092200"/>
                  <a:gd name="connsiteX17" fmla="*/ 1105070 w 1135064"/>
                  <a:gd name="connsiteY17" fmla="*/ 714376 h 1092200"/>
                  <a:gd name="connsiteX18" fmla="*/ 880894 w 1135064"/>
                  <a:gd name="connsiteY18" fmla="*/ 714376 h 1092200"/>
                  <a:gd name="connsiteX19" fmla="*/ 875183 w 1135064"/>
                  <a:gd name="connsiteY19" fmla="*/ 713659 h 1092200"/>
                  <a:gd name="connsiteX20" fmla="*/ 865188 w 1135064"/>
                  <a:gd name="connsiteY20" fmla="*/ 698608 h 1092200"/>
                  <a:gd name="connsiteX21" fmla="*/ 865188 w 1135064"/>
                  <a:gd name="connsiteY21" fmla="*/ 560281 h 1092200"/>
                  <a:gd name="connsiteX22" fmla="*/ 880894 w 1135064"/>
                  <a:gd name="connsiteY22" fmla="*/ 544513 h 1092200"/>
                  <a:gd name="connsiteX23" fmla="*/ 693738 w 1135064"/>
                  <a:gd name="connsiteY23" fmla="*/ 544513 h 1092200"/>
                  <a:gd name="connsiteX24" fmla="*/ 814619 w 1135064"/>
                  <a:gd name="connsiteY24" fmla="*/ 544513 h 1092200"/>
                  <a:gd name="connsiteX25" fmla="*/ 830263 w 1135064"/>
                  <a:gd name="connsiteY25" fmla="*/ 560281 h 1092200"/>
                  <a:gd name="connsiteX26" fmla="*/ 830263 w 1135064"/>
                  <a:gd name="connsiteY26" fmla="*/ 698608 h 1092200"/>
                  <a:gd name="connsiteX27" fmla="*/ 820308 w 1135064"/>
                  <a:gd name="connsiteY27" fmla="*/ 713659 h 1092200"/>
                  <a:gd name="connsiteX28" fmla="*/ 814619 w 1135064"/>
                  <a:gd name="connsiteY28" fmla="*/ 714376 h 1092200"/>
                  <a:gd name="connsiteX29" fmla="*/ 693738 w 1135064"/>
                  <a:gd name="connsiteY29" fmla="*/ 714376 h 1092200"/>
                  <a:gd name="connsiteX30" fmla="*/ 693738 w 1135064"/>
                  <a:gd name="connsiteY30" fmla="*/ 713659 h 1092200"/>
                  <a:gd name="connsiteX31" fmla="*/ 693738 w 1135064"/>
                  <a:gd name="connsiteY31" fmla="*/ 544513 h 1092200"/>
                  <a:gd name="connsiteX32" fmla="*/ 31750 w 1135064"/>
                  <a:gd name="connsiteY32" fmla="*/ 30163 h 1092200"/>
                  <a:gd name="connsiteX33" fmla="*/ 31750 w 1135064"/>
                  <a:gd name="connsiteY33" fmla="*/ 949326 h 1092200"/>
                  <a:gd name="connsiteX34" fmla="*/ 601107 w 1135064"/>
                  <a:gd name="connsiteY34" fmla="*/ 949326 h 1092200"/>
                  <a:gd name="connsiteX35" fmla="*/ 631825 w 1135064"/>
                  <a:gd name="connsiteY35" fmla="*/ 949326 h 1092200"/>
                  <a:gd name="connsiteX36" fmla="*/ 631825 w 1135064"/>
                  <a:gd name="connsiteY36" fmla="*/ 713643 h 1092200"/>
                  <a:gd name="connsiteX37" fmla="*/ 631825 w 1135064"/>
                  <a:gd name="connsiteY37" fmla="*/ 139434 h 1092200"/>
                  <a:gd name="connsiteX38" fmla="*/ 631825 w 1135064"/>
                  <a:gd name="connsiteY38" fmla="*/ 108010 h 1092200"/>
                  <a:gd name="connsiteX39" fmla="*/ 631825 w 1135064"/>
                  <a:gd name="connsiteY39" fmla="*/ 30163 h 1092200"/>
                  <a:gd name="connsiteX40" fmla="*/ 31750 w 1135064"/>
                  <a:gd name="connsiteY40" fmla="*/ 30163 h 1092200"/>
                  <a:gd name="connsiteX41" fmla="*/ 14301 w 1135064"/>
                  <a:gd name="connsiteY41" fmla="*/ 0 h 1092200"/>
                  <a:gd name="connsiteX42" fmla="*/ 15732 w 1135064"/>
                  <a:gd name="connsiteY42" fmla="*/ 0 h 1092200"/>
                  <a:gd name="connsiteX43" fmla="*/ 647844 w 1135064"/>
                  <a:gd name="connsiteY43" fmla="*/ 0 h 1092200"/>
                  <a:gd name="connsiteX44" fmla="*/ 649274 w 1135064"/>
                  <a:gd name="connsiteY44" fmla="*/ 0 h 1092200"/>
                  <a:gd name="connsiteX45" fmla="*/ 663575 w 1135064"/>
                  <a:gd name="connsiteY45" fmla="*/ 15684 h 1092200"/>
                  <a:gd name="connsiteX46" fmla="*/ 663575 w 1135064"/>
                  <a:gd name="connsiteY46" fmla="*/ 109078 h 1092200"/>
                  <a:gd name="connsiteX47" fmla="*/ 663575 w 1135064"/>
                  <a:gd name="connsiteY47" fmla="*/ 140446 h 1092200"/>
                  <a:gd name="connsiteX48" fmla="*/ 663575 w 1135064"/>
                  <a:gd name="connsiteY48" fmla="*/ 543961 h 1092200"/>
                  <a:gd name="connsiteX49" fmla="*/ 663575 w 1135064"/>
                  <a:gd name="connsiteY49" fmla="*/ 713637 h 1092200"/>
                  <a:gd name="connsiteX50" fmla="*/ 663575 w 1135064"/>
                  <a:gd name="connsiteY50" fmla="*/ 714350 h 1092200"/>
                  <a:gd name="connsiteX51" fmla="*/ 663575 w 1135064"/>
                  <a:gd name="connsiteY51" fmla="*/ 745006 h 1092200"/>
                  <a:gd name="connsiteX52" fmla="*/ 663575 w 1135064"/>
                  <a:gd name="connsiteY52" fmla="*/ 1076516 h 1092200"/>
                  <a:gd name="connsiteX53" fmla="*/ 649989 w 1135064"/>
                  <a:gd name="connsiteY53" fmla="*/ 1091487 h 1092200"/>
                  <a:gd name="connsiteX54" fmla="*/ 647844 w 1135064"/>
                  <a:gd name="connsiteY54" fmla="*/ 1092200 h 1092200"/>
                  <a:gd name="connsiteX55" fmla="*/ 601365 w 1135064"/>
                  <a:gd name="connsiteY55" fmla="*/ 1092200 h 1092200"/>
                  <a:gd name="connsiteX56" fmla="*/ 15732 w 1135064"/>
                  <a:gd name="connsiteY56" fmla="*/ 1092200 h 1092200"/>
                  <a:gd name="connsiteX57" fmla="*/ 12871 w 1135064"/>
                  <a:gd name="connsiteY57" fmla="*/ 1091487 h 1092200"/>
                  <a:gd name="connsiteX58" fmla="*/ 0 w 1135064"/>
                  <a:gd name="connsiteY58" fmla="*/ 1076516 h 1092200"/>
                  <a:gd name="connsiteX59" fmla="*/ 0 w 1135064"/>
                  <a:gd name="connsiteY59" fmla="*/ 980271 h 1092200"/>
                  <a:gd name="connsiteX60" fmla="*/ 0 w 1135064"/>
                  <a:gd name="connsiteY60" fmla="*/ 948902 h 1092200"/>
                  <a:gd name="connsiteX61" fmla="*/ 0 w 1135064"/>
                  <a:gd name="connsiteY61" fmla="*/ 15684 h 1092200"/>
                  <a:gd name="connsiteX62" fmla="*/ 14301 w 1135064"/>
                  <a:gd name="connsiteY62"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5064" h="1092200">
                    <a:moveTo>
                      <a:pt x="31750" y="981075"/>
                    </a:moveTo>
                    <a:cubicBezTo>
                      <a:pt x="31750" y="981075"/>
                      <a:pt x="31750" y="981075"/>
                      <a:pt x="31750" y="1062038"/>
                    </a:cubicBezTo>
                    <a:cubicBezTo>
                      <a:pt x="31750" y="1062038"/>
                      <a:pt x="31750" y="1062038"/>
                      <a:pt x="601107" y="1062038"/>
                    </a:cubicBezTo>
                    <a:cubicBezTo>
                      <a:pt x="601107" y="1062038"/>
                      <a:pt x="601107" y="1062038"/>
                      <a:pt x="631825" y="1062038"/>
                    </a:cubicBezTo>
                    <a:cubicBezTo>
                      <a:pt x="631825" y="1062038"/>
                      <a:pt x="631825" y="1062038"/>
                      <a:pt x="631825" y="981075"/>
                    </a:cubicBezTo>
                    <a:cubicBezTo>
                      <a:pt x="631825" y="981075"/>
                      <a:pt x="631825" y="981075"/>
                      <a:pt x="601107" y="981075"/>
                    </a:cubicBezTo>
                    <a:cubicBezTo>
                      <a:pt x="601107" y="981075"/>
                      <a:pt x="601107" y="981075"/>
                      <a:pt x="31750" y="981075"/>
                    </a:cubicBezTo>
                    <a:close/>
                    <a:moveTo>
                      <a:pt x="1092201" y="876300"/>
                    </a:moveTo>
                    <a:cubicBezTo>
                      <a:pt x="1115874" y="876300"/>
                      <a:pt x="1135064" y="895490"/>
                      <a:pt x="1135064" y="919163"/>
                    </a:cubicBezTo>
                    <a:cubicBezTo>
                      <a:pt x="1135064" y="942836"/>
                      <a:pt x="1115874" y="962026"/>
                      <a:pt x="1092201" y="962026"/>
                    </a:cubicBezTo>
                    <a:cubicBezTo>
                      <a:pt x="1068528" y="962026"/>
                      <a:pt x="1049338" y="942836"/>
                      <a:pt x="1049338" y="919163"/>
                    </a:cubicBezTo>
                    <a:cubicBezTo>
                      <a:pt x="1049338" y="895490"/>
                      <a:pt x="1068528" y="876300"/>
                      <a:pt x="1092201" y="876300"/>
                    </a:cubicBezTo>
                    <a:close/>
                    <a:moveTo>
                      <a:pt x="880894" y="544513"/>
                    </a:moveTo>
                    <a:cubicBezTo>
                      <a:pt x="880894" y="544513"/>
                      <a:pt x="880894" y="544513"/>
                      <a:pt x="1105070" y="544513"/>
                    </a:cubicBezTo>
                    <a:cubicBezTo>
                      <a:pt x="1113637" y="544513"/>
                      <a:pt x="1120776" y="551680"/>
                      <a:pt x="1120776" y="560281"/>
                    </a:cubicBezTo>
                    <a:cubicBezTo>
                      <a:pt x="1120776" y="560281"/>
                      <a:pt x="1120776" y="560281"/>
                      <a:pt x="1120776" y="698608"/>
                    </a:cubicBezTo>
                    <a:cubicBezTo>
                      <a:pt x="1120776" y="705775"/>
                      <a:pt x="1116493" y="711509"/>
                      <a:pt x="1110067" y="713659"/>
                    </a:cubicBezTo>
                    <a:cubicBezTo>
                      <a:pt x="1108639" y="714376"/>
                      <a:pt x="1107212" y="714376"/>
                      <a:pt x="1105070" y="714376"/>
                    </a:cubicBezTo>
                    <a:cubicBezTo>
                      <a:pt x="1105070" y="714376"/>
                      <a:pt x="1105070" y="714376"/>
                      <a:pt x="880894" y="714376"/>
                    </a:cubicBezTo>
                    <a:cubicBezTo>
                      <a:pt x="878752" y="714376"/>
                      <a:pt x="876611" y="714376"/>
                      <a:pt x="875183" y="713659"/>
                    </a:cubicBezTo>
                    <a:cubicBezTo>
                      <a:pt x="869471" y="711509"/>
                      <a:pt x="865188" y="705775"/>
                      <a:pt x="865188" y="698608"/>
                    </a:cubicBezTo>
                    <a:cubicBezTo>
                      <a:pt x="865188" y="698608"/>
                      <a:pt x="865188" y="698608"/>
                      <a:pt x="865188" y="560281"/>
                    </a:cubicBezTo>
                    <a:cubicBezTo>
                      <a:pt x="865188" y="551680"/>
                      <a:pt x="872327" y="544513"/>
                      <a:pt x="880894" y="544513"/>
                    </a:cubicBezTo>
                    <a:close/>
                    <a:moveTo>
                      <a:pt x="693738" y="544513"/>
                    </a:moveTo>
                    <a:cubicBezTo>
                      <a:pt x="693738" y="544513"/>
                      <a:pt x="693738" y="544513"/>
                      <a:pt x="814619" y="544513"/>
                    </a:cubicBezTo>
                    <a:cubicBezTo>
                      <a:pt x="823152" y="544513"/>
                      <a:pt x="830263" y="551680"/>
                      <a:pt x="830263" y="560281"/>
                    </a:cubicBezTo>
                    <a:cubicBezTo>
                      <a:pt x="830263" y="560281"/>
                      <a:pt x="830263" y="560281"/>
                      <a:pt x="830263" y="698608"/>
                    </a:cubicBezTo>
                    <a:cubicBezTo>
                      <a:pt x="830263" y="705775"/>
                      <a:pt x="825996" y="711509"/>
                      <a:pt x="820308" y="713659"/>
                    </a:cubicBezTo>
                    <a:cubicBezTo>
                      <a:pt x="818175" y="714376"/>
                      <a:pt x="816752" y="714376"/>
                      <a:pt x="814619" y="714376"/>
                    </a:cubicBezTo>
                    <a:cubicBezTo>
                      <a:pt x="814619" y="714376"/>
                      <a:pt x="814619" y="714376"/>
                      <a:pt x="693738" y="714376"/>
                    </a:cubicBezTo>
                    <a:cubicBezTo>
                      <a:pt x="693738" y="714376"/>
                      <a:pt x="693738" y="714376"/>
                      <a:pt x="693738" y="713659"/>
                    </a:cubicBezTo>
                    <a:cubicBezTo>
                      <a:pt x="693738" y="713659"/>
                      <a:pt x="693738" y="713659"/>
                      <a:pt x="693738" y="544513"/>
                    </a:cubicBezTo>
                    <a:close/>
                    <a:moveTo>
                      <a:pt x="31750" y="30163"/>
                    </a:moveTo>
                    <a:cubicBezTo>
                      <a:pt x="31750" y="30163"/>
                      <a:pt x="31750" y="30163"/>
                      <a:pt x="31750" y="949326"/>
                    </a:cubicBezTo>
                    <a:cubicBezTo>
                      <a:pt x="31750" y="949326"/>
                      <a:pt x="31750" y="949326"/>
                      <a:pt x="601107" y="949326"/>
                    </a:cubicBezTo>
                    <a:cubicBezTo>
                      <a:pt x="601107" y="949326"/>
                      <a:pt x="601107" y="949326"/>
                      <a:pt x="631825" y="949326"/>
                    </a:cubicBezTo>
                    <a:cubicBezTo>
                      <a:pt x="631825" y="949326"/>
                      <a:pt x="631825" y="949326"/>
                      <a:pt x="631825" y="713643"/>
                    </a:cubicBezTo>
                    <a:cubicBezTo>
                      <a:pt x="631825" y="713643"/>
                      <a:pt x="631825" y="713643"/>
                      <a:pt x="631825" y="139434"/>
                    </a:cubicBezTo>
                    <a:cubicBezTo>
                      <a:pt x="631825" y="139434"/>
                      <a:pt x="631825" y="139434"/>
                      <a:pt x="631825" y="108010"/>
                    </a:cubicBezTo>
                    <a:cubicBezTo>
                      <a:pt x="631825" y="108010"/>
                      <a:pt x="631825" y="108010"/>
                      <a:pt x="631825" y="30163"/>
                    </a:cubicBezTo>
                    <a:cubicBezTo>
                      <a:pt x="631825" y="30163"/>
                      <a:pt x="631825" y="30163"/>
                      <a:pt x="31750" y="30163"/>
                    </a:cubicBezTo>
                    <a:close/>
                    <a:moveTo>
                      <a:pt x="14301" y="0"/>
                    </a:moveTo>
                    <a:cubicBezTo>
                      <a:pt x="14301" y="0"/>
                      <a:pt x="15016" y="0"/>
                      <a:pt x="15732" y="0"/>
                    </a:cubicBezTo>
                    <a:cubicBezTo>
                      <a:pt x="15732" y="0"/>
                      <a:pt x="15732" y="0"/>
                      <a:pt x="647844" y="0"/>
                    </a:cubicBezTo>
                    <a:cubicBezTo>
                      <a:pt x="648559" y="0"/>
                      <a:pt x="648559" y="0"/>
                      <a:pt x="649274" y="0"/>
                    </a:cubicBezTo>
                    <a:cubicBezTo>
                      <a:pt x="657140" y="1426"/>
                      <a:pt x="663575" y="7842"/>
                      <a:pt x="663575" y="15684"/>
                    </a:cubicBezTo>
                    <a:cubicBezTo>
                      <a:pt x="663575" y="15684"/>
                      <a:pt x="663575" y="15684"/>
                      <a:pt x="663575" y="109078"/>
                    </a:cubicBezTo>
                    <a:cubicBezTo>
                      <a:pt x="663575" y="109078"/>
                      <a:pt x="663575" y="109078"/>
                      <a:pt x="663575" y="140446"/>
                    </a:cubicBezTo>
                    <a:cubicBezTo>
                      <a:pt x="663575" y="140446"/>
                      <a:pt x="663575" y="140446"/>
                      <a:pt x="663575" y="543961"/>
                    </a:cubicBezTo>
                    <a:cubicBezTo>
                      <a:pt x="663575" y="543961"/>
                      <a:pt x="663575" y="543961"/>
                      <a:pt x="663575" y="713637"/>
                    </a:cubicBezTo>
                    <a:cubicBezTo>
                      <a:pt x="663575" y="713637"/>
                      <a:pt x="663575" y="713637"/>
                      <a:pt x="663575" y="714350"/>
                    </a:cubicBezTo>
                    <a:cubicBezTo>
                      <a:pt x="663575" y="714350"/>
                      <a:pt x="663575" y="714350"/>
                      <a:pt x="663575" y="745006"/>
                    </a:cubicBezTo>
                    <a:cubicBezTo>
                      <a:pt x="663575" y="745006"/>
                      <a:pt x="663575" y="745006"/>
                      <a:pt x="663575" y="1076516"/>
                    </a:cubicBezTo>
                    <a:cubicBezTo>
                      <a:pt x="663575" y="1084358"/>
                      <a:pt x="657855" y="1090774"/>
                      <a:pt x="649989" y="1091487"/>
                    </a:cubicBezTo>
                    <a:cubicBezTo>
                      <a:pt x="649274" y="1092200"/>
                      <a:pt x="648559" y="1092200"/>
                      <a:pt x="647844" y="1092200"/>
                    </a:cubicBezTo>
                    <a:cubicBezTo>
                      <a:pt x="647844" y="1092200"/>
                      <a:pt x="647844" y="1092200"/>
                      <a:pt x="601365" y="1092200"/>
                    </a:cubicBezTo>
                    <a:cubicBezTo>
                      <a:pt x="601365" y="1092200"/>
                      <a:pt x="601365" y="1092200"/>
                      <a:pt x="15732" y="1092200"/>
                    </a:cubicBezTo>
                    <a:cubicBezTo>
                      <a:pt x="15016" y="1092200"/>
                      <a:pt x="14301" y="1092200"/>
                      <a:pt x="12871" y="1091487"/>
                    </a:cubicBezTo>
                    <a:cubicBezTo>
                      <a:pt x="5721" y="1090774"/>
                      <a:pt x="0" y="1084358"/>
                      <a:pt x="0" y="1076516"/>
                    </a:cubicBezTo>
                    <a:cubicBezTo>
                      <a:pt x="0" y="1076516"/>
                      <a:pt x="0" y="1076516"/>
                      <a:pt x="0" y="980271"/>
                    </a:cubicBezTo>
                    <a:cubicBezTo>
                      <a:pt x="0" y="980271"/>
                      <a:pt x="0" y="980271"/>
                      <a:pt x="0" y="948902"/>
                    </a:cubicBezTo>
                    <a:cubicBezTo>
                      <a:pt x="0" y="948902"/>
                      <a:pt x="0" y="948902"/>
                      <a:pt x="0" y="15684"/>
                    </a:cubicBezTo>
                    <a:cubicBezTo>
                      <a:pt x="0" y="7842"/>
                      <a:pt x="6436" y="1426"/>
                      <a:pt x="14301"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nvGrpSpPr>
          <p:cNvPr id="157" name="Grupo 156">
            <a:extLst>
              <a:ext uri="{FF2B5EF4-FFF2-40B4-BE49-F238E27FC236}">
                <a16:creationId xmlns:a16="http://schemas.microsoft.com/office/drawing/2014/main" id="{36266793-B317-4711-B58D-947F06D7D1EF}"/>
              </a:ext>
            </a:extLst>
          </p:cNvPr>
          <p:cNvGrpSpPr/>
          <p:nvPr/>
        </p:nvGrpSpPr>
        <p:grpSpPr>
          <a:xfrm>
            <a:off x="4575028" y="4054360"/>
            <a:ext cx="3542074" cy="483455"/>
            <a:chOff x="3648049" y="3876661"/>
            <a:chExt cx="4142777" cy="565444"/>
          </a:xfrm>
        </p:grpSpPr>
        <p:sp>
          <p:nvSpPr>
            <p:cNvPr id="40" name="Rectangle: Rounded Corners 184">
              <a:extLst>
                <a:ext uri="{FF2B5EF4-FFF2-40B4-BE49-F238E27FC236}">
                  <a16:creationId xmlns:a16="http://schemas.microsoft.com/office/drawing/2014/main" id="{17338616-A282-DB03-CFF1-D7D898202647}"/>
                </a:ext>
              </a:extLst>
            </p:cNvPr>
            <p:cNvSpPr/>
            <p:nvPr/>
          </p:nvSpPr>
          <p:spPr>
            <a:xfrm>
              <a:off x="3836882" y="3952306"/>
              <a:ext cx="3953944" cy="478575"/>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y distribución de Energía</a:t>
              </a:r>
            </a:p>
          </p:txBody>
        </p:sp>
        <p:grpSp>
          <p:nvGrpSpPr>
            <p:cNvPr id="60" name="bcgIcons_Efficient Light Bulb ">
              <a:extLst>
                <a:ext uri="{FF2B5EF4-FFF2-40B4-BE49-F238E27FC236}">
                  <a16:creationId xmlns:a16="http://schemas.microsoft.com/office/drawing/2014/main" id="{D246DAEF-D075-836F-5AD7-E717E86E006C}"/>
                </a:ext>
              </a:extLst>
            </p:cNvPr>
            <p:cNvGrpSpPr>
              <a:grpSpLocks noChangeAspect="1"/>
            </p:cNvGrpSpPr>
            <p:nvPr/>
          </p:nvGrpSpPr>
          <p:grpSpPr>
            <a:xfrm>
              <a:off x="3810923" y="3914516"/>
              <a:ext cx="613453" cy="527589"/>
              <a:chOff x="5273675" y="2606675"/>
              <a:chExt cx="1644650" cy="1644650"/>
            </a:xfrm>
          </p:grpSpPr>
          <p:sp>
            <p:nvSpPr>
              <p:cNvPr id="61" name="AutoShape 3">
                <a:extLst>
                  <a:ext uri="{FF2B5EF4-FFF2-40B4-BE49-F238E27FC236}">
                    <a16:creationId xmlns:a16="http://schemas.microsoft.com/office/drawing/2014/main" id="{DF40754D-A46E-438C-AAB8-39BA4C200821}"/>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62" name="Group 189">
                <a:extLst>
                  <a:ext uri="{FF2B5EF4-FFF2-40B4-BE49-F238E27FC236}">
                    <a16:creationId xmlns:a16="http://schemas.microsoft.com/office/drawing/2014/main" id="{69E3FFDF-238F-C2DD-5145-0704C0791277}"/>
                  </a:ext>
                </a:extLst>
              </p:cNvPr>
              <p:cNvGrpSpPr>
                <a:grpSpLocks/>
              </p:cNvGrpSpPr>
              <p:nvPr/>
            </p:nvGrpSpPr>
            <p:grpSpPr>
              <a:xfrm>
                <a:off x="5724524" y="2778125"/>
                <a:ext cx="744538" cy="1303338"/>
                <a:chOff x="5724524" y="2778125"/>
                <a:chExt cx="744538" cy="1303338"/>
              </a:xfrm>
            </p:grpSpPr>
            <p:sp>
              <p:nvSpPr>
                <p:cNvPr id="63" name="Freeform 8">
                  <a:extLst>
                    <a:ext uri="{FF2B5EF4-FFF2-40B4-BE49-F238E27FC236}">
                      <a16:creationId xmlns:a16="http://schemas.microsoft.com/office/drawing/2014/main" id="{5540987E-71AA-54B7-EBD7-A4C46443763D}"/>
                    </a:ext>
                  </a:extLst>
                </p:cNvPr>
                <p:cNvSpPr>
                  <a:spLocks/>
                </p:cNvSpPr>
                <p:nvPr/>
              </p:nvSpPr>
              <p:spPr bwMode="auto">
                <a:xfrm>
                  <a:off x="5784851" y="2836864"/>
                  <a:ext cx="623889" cy="727075"/>
                </a:xfrm>
                <a:custGeom>
                  <a:avLst/>
                  <a:gdLst>
                    <a:gd name="T0" fmla="*/ 436 w 872"/>
                    <a:gd name="T1" fmla="*/ 0 h 1018"/>
                    <a:gd name="T2" fmla="*/ 0 w 872"/>
                    <a:gd name="T3" fmla="*/ 437 h 1018"/>
                    <a:gd name="T4" fmla="*/ 105 w 872"/>
                    <a:gd name="T5" fmla="*/ 721 h 1018"/>
                    <a:gd name="T6" fmla="*/ 261 w 872"/>
                    <a:gd name="T7" fmla="*/ 1018 h 1018"/>
                    <a:gd name="T8" fmla="*/ 414 w 872"/>
                    <a:gd name="T9" fmla="*/ 1018 h 1018"/>
                    <a:gd name="T10" fmla="*/ 414 w 872"/>
                    <a:gd name="T11" fmla="*/ 899 h 1018"/>
                    <a:gd name="T12" fmla="*/ 420 w 872"/>
                    <a:gd name="T13" fmla="*/ 884 h 1018"/>
                    <a:gd name="T14" fmla="*/ 524 w 872"/>
                    <a:gd name="T15" fmla="*/ 772 h 1018"/>
                    <a:gd name="T16" fmla="*/ 369 w 872"/>
                    <a:gd name="T17" fmla="*/ 772 h 1018"/>
                    <a:gd name="T18" fmla="*/ 348 w 872"/>
                    <a:gd name="T19" fmla="*/ 759 h 1018"/>
                    <a:gd name="T20" fmla="*/ 353 w 872"/>
                    <a:gd name="T21" fmla="*/ 735 h 1018"/>
                    <a:gd name="T22" fmla="*/ 480 w 872"/>
                    <a:gd name="T23" fmla="*/ 602 h 1018"/>
                    <a:gd name="T24" fmla="*/ 353 w 872"/>
                    <a:gd name="T25" fmla="*/ 602 h 1018"/>
                    <a:gd name="T26" fmla="*/ 333 w 872"/>
                    <a:gd name="T27" fmla="*/ 589 h 1018"/>
                    <a:gd name="T28" fmla="*/ 337 w 872"/>
                    <a:gd name="T29" fmla="*/ 565 h 1018"/>
                    <a:gd name="T30" fmla="*/ 507 w 872"/>
                    <a:gd name="T31" fmla="*/ 369 h 1018"/>
                    <a:gd name="T32" fmla="*/ 538 w 872"/>
                    <a:gd name="T33" fmla="*/ 367 h 1018"/>
                    <a:gd name="T34" fmla="*/ 540 w 872"/>
                    <a:gd name="T35" fmla="*/ 398 h 1018"/>
                    <a:gd name="T36" fmla="*/ 402 w 872"/>
                    <a:gd name="T37" fmla="*/ 558 h 1018"/>
                    <a:gd name="T38" fmla="*/ 531 w 872"/>
                    <a:gd name="T39" fmla="*/ 558 h 1018"/>
                    <a:gd name="T40" fmla="*/ 552 w 872"/>
                    <a:gd name="T41" fmla="*/ 571 h 1018"/>
                    <a:gd name="T42" fmla="*/ 547 w 872"/>
                    <a:gd name="T43" fmla="*/ 595 h 1018"/>
                    <a:gd name="T44" fmla="*/ 420 w 872"/>
                    <a:gd name="T45" fmla="*/ 728 h 1018"/>
                    <a:gd name="T46" fmla="*/ 575 w 872"/>
                    <a:gd name="T47" fmla="*/ 728 h 1018"/>
                    <a:gd name="T48" fmla="*/ 595 w 872"/>
                    <a:gd name="T49" fmla="*/ 742 h 1018"/>
                    <a:gd name="T50" fmla="*/ 591 w 872"/>
                    <a:gd name="T51" fmla="*/ 765 h 1018"/>
                    <a:gd name="T52" fmla="*/ 458 w 872"/>
                    <a:gd name="T53" fmla="*/ 908 h 1018"/>
                    <a:gd name="T54" fmla="*/ 458 w 872"/>
                    <a:gd name="T55" fmla="*/ 1018 h 1018"/>
                    <a:gd name="T56" fmla="*/ 611 w 872"/>
                    <a:gd name="T57" fmla="*/ 1018 h 1018"/>
                    <a:gd name="T58" fmla="*/ 768 w 872"/>
                    <a:gd name="T59" fmla="*/ 721 h 1018"/>
                    <a:gd name="T60" fmla="*/ 872 w 872"/>
                    <a:gd name="T61" fmla="*/ 437 h 1018"/>
                    <a:gd name="T62" fmla="*/ 436 w 872"/>
                    <a:gd name="T6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72" h="1018">
                      <a:moveTo>
                        <a:pt x="436" y="0"/>
                      </a:moveTo>
                      <a:cubicBezTo>
                        <a:pt x="195" y="0"/>
                        <a:pt x="0" y="196"/>
                        <a:pt x="0" y="437"/>
                      </a:cubicBezTo>
                      <a:cubicBezTo>
                        <a:pt x="0" y="541"/>
                        <a:pt x="37" y="642"/>
                        <a:pt x="105" y="721"/>
                      </a:cubicBezTo>
                      <a:cubicBezTo>
                        <a:pt x="126" y="741"/>
                        <a:pt x="247" y="865"/>
                        <a:pt x="261" y="1018"/>
                      </a:cubicBezTo>
                      <a:cubicBezTo>
                        <a:pt x="414" y="1018"/>
                        <a:pt x="414" y="1018"/>
                        <a:pt x="414" y="1018"/>
                      </a:cubicBezTo>
                      <a:cubicBezTo>
                        <a:pt x="414" y="899"/>
                        <a:pt x="414" y="899"/>
                        <a:pt x="414" y="899"/>
                      </a:cubicBezTo>
                      <a:cubicBezTo>
                        <a:pt x="414" y="893"/>
                        <a:pt x="416" y="888"/>
                        <a:pt x="420" y="884"/>
                      </a:cubicBezTo>
                      <a:cubicBezTo>
                        <a:pt x="524" y="772"/>
                        <a:pt x="524" y="772"/>
                        <a:pt x="524" y="772"/>
                      </a:cubicBezTo>
                      <a:cubicBezTo>
                        <a:pt x="369" y="772"/>
                        <a:pt x="369" y="772"/>
                        <a:pt x="369" y="772"/>
                      </a:cubicBezTo>
                      <a:cubicBezTo>
                        <a:pt x="360" y="772"/>
                        <a:pt x="352" y="767"/>
                        <a:pt x="348" y="759"/>
                      </a:cubicBezTo>
                      <a:cubicBezTo>
                        <a:pt x="345" y="751"/>
                        <a:pt x="347" y="742"/>
                        <a:pt x="353" y="735"/>
                      </a:cubicBezTo>
                      <a:cubicBezTo>
                        <a:pt x="480" y="602"/>
                        <a:pt x="480" y="602"/>
                        <a:pt x="480" y="602"/>
                      </a:cubicBezTo>
                      <a:cubicBezTo>
                        <a:pt x="353" y="602"/>
                        <a:pt x="353" y="602"/>
                        <a:pt x="353" y="602"/>
                      </a:cubicBezTo>
                      <a:cubicBezTo>
                        <a:pt x="345" y="602"/>
                        <a:pt x="337" y="597"/>
                        <a:pt x="333" y="589"/>
                      </a:cubicBezTo>
                      <a:cubicBezTo>
                        <a:pt x="330" y="581"/>
                        <a:pt x="331" y="572"/>
                        <a:pt x="337" y="565"/>
                      </a:cubicBezTo>
                      <a:cubicBezTo>
                        <a:pt x="507" y="369"/>
                        <a:pt x="507" y="369"/>
                        <a:pt x="507" y="369"/>
                      </a:cubicBezTo>
                      <a:cubicBezTo>
                        <a:pt x="515" y="360"/>
                        <a:pt x="529" y="359"/>
                        <a:pt x="538" y="367"/>
                      </a:cubicBezTo>
                      <a:cubicBezTo>
                        <a:pt x="547" y="375"/>
                        <a:pt x="548" y="389"/>
                        <a:pt x="540" y="398"/>
                      </a:cubicBezTo>
                      <a:cubicBezTo>
                        <a:pt x="402" y="558"/>
                        <a:pt x="402" y="558"/>
                        <a:pt x="402" y="558"/>
                      </a:cubicBezTo>
                      <a:cubicBezTo>
                        <a:pt x="531" y="558"/>
                        <a:pt x="531" y="558"/>
                        <a:pt x="531" y="558"/>
                      </a:cubicBezTo>
                      <a:cubicBezTo>
                        <a:pt x="540" y="558"/>
                        <a:pt x="548" y="563"/>
                        <a:pt x="552" y="571"/>
                      </a:cubicBezTo>
                      <a:cubicBezTo>
                        <a:pt x="555" y="579"/>
                        <a:pt x="553" y="589"/>
                        <a:pt x="547" y="595"/>
                      </a:cubicBezTo>
                      <a:cubicBezTo>
                        <a:pt x="420" y="728"/>
                        <a:pt x="420" y="728"/>
                        <a:pt x="420" y="728"/>
                      </a:cubicBezTo>
                      <a:cubicBezTo>
                        <a:pt x="575" y="728"/>
                        <a:pt x="575" y="728"/>
                        <a:pt x="575" y="728"/>
                      </a:cubicBezTo>
                      <a:cubicBezTo>
                        <a:pt x="583" y="728"/>
                        <a:pt x="591" y="734"/>
                        <a:pt x="595" y="742"/>
                      </a:cubicBezTo>
                      <a:cubicBezTo>
                        <a:pt x="598" y="750"/>
                        <a:pt x="597" y="759"/>
                        <a:pt x="591" y="765"/>
                      </a:cubicBezTo>
                      <a:cubicBezTo>
                        <a:pt x="458" y="908"/>
                        <a:pt x="458" y="908"/>
                        <a:pt x="458" y="908"/>
                      </a:cubicBezTo>
                      <a:cubicBezTo>
                        <a:pt x="458" y="1018"/>
                        <a:pt x="458" y="1018"/>
                        <a:pt x="458" y="1018"/>
                      </a:cubicBezTo>
                      <a:cubicBezTo>
                        <a:pt x="611" y="1018"/>
                        <a:pt x="611" y="1018"/>
                        <a:pt x="611" y="1018"/>
                      </a:cubicBezTo>
                      <a:cubicBezTo>
                        <a:pt x="625" y="865"/>
                        <a:pt x="747" y="741"/>
                        <a:pt x="768" y="721"/>
                      </a:cubicBezTo>
                      <a:cubicBezTo>
                        <a:pt x="835" y="642"/>
                        <a:pt x="872" y="541"/>
                        <a:pt x="872" y="437"/>
                      </a:cubicBezTo>
                      <a:cubicBezTo>
                        <a:pt x="872" y="196"/>
                        <a:pt x="677" y="0"/>
                        <a:pt x="43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4" name="Freeform 11">
                  <a:extLst>
                    <a:ext uri="{FF2B5EF4-FFF2-40B4-BE49-F238E27FC236}">
                      <a16:creationId xmlns:a16="http://schemas.microsoft.com/office/drawing/2014/main" id="{5D277C2F-63A3-A180-AB97-65FFA2DF0C3B}"/>
                    </a:ext>
                  </a:extLst>
                </p:cNvPr>
                <p:cNvSpPr>
                  <a:spLocks/>
                </p:cNvSpPr>
                <p:nvPr/>
              </p:nvSpPr>
              <p:spPr bwMode="auto">
                <a:xfrm>
                  <a:off x="5724524" y="2778125"/>
                  <a:ext cx="744538" cy="1303338"/>
                </a:xfrm>
                <a:custGeom>
                  <a:avLst/>
                  <a:gdLst>
                    <a:gd name="connsiteX0" fmla="*/ 306388 w 744538"/>
                    <a:gd name="connsiteY0" fmla="*/ 1263650 h 1303338"/>
                    <a:gd name="connsiteX1" fmla="*/ 438151 w 744538"/>
                    <a:gd name="connsiteY1" fmla="*/ 1263650 h 1303338"/>
                    <a:gd name="connsiteX2" fmla="*/ 438151 w 744538"/>
                    <a:gd name="connsiteY2" fmla="*/ 1267258 h 1303338"/>
                    <a:gd name="connsiteX3" fmla="*/ 428234 w 744538"/>
                    <a:gd name="connsiteY3" fmla="*/ 1276639 h 1303338"/>
                    <a:gd name="connsiteX4" fmla="*/ 391397 w 744538"/>
                    <a:gd name="connsiteY4" fmla="*/ 1303338 h 1303338"/>
                    <a:gd name="connsiteX5" fmla="*/ 353143 w 744538"/>
                    <a:gd name="connsiteY5" fmla="*/ 1303338 h 1303338"/>
                    <a:gd name="connsiteX6" fmla="*/ 316306 w 744538"/>
                    <a:gd name="connsiteY6" fmla="*/ 1276639 h 1303338"/>
                    <a:gd name="connsiteX7" fmla="*/ 306388 w 744538"/>
                    <a:gd name="connsiteY7" fmla="*/ 1267258 h 1303338"/>
                    <a:gd name="connsiteX8" fmla="*/ 306388 w 744538"/>
                    <a:gd name="connsiteY8" fmla="*/ 1263650 h 1303338"/>
                    <a:gd name="connsiteX9" fmla="*/ 268156 w 744538"/>
                    <a:gd name="connsiteY9" fmla="*/ 1198563 h 1303338"/>
                    <a:gd name="connsiteX10" fmla="*/ 476384 w 744538"/>
                    <a:gd name="connsiteY10" fmla="*/ 1198563 h 1303338"/>
                    <a:gd name="connsiteX11" fmla="*/ 492126 w 744538"/>
                    <a:gd name="connsiteY11" fmla="*/ 1214085 h 1303338"/>
                    <a:gd name="connsiteX12" fmla="*/ 476384 w 744538"/>
                    <a:gd name="connsiteY12" fmla="*/ 1230313 h 1303338"/>
                    <a:gd name="connsiteX13" fmla="*/ 268156 w 744538"/>
                    <a:gd name="connsiteY13" fmla="*/ 1230313 h 1303338"/>
                    <a:gd name="connsiteX14" fmla="*/ 252413 w 744538"/>
                    <a:gd name="connsiteY14" fmla="*/ 1214085 h 1303338"/>
                    <a:gd name="connsiteX15" fmla="*/ 268156 w 744538"/>
                    <a:gd name="connsiteY15" fmla="*/ 1198563 h 1303338"/>
                    <a:gd name="connsiteX16" fmla="*/ 231608 w 744538"/>
                    <a:gd name="connsiteY16" fmla="*/ 1135063 h 1303338"/>
                    <a:gd name="connsiteX17" fmla="*/ 512930 w 744538"/>
                    <a:gd name="connsiteY17" fmla="*/ 1135063 h 1303338"/>
                    <a:gd name="connsiteX18" fmla="*/ 528638 w 744538"/>
                    <a:gd name="connsiteY18" fmla="*/ 1152102 h 1303338"/>
                    <a:gd name="connsiteX19" fmla="*/ 512930 w 744538"/>
                    <a:gd name="connsiteY19" fmla="*/ 1168401 h 1303338"/>
                    <a:gd name="connsiteX20" fmla="*/ 231608 w 744538"/>
                    <a:gd name="connsiteY20" fmla="*/ 1168401 h 1303338"/>
                    <a:gd name="connsiteX21" fmla="*/ 215900 w 744538"/>
                    <a:gd name="connsiteY21" fmla="*/ 1152102 h 1303338"/>
                    <a:gd name="connsiteX22" fmla="*/ 231608 w 744538"/>
                    <a:gd name="connsiteY22" fmla="*/ 1135063 h 1303338"/>
                    <a:gd name="connsiteX23" fmla="*/ 231608 w 744538"/>
                    <a:gd name="connsiteY23" fmla="*/ 1069975 h 1303338"/>
                    <a:gd name="connsiteX24" fmla="*/ 512930 w 744538"/>
                    <a:gd name="connsiteY24" fmla="*/ 1069975 h 1303338"/>
                    <a:gd name="connsiteX25" fmla="*/ 528638 w 744538"/>
                    <a:gd name="connsiteY25" fmla="*/ 1085850 h 1303338"/>
                    <a:gd name="connsiteX26" fmla="*/ 512930 w 744538"/>
                    <a:gd name="connsiteY26" fmla="*/ 1101725 h 1303338"/>
                    <a:gd name="connsiteX27" fmla="*/ 231608 w 744538"/>
                    <a:gd name="connsiteY27" fmla="*/ 1101725 h 1303338"/>
                    <a:gd name="connsiteX28" fmla="*/ 215900 w 744538"/>
                    <a:gd name="connsiteY28" fmla="*/ 1085850 h 1303338"/>
                    <a:gd name="connsiteX29" fmla="*/ 231608 w 744538"/>
                    <a:gd name="connsiteY29" fmla="*/ 1069975 h 1303338"/>
                    <a:gd name="connsiteX30" fmla="*/ 166688 w 744538"/>
                    <a:gd name="connsiteY30" fmla="*/ 847725 h 1303338"/>
                    <a:gd name="connsiteX31" fmla="*/ 166688 w 744538"/>
                    <a:gd name="connsiteY31" fmla="*/ 874022 h 1303338"/>
                    <a:gd name="connsiteX32" fmla="*/ 210081 w 744538"/>
                    <a:gd name="connsiteY32" fmla="*/ 977077 h 1303338"/>
                    <a:gd name="connsiteX33" fmla="*/ 232844 w 744538"/>
                    <a:gd name="connsiteY33" fmla="*/ 1017588 h 1303338"/>
                    <a:gd name="connsiteX34" fmla="*/ 511695 w 744538"/>
                    <a:gd name="connsiteY34" fmla="*/ 1017588 h 1303338"/>
                    <a:gd name="connsiteX35" fmla="*/ 534459 w 744538"/>
                    <a:gd name="connsiteY35" fmla="*/ 977077 h 1303338"/>
                    <a:gd name="connsiteX36" fmla="*/ 577851 w 744538"/>
                    <a:gd name="connsiteY36" fmla="*/ 874022 h 1303338"/>
                    <a:gd name="connsiteX37" fmla="*/ 577851 w 744538"/>
                    <a:gd name="connsiteY37" fmla="*/ 847725 h 1303338"/>
                    <a:gd name="connsiteX38" fmla="*/ 556511 w 744538"/>
                    <a:gd name="connsiteY38" fmla="*/ 847725 h 1303338"/>
                    <a:gd name="connsiteX39" fmla="*/ 525211 w 744538"/>
                    <a:gd name="connsiteY39" fmla="*/ 847725 h 1303338"/>
                    <a:gd name="connsiteX40" fmla="*/ 496045 w 744538"/>
                    <a:gd name="connsiteY40" fmla="*/ 847725 h 1303338"/>
                    <a:gd name="connsiteX41" fmla="*/ 387920 w 744538"/>
                    <a:gd name="connsiteY41" fmla="*/ 847725 h 1303338"/>
                    <a:gd name="connsiteX42" fmla="*/ 356620 w 744538"/>
                    <a:gd name="connsiteY42" fmla="*/ 847725 h 1303338"/>
                    <a:gd name="connsiteX43" fmla="*/ 248494 w 744538"/>
                    <a:gd name="connsiteY43" fmla="*/ 847725 h 1303338"/>
                    <a:gd name="connsiteX44" fmla="*/ 219328 w 744538"/>
                    <a:gd name="connsiteY44" fmla="*/ 847725 h 1303338"/>
                    <a:gd name="connsiteX45" fmla="*/ 188029 w 744538"/>
                    <a:gd name="connsiteY45" fmla="*/ 847725 h 1303338"/>
                    <a:gd name="connsiteX46" fmla="*/ 166688 w 744538"/>
                    <a:gd name="connsiteY46" fmla="*/ 847725 h 1303338"/>
                    <a:gd name="connsiteX47" fmla="*/ 372269 w 744538"/>
                    <a:gd name="connsiteY47" fmla="*/ 31750 h 1303338"/>
                    <a:gd name="connsiteX48" fmla="*/ 31750 w 744538"/>
                    <a:gd name="connsiteY48" fmla="*/ 371414 h 1303338"/>
                    <a:gd name="connsiteX49" fmla="*/ 114387 w 744538"/>
                    <a:gd name="connsiteY49" fmla="*/ 594052 h 1303338"/>
                    <a:gd name="connsiteX50" fmla="*/ 218395 w 744538"/>
                    <a:gd name="connsiteY50" fmla="*/ 784578 h 1303338"/>
                    <a:gd name="connsiteX51" fmla="*/ 219107 w 744538"/>
                    <a:gd name="connsiteY51" fmla="*/ 805271 h 1303338"/>
                    <a:gd name="connsiteX52" fmla="*/ 219107 w 744538"/>
                    <a:gd name="connsiteY52" fmla="*/ 815975 h 1303338"/>
                    <a:gd name="connsiteX53" fmla="*/ 248315 w 744538"/>
                    <a:gd name="connsiteY53" fmla="*/ 815975 h 1303338"/>
                    <a:gd name="connsiteX54" fmla="*/ 356597 w 744538"/>
                    <a:gd name="connsiteY54" fmla="*/ 815975 h 1303338"/>
                    <a:gd name="connsiteX55" fmla="*/ 387942 w 744538"/>
                    <a:gd name="connsiteY55" fmla="*/ 815975 h 1303338"/>
                    <a:gd name="connsiteX56" fmla="*/ 496224 w 744538"/>
                    <a:gd name="connsiteY56" fmla="*/ 815975 h 1303338"/>
                    <a:gd name="connsiteX57" fmla="*/ 525432 w 744538"/>
                    <a:gd name="connsiteY57" fmla="*/ 815975 h 1303338"/>
                    <a:gd name="connsiteX58" fmla="*/ 525432 w 744538"/>
                    <a:gd name="connsiteY58" fmla="*/ 805271 h 1303338"/>
                    <a:gd name="connsiteX59" fmla="*/ 526144 w 744538"/>
                    <a:gd name="connsiteY59" fmla="*/ 784578 h 1303338"/>
                    <a:gd name="connsiteX60" fmla="*/ 630152 w 744538"/>
                    <a:gd name="connsiteY60" fmla="*/ 594052 h 1303338"/>
                    <a:gd name="connsiteX61" fmla="*/ 712788 w 744538"/>
                    <a:gd name="connsiteY61" fmla="*/ 371414 h 1303338"/>
                    <a:gd name="connsiteX62" fmla="*/ 372269 w 744538"/>
                    <a:gd name="connsiteY62" fmla="*/ 31750 h 1303338"/>
                    <a:gd name="connsiteX63" fmla="*/ 372269 w 744538"/>
                    <a:gd name="connsiteY63" fmla="*/ 0 h 1303338"/>
                    <a:gd name="connsiteX64" fmla="*/ 744538 w 744538"/>
                    <a:gd name="connsiteY64" fmla="*/ 371195 h 1303338"/>
                    <a:gd name="connsiteX65" fmla="*/ 653967 w 744538"/>
                    <a:gd name="connsiteY65" fmla="*/ 615326 h 1303338"/>
                    <a:gd name="connsiteX66" fmla="*/ 652541 w 744538"/>
                    <a:gd name="connsiteY66" fmla="*/ 616040 h 1303338"/>
                    <a:gd name="connsiteX67" fmla="*/ 556977 w 744538"/>
                    <a:gd name="connsiteY67" fmla="*/ 793071 h 1303338"/>
                    <a:gd name="connsiteX68" fmla="*/ 556977 w 744538"/>
                    <a:gd name="connsiteY68" fmla="*/ 805206 h 1303338"/>
                    <a:gd name="connsiteX69" fmla="*/ 556977 w 744538"/>
                    <a:gd name="connsiteY69" fmla="*/ 808776 h 1303338"/>
                    <a:gd name="connsiteX70" fmla="*/ 556977 w 744538"/>
                    <a:gd name="connsiteY70" fmla="*/ 815914 h 1303338"/>
                    <a:gd name="connsiteX71" fmla="*/ 594062 w 744538"/>
                    <a:gd name="connsiteY71" fmla="*/ 815914 h 1303338"/>
                    <a:gd name="connsiteX72" fmla="*/ 609751 w 744538"/>
                    <a:gd name="connsiteY72" fmla="*/ 831618 h 1303338"/>
                    <a:gd name="connsiteX73" fmla="*/ 609751 w 744538"/>
                    <a:gd name="connsiteY73" fmla="*/ 873735 h 1303338"/>
                    <a:gd name="connsiteX74" fmla="*/ 556264 w 744538"/>
                    <a:gd name="connsiteY74" fmla="*/ 1000084 h 1303338"/>
                    <a:gd name="connsiteX75" fmla="*/ 542001 w 744538"/>
                    <a:gd name="connsiteY75" fmla="*/ 1032206 h 1303338"/>
                    <a:gd name="connsiteX76" fmla="*/ 542001 w 744538"/>
                    <a:gd name="connsiteY76" fmla="*/ 1033634 h 1303338"/>
                    <a:gd name="connsiteX77" fmla="*/ 526312 w 744538"/>
                    <a:gd name="connsiteY77" fmla="*/ 1049338 h 1303338"/>
                    <a:gd name="connsiteX78" fmla="*/ 218227 w 744538"/>
                    <a:gd name="connsiteY78" fmla="*/ 1049338 h 1303338"/>
                    <a:gd name="connsiteX79" fmla="*/ 202537 w 744538"/>
                    <a:gd name="connsiteY79" fmla="*/ 1033634 h 1303338"/>
                    <a:gd name="connsiteX80" fmla="*/ 202537 w 744538"/>
                    <a:gd name="connsiteY80" fmla="*/ 1032206 h 1303338"/>
                    <a:gd name="connsiteX81" fmla="*/ 188274 w 744538"/>
                    <a:gd name="connsiteY81" fmla="*/ 1000084 h 1303338"/>
                    <a:gd name="connsiteX82" fmla="*/ 134787 w 744538"/>
                    <a:gd name="connsiteY82" fmla="*/ 873735 h 1303338"/>
                    <a:gd name="connsiteX83" fmla="*/ 134787 w 744538"/>
                    <a:gd name="connsiteY83" fmla="*/ 831618 h 1303338"/>
                    <a:gd name="connsiteX84" fmla="*/ 150477 w 744538"/>
                    <a:gd name="connsiteY84" fmla="*/ 815914 h 1303338"/>
                    <a:gd name="connsiteX85" fmla="*/ 187561 w 744538"/>
                    <a:gd name="connsiteY85" fmla="*/ 815914 h 1303338"/>
                    <a:gd name="connsiteX86" fmla="*/ 187561 w 744538"/>
                    <a:gd name="connsiteY86" fmla="*/ 808776 h 1303338"/>
                    <a:gd name="connsiteX87" fmla="*/ 187561 w 744538"/>
                    <a:gd name="connsiteY87" fmla="*/ 805206 h 1303338"/>
                    <a:gd name="connsiteX88" fmla="*/ 187561 w 744538"/>
                    <a:gd name="connsiteY88" fmla="*/ 793071 h 1303338"/>
                    <a:gd name="connsiteX89" fmla="*/ 91998 w 744538"/>
                    <a:gd name="connsiteY89" fmla="*/ 616040 h 1303338"/>
                    <a:gd name="connsiteX90" fmla="*/ 91285 w 744538"/>
                    <a:gd name="connsiteY90" fmla="*/ 615326 h 1303338"/>
                    <a:gd name="connsiteX91" fmla="*/ 0 w 744538"/>
                    <a:gd name="connsiteY91" fmla="*/ 371195 h 1303338"/>
                    <a:gd name="connsiteX92" fmla="*/ 372269 w 744538"/>
                    <a:gd name="connsiteY92" fmla="*/ 0 h 130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44538" h="1303338">
                      <a:moveTo>
                        <a:pt x="306388" y="1263650"/>
                      </a:moveTo>
                      <a:cubicBezTo>
                        <a:pt x="306388" y="1263650"/>
                        <a:pt x="306388" y="1263650"/>
                        <a:pt x="438151" y="1263650"/>
                      </a:cubicBezTo>
                      <a:cubicBezTo>
                        <a:pt x="438151" y="1263650"/>
                        <a:pt x="438151" y="1263650"/>
                        <a:pt x="438151" y="1267258"/>
                      </a:cubicBezTo>
                      <a:cubicBezTo>
                        <a:pt x="431067" y="1270145"/>
                        <a:pt x="428234" y="1273753"/>
                        <a:pt x="428234" y="1276639"/>
                      </a:cubicBezTo>
                      <a:cubicBezTo>
                        <a:pt x="424692" y="1293236"/>
                        <a:pt x="404856" y="1303338"/>
                        <a:pt x="391397" y="1303338"/>
                      </a:cubicBezTo>
                      <a:cubicBezTo>
                        <a:pt x="391397" y="1303338"/>
                        <a:pt x="391397" y="1303338"/>
                        <a:pt x="353143" y="1303338"/>
                      </a:cubicBezTo>
                      <a:cubicBezTo>
                        <a:pt x="339683" y="1303338"/>
                        <a:pt x="319848" y="1293236"/>
                        <a:pt x="316306" y="1276639"/>
                      </a:cubicBezTo>
                      <a:cubicBezTo>
                        <a:pt x="316306" y="1273753"/>
                        <a:pt x="313472" y="1270145"/>
                        <a:pt x="306388" y="1267258"/>
                      </a:cubicBezTo>
                      <a:cubicBezTo>
                        <a:pt x="306388" y="1263650"/>
                        <a:pt x="306388" y="1263650"/>
                        <a:pt x="306388" y="1263650"/>
                      </a:cubicBezTo>
                      <a:close/>
                      <a:moveTo>
                        <a:pt x="268156" y="1198563"/>
                      </a:moveTo>
                      <a:cubicBezTo>
                        <a:pt x="268156" y="1198563"/>
                        <a:pt x="268156" y="1198563"/>
                        <a:pt x="476384" y="1198563"/>
                      </a:cubicBezTo>
                      <a:cubicBezTo>
                        <a:pt x="484971" y="1198563"/>
                        <a:pt x="492126" y="1205619"/>
                        <a:pt x="492126" y="1214085"/>
                      </a:cubicBezTo>
                      <a:cubicBezTo>
                        <a:pt x="492126" y="1222552"/>
                        <a:pt x="484971" y="1230313"/>
                        <a:pt x="476384" y="1230313"/>
                      </a:cubicBezTo>
                      <a:cubicBezTo>
                        <a:pt x="476384" y="1230313"/>
                        <a:pt x="476384" y="1230313"/>
                        <a:pt x="268156" y="1230313"/>
                      </a:cubicBezTo>
                      <a:cubicBezTo>
                        <a:pt x="259569" y="1230313"/>
                        <a:pt x="252413" y="1222552"/>
                        <a:pt x="252413" y="1214085"/>
                      </a:cubicBezTo>
                      <a:cubicBezTo>
                        <a:pt x="252413" y="1205619"/>
                        <a:pt x="259569" y="1198563"/>
                        <a:pt x="268156" y="1198563"/>
                      </a:cubicBezTo>
                      <a:close/>
                      <a:moveTo>
                        <a:pt x="231608" y="1135063"/>
                      </a:moveTo>
                      <a:cubicBezTo>
                        <a:pt x="231608" y="1135063"/>
                        <a:pt x="231608" y="1135063"/>
                        <a:pt x="512930" y="1135063"/>
                      </a:cubicBezTo>
                      <a:cubicBezTo>
                        <a:pt x="521498" y="1135063"/>
                        <a:pt x="528638" y="1143212"/>
                        <a:pt x="528638" y="1152102"/>
                      </a:cubicBezTo>
                      <a:cubicBezTo>
                        <a:pt x="528638" y="1160992"/>
                        <a:pt x="521498" y="1168401"/>
                        <a:pt x="512930" y="1168401"/>
                      </a:cubicBezTo>
                      <a:cubicBezTo>
                        <a:pt x="512930" y="1168401"/>
                        <a:pt x="512930" y="1168401"/>
                        <a:pt x="231608" y="1168401"/>
                      </a:cubicBezTo>
                      <a:cubicBezTo>
                        <a:pt x="223040" y="1168401"/>
                        <a:pt x="215900" y="1160992"/>
                        <a:pt x="215900" y="1152102"/>
                      </a:cubicBezTo>
                      <a:cubicBezTo>
                        <a:pt x="215900" y="1143212"/>
                        <a:pt x="223040" y="1135063"/>
                        <a:pt x="231608" y="1135063"/>
                      </a:cubicBezTo>
                      <a:close/>
                      <a:moveTo>
                        <a:pt x="231608" y="1069975"/>
                      </a:moveTo>
                      <a:cubicBezTo>
                        <a:pt x="231608" y="1069975"/>
                        <a:pt x="231608" y="1069975"/>
                        <a:pt x="512930" y="1069975"/>
                      </a:cubicBezTo>
                      <a:cubicBezTo>
                        <a:pt x="521498" y="1069975"/>
                        <a:pt x="528638" y="1077191"/>
                        <a:pt x="528638" y="1085850"/>
                      </a:cubicBezTo>
                      <a:cubicBezTo>
                        <a:pt x="528638" y="1094509"/>
                        <a:pt x="521498" y="1101725"/>
                        <a:pt x="512930" y="1101725"/>
                      </a:cubicBezTo>
                      <a:cubicBezTo>
                        <a:pt x="512930" y="1101725"/>
                        <a:pt x="512930" y="1101725"/>
                        <a:pt x="231608" y="1101725"/>
                      </a:cubicBezTo>
                      <a:cubicBezTo>
                        <a:pt x="223040" y="1101725"/>
                        <a:pt x="215900" y="1094509"/>
                        <a:pt x="215900" y="1085850"/>
                      </a:cubicBezTo>
                      <a:cubicBezTo>
                        <a:pt x="215900" y="1077191"/>
                        <a:pt x="223040" y="1069975"/>
                        <a:pt x="231608" y="1069975"/>
                      </a:cubicBezTo>
                      <a:close/>
                      <a:moveTo>
                        <a:pt x="166688" y="847725"/>
                      </a:moveTo>
                      <a:cubicBezTo>
                        <a:pt x="166688" y="847725"/>
                        <a:pt x="166688" y="847725"/>
                        <a:pt x="166688" y="874022"/>
                      </a:cubicBezTo>
                      <a:cubicBezTo>
                        <a:pt x="166688" y="913822"/>
                        <a:pt x="182338" y="951491"/>
                        <a:pt x="210081" y="977077"/>
                      </a:cubicBezTo>
                      <a:cubicBezTo>
                        <a:pt x="222174" y="987738"/>
                        <a:pt x="229999" y="1001952"/>
                        <a:pt x="232844" y="1017588"/>
                      </a:cubicBezTo>
                      <a:cubicBezTo>
                        <a:pt x="232844" y="1017588"/>
                        <a:pt x="232844" y="1017588"/>
                        <a:pt x="511695" y="1017588"/>
                      </a:cubicBezTo>
                      <a:cubicBezTo>
                        <a:pt x="514541" y="1001952"/>
                        <a:pt x="522366" y="987738"/>
                        <a:pt x="534459" y="977077"/>
                      </a:cubicBezTo>
                      <a:cubicBezTo>
                        <a:pt x="562201" y="951491"/>
                        <a:pt x="577851" y="913822"/>
                        <a:pt x="577851" y="874022"/>
                      </a:cubicBezTo>
                      <a:cubicBezTo>
                        <a:pt x="577851" y="874022"/>
                        <a:pt x="577851" y="874022"/>
                        <a:pt x="577851" y="847725"/>
                      </a:cubicBezTo>
                      <a:cubicBezTo>
                        <a:pt x="577851" y="847725"/>
                        <a:pt x="577851" y="847725"/>
                        <a:pt x="556511" y="847725"/>
                      </a:cubicBezTo>
                      <a:cubicBezTo>
                        <a:pt x="556511" y="847725"/>
                        <a:pt x="556511" y="847725"/>
                        <a:pt x="525211" y="847725"/>
                      </a:cubicBezTo>
                      <a:cubicBezTo>
                        <a:pt x="525211" y="847725"/>
                        <a:pt x="525211" y="847725"/>
                        <a:pt x="496045" y="847725"/>
                      </a:cubicBezTo>
                      <a:cubicBezTo>
                        <a:pt x="496045" y="847725"/>
                        <a:pt x="496045" y="847725"/>
                        <a:pt x="387920" y="847725"/>
                      </a:cubicBezTo>
                      <a:cubicBezTo>
                        <a:pt x="387920" y="847725"/>
                        <a:pt x="387920" y="847725"/>
                        <a:pt x="356620" y="847725"/>
                      </a:cubicBezTo>
                      <a:cubicBezTo>
                        <a:pt x="356620" y="847725"/>
                        <a:pt x="356620" y="847725"/>
                        <a:pt x="248494" y="847725"/>
                      </a:cubicBezTo>
                      <a:cubicBezTo>
                        <a:pt x="248494" y="847725"/>
                        <a:pt x="248494" y="847725"/>
                        <a:pt x="219328" y="847725"/>
                      </a:cubicBezTo>
                      <a:cubicBezTo>
                        <a:pt x="219328" y="847725"/>
                        <a:pt x="219328" y="847725"/>
                        <a:pt x="188029" y="847725"/>
                      </a:cubicBezTo>
                      <a:cubicBezTo>
                        <a:pt x="188029" y="847725"/>
                        <a:pt x="188029" y="847725"/>
                        <a:pt x="166688" y="847725"/>
                      </a:cubicBezTo>
                      <a:close/>
                      <a:moveTo>
                        <a:pt x="372269" y="31750"/>
                      </a:moveTo>
                      <a:cubicBezTo>
                        <a:pt x="184913" y="31750"/>
                        <a:pt x="31750" y="184456"/>
                        <a:pt x="31750" y="371414"/>
                      </a:cubicBezTo>
                      <a:cubicBezTo>
                        <a:pt x="31750" y="453476"/>
                        <a:pt x="60958" y="531970"/>
                        <a:pt x="114387" y="594052"/>
                      </a:cubicBezTo>
                      <a:cubicBezTo>
                        <a:pt x="123648" y="602615"/>
                        <a:pt x="207709" y="684676"/>
                        <a:pt x="218395" y="784578"/>
                      </a:cubicBezTo>
                      <a:cubicBezTo>
                        <a:pt x="219107" y="791713"/>
                        <a:pt x="219107" y="798849"/>
                        <a:pt x="219107" y="805271"/>
                      </a:cubicBezTo>
                      <a:cubicBezTo>
                        <a:pt x="219107" y="805271"/>
                        <a:pt x="219107" y="805271"/>
                        <a:pt x="219107" y="815975"/>
                      </a:cubicBezTo>
                      <a:cubicBezTo>
                        <a:pt x="219107" y="815975"/>
                        <a:pt x="219107" y="815975"/>
                        <a:pt x="248315" y="815975"/>
                      </a:cubicBezTo>
                      <a:cubicBezTo>
                        <a:pt x="248315" y="815975"/>
                        <a:pt x="248315" y="815975"/>
                        <a:pt x="356597" y="815975"/>
                      </a:cubicBezTo>
                      <a:cubicBezTo>
                        <a:pt x="356597" y="815975"/>
                        <a:pt x="356597" y="815975"/>
                        <a:pt x="387942" y="815975"/>
                      </a:cubicBezTo>
                      <a:cubicBezTo>
                        <a:pt x="387942" y="815975"/>
                        <a:pt x="387942" y="815975"/>
                        <a:pt x="496224" y="815975"/>
                      </a:cubicBezTo>
                      <a:cubicBezTo>
                        <a:pt x="496224" y="815975"/>
                        <a:pt x="496224" y="815975"/>
                        <a:pt x="525432" y="815975"/>
                      </a:cubicBezTo>
                      <a:cubicBezTo>
                        <a:pt x="525432" y="815975"/>
                        <a:pt x="525432" y="815975"/>
                        <a:pt x="525432" y="805271"/>
                      </a:cubicBezTo>
                      <a:cubicBezTo>
                        <a:pt x="525432" y="798849"/>
                        <a:pt x="525432" y="791713"/>
                        <a:pt x="526144" y="784578"/>
                      </a:cubicBezTo>
                      <a:cubicBezTo>
                        <a:pt x="536830" y="684676"/>
                        <a:pt x="620891" y="602615"/>
                        <a:pt x="630152" y="594052"/>
                      </a:cubicBezTo>
                      <a:cubicBezTo>
                        <a:pt x="683581" y="531970"/>
                        <a:pt x="712788" y="453476"/>
                        <a:pt x="712788" y="371414"/>
                      </a:cubicBezTo>
                      <a:cubicBezTo>
                        <a:pt x="712788" y="184456"/>
                        <a:pt x="559626" y="31750"/>
                        <a:pt x="372269" y="31750"/>
                      </a:cubicBezTo>
                      <a:close/>
                      <a:moveTo>
                        <a:pt x="372269" y="0"/>
                      </a:moveTo>
                      <a:cubicBezTo>
                        <a:pt x="577659" y="0"/>
                        <a:pt x="744538" y="167038"/>
                        <a:pt x="744538" y="371195"/>
                      </a:cubicBezTo>
                      <a:cubicBezTo>
                        <a:pt x="744538" y="461138"/>
                        <a:pt x="712446" y="547512"/>
                        <a:pt x="653967" y="615326"/>
                      </a:cubicBezTo>
                      <a:cubicBezTo>
                        <a:pt x="653967" y="615326"/>
                        <a:pt x="653967" y="615326"/>
                        <a:pt x="652541" y="616040"/>
                      </a:cubicBezTo>
                      <a:cubicBezTo>
                        <a:pt x="651828" y="616754"/>
                        <a:pt x="564109" y="699559"/>
                        <a:pt x="556977" y="793071"/>
                      </a:cubicBezTo>
                      <a:cubicBezTo>
                        <a:pt x="556977" y="797354"/>
                        <a:pt x="556977" y="801637"/>
                        <a:pt x="556977" y="805206"/>
                      </a:cubicBezTo>
                      <a:cubicBezTo>
                        <a:pt x="556977" y="805206"/>
                        <a:pt x="556977" y="805206"/>
                        <a:pt x="556977" y="808776"/>
                      </a:cubicBezTo>
                      <a:cubicBezTo>
                        <a:pt x="556977" y="808776"/>
                        <a:pt x="556977" y="808776"/>
                        <a:pt x="556977" y="815914"/>
                      </a:cubicBezTo>
                      <a:cubicBezTo>
                        <a:pt x="556977" y="815914"/>
                        <a:pt x="556977" y="815914"/>
                        <a:pt x="594062" y="815914"/>
                      </a:cubicBezTo>
                      <a:cubicBezTo>
                        <a:pt x="602620" y="815914"/>
                        <a:pt x="609751" y="823052"/>
                        <a:pt x="609751" y="831618"/>
                      </a:cubicBezTo>
                      <a:cubicBezTo>
                        <a:pt x="609751" y="831618"/>
                        <a:pt x="609751" y="831618"/>
                        <a:pt x="609751" y="873735"/>
                      </a:cubicBezTo>
                      <a:cubicBezTo>
                        <a:pt x="609751" y="922275"/>
                        <a:pt x="589783" y="968675"/>
                        <a:pt x="556264" y="1000084"/>
                      </a:cubicBezTo>
                      <a:cubicBezTo>
                        <a:pt x="546993" y="1008650"/>
                        <a:pt x="542001" y="1020071"/>
                        <a:pt x="542001" y="1032206"/>
                      </a:cubicBezTo>
                      <a:cubicBezTo>
                        <a:pt x="542001" y="1032206"/>
                        <a:pt x="542001" y="1032206"/>
                        <a:pt x="542001" y="1033634"/>
                      </a:cubicBezTo>
                      <a:cubicBezTo>
                        <a:pt x="542001" y="1042200"/>
                        <a:pt x="534869" y="1049338"/>
                        <a:pt x="526312" y="1049338"/>
                      </a:cubicBezTo>
                      <a:cubicBezTo>
                        <a:pt x="526312" y="1049338"/>
                        <a:pt x="526312" y="1049338"/>
                        <a:pt x="218227" y="1049338"/>
                      </a:cubicBezTo>
                      <a:cubicBezTo>
                        <a:pt x="209669" y="1049338"/>
                        <a:pt x="202537" y="1042200"/>
                        <a:pt x="202537" y="1033634"/>
                      </a:cubicBezTo>
                      <a:cubicBezTo>
                        <a:pt x="202537" y="1033634"/>
                        <a:pt x="202537" y="1033634"/>
                        <a:pt x="202537" y="1032206"/>
                      </a:cubicBezTo>
                      <a:cubicBezTo>
                        <a:pt x="202537" y="1020071"/>
                        <a:pt x="197545" y="1008650"/>
                        <a:pt x="188274" y="1000084"/>
                      </a:cubicBezTo>
                      <a:cubicBezTo>
                        <a:pt x="154756" y="968675"/>
                        <a:pt x="134787" y="922275"/>
                        <a:pt x="134787" y="873735"/>
                      </a:cubicBezTo>
                      <a:cubicBezTo>
                        <a:pt x="134787" y="873735"/>
                        <a:pt x="134787" y="873735"/>
                        <a:pt x="134787" y="831618"/>
                      </a:cubicBezTo>
                      <a:cubicBezTo>
                        <a:pt x="134787" y="823052"/>
                        <a:pt x="141919" y="815914"/>
                        <a:pt x="150477" y="815914"/>
                      </a:cubicBezTo>
                      <a:cubicBezTo>
                        <a:pt x="150477" y="815914"/>
                        <a:pt x="150477" y="815914"/>
                        <a:pt x="187561" y="815914"/>
                      </a:cubicBezTo>
                      <a:cubicBezTo>
                        <a:pt x="187561" y="815914"/>
                        <a:pt x="187561" y="815914"/>
                        <a:pt x="187561" y="808776"/>
                      </a:cubicBezTo>
                      <a:cubicBezTo>
                        <a:pt x="187561" y="808776"/>
                        <a:pt x="187561" y="808776"/>
                        <a:pt x="187561" y="805206"/>
                      </a:cubicBezTo>
                      <a:cubicBezTo>
                        <a:pt x="187561" y="801637"/>
                        <a:pt x="187561" y="797354"/>
                        <a:pt x="187561" y="793071"/>
                      </a:cubicBezTo>
                      <a:cubicBezTo>
                        <a:pt x="180429" y="699559"/>
                        <a:pt x="92711" y="616754"/>
                        <a:pt x="91998" y="616040"/>
                      </a:cubicBezTo>
                      <a:cubicBezTo>
                        <a:pt x="91998" y="616040"/>
                        <a:pt x="91998" y="616040"/>
                        <a:pt x="91285" y="615326"/>
                      </a:cubicBezTo>
                      <a:cubicBezTo>
                        <a:pt x="32806" y="547512"/>
                        <a:pt x="0" y="461138"/>
                        <a:pt x="0" y="371195"/>
                      </a:cubicBezTo>
                      <a:cubicBezTo>
                        <a:pt x="0" y="167038"/>
                        <a:pt x="166879" y="0"/>
                        <a:pt x="372269"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153" name="Oval 20">
              <a:extLst>
                <a:ext uri="{FF2B5EF4-FFF2-40B4-BE49-F238E27FC236}">
                  <a16:creationId xmlns:a16="http://schemas.microsoft.com/office/drawing/2014/main" id="{0665F42E-4E5E-DAE8-1B3B-2F2AAE28549E}"/>
                </a:ext>
              </a:extLst>
            </p:cNvPr>
            <p:cNvSpPr>
              <a:spLocks noChangeAspect="1" noChangeArrowheads="1"/>
            </p:cNvSpPr>
            <p:nvPr/>
          </p:nvSpPr>
          <p:spPr bwMode="auto">
            <a:xfrm>
              <a:off x="3648049" y="3876661"/>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a:t>
              </a:r>
            </a:p>
          </p:txBody>
        </p:sp>
      </p:grpSp>
      <p:grpSp>
        <p:nvGrpSpPr>
          <p:cNvPr id="192" name="Grupo 191">
            <a:extLst>
              <a:ext uri="{FF2B5EF4-FFF2-40B4-BE49-F238E27FC236}">
                <a16:creationId xmlns:a16="http://schemas.microsoft.com/office/drawing/2014/main" id="{0932ECF9-CED3-C423-31E8-F27E0E551BB0}"/>
              </a:ext>
            </a:extLst>
          </p:cNvPr>
          <p:cNvGrpSpPr/>
          <p:nvPr/>
        </p:nvGrpSpPr>
        <p:grpSpPr>
          <a:xfrm>
            <a:off x="1106659" y="1761670"/>
            <a:ext cx="9980031" cy="1339086"/>
            <a:chOff x="238922" y="1107935"/>
            <a:chExt cx="11672552" cy="1566182"/>
          </a:xfrm>
        </p:grpSpPr>
        <p:sp>
          <p:nvSpPr>
            <p:cNvPr id="205" name="TextBox 204">
              <a:extLst>
                <a:ext uri="{FF2B5EF4-FFF2-40B4-BE49-F238E27FC236}">
                  <a16:creationId xmlns:a16="http://schemas.microsoft.com/office/drawing/2014/main" id="{4D7272D4-5E86-394C-1A09-01F751231455}"/>
                </a:ext>
              </a:extLst>
            </p:cNvPr>
            <p:cNvSpPr txBox="1"/>
            <p:nvPr/>
          </p:nvSpPr>
          <p:spPr>
            <a:xfrm>
              <a:off x="355036" y="1107935"/>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transversales </a:t>
              </a:r>
            </a:p>
          </p:txBody>
        </p:sp>
        <p:sp>
          <p:nvSpPr>
            <p:cNvPr id="207" name="Rectangle: Rounded Corners 206">
              <a:extLst>
                <a:ext uri="{FF2B5EF4-FFF2-40B4-BE49-F238E27FC236}">
                  <a16:creationId xmlns:a16="http://schemas.microsoft.com/office/drawing/2014/main" id="{C1B0CDA7-BD73-719A-DF77-88444F06D28D}"/>
                </a:ext>
              </a:extLst>
            </p:cNvPr>
            <p:cNvSpPr/>
            <p:nvPr/>
          </p:nvSpPr>
          <p:spPr>
            <a:xfrm>
              <a:off x="238922" y="1406932"/>
              <a:ext cx="11672552" cy="1267185"/>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61" name="Grupo 160">
              <a:extLst>
                <a:ext uri="{FF2B5EF4-FFF2-40B4-BE49-F238E27FC236}">
                  <a16:creationId xmlns:a16="http://schemas.microsoft.com/office/drawing/2014/main" id="{211CAC9F-F8F8-2273-2B8A-2AFC3D11774B}"/>
                </a:ext>
              </a:extLst>
            </p:cNvPr>
            <p:cNvGrpSpPr/>
            <p:nvPr/>
          </p:nvGrpSpPr>
          <p:grpSpPr>
            <a:xfrm>
              <a:off x="273323" y="1494503"/>
              <a:ext cx="972000" cy="1122694"/>
              <a:chOff x="666731" y="1669461"/>
              <a:chExt cx="1047297" cy="1122694"/>
            </a:xfrm>
          </p:grpSpPr>
          <p:sp>
            <p:nvSpPr>
              <p:cNvPr id="208" name="Rectangle: Rounded Corners 207">
                <a:extLst>
                  <a:ext uri="{FF2B5EF4-FFF2-40B4-BE49-F238E27FC236}">
                    <a16:creationId xmlns:a16="http://schemas.microsoft.com/office/drawing/2014/main" id="{5A636FDB-019C-DD6A-55A0-F8531DC9D901}"/>
                  </a:ext>
                </a:extLst>
              </p:cNvPr>
              <p:cNvSpPr/>
              <p:nvPr/>
            </p:nvSpPr>
            <p:spPr>
              <a:xfrm>
                <a:off x="731693"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Estratégica</a:t>
                </a:r>
              </a:p>
            </p:txBody>
          </p:sp>
          <p:sp>
            <p:nvSpPr>
              <p:cNvPr id="218" name="Oval 20">
                <a:extLst>
                  <a:ext uri="{FF2B5EF4-FFF2-40B4-BE49-F238E27FC236}">
                    <a16:creationId xmlns:a16="http://schemas.microsoft.com/office/drawing/2014/main" id="{75917B39-6525-CE78-EA4F-E4CA59BC517B}"/>
                  </a:ext>
                </a:extLst>
              </p:cNvPr>
              <p:cNvSpPr>
                <a:spLocks noChangeAspect="1" noChangeArrowheads="1"/>
              </p:cNvSpPr>
              <p:nvPr/>
            </p:nvSpPr>
            <p:spPr bwMode="auto">
              <a:xfrm>
                <a:off x="6667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3</a:t>
                </a:r>
              </a:p>
            </p:txBody>
          </p:sp>
          <p:grpSp>
            <p:nvGrpSpPr>
              <p:cNvPr id="228" name="bcgIcons_Strategy ">
                <a:extLst>
                  <a:ext uri="{FF2B5EF4-FFF2-40B4-BE49-F238E27FC236}">
                    <a16:creationId xmlns:a16="http://schemas.microsoft.com/office/drawing/2014/main" id="{61776F5A-67C6-3BA6-17E9-1D8D29C185F3}"/>
                  </a:ext>
                </a:extLst>
              </p:cNvPr>
              <p:cNvGrpSpPr>
                <a:grpSpLocks noChangeAspect="1"/>
              </p:cNvGrpSpPr>
              <p:nvPr/>
            </p:nvGrpSpPr>
            <p:grpSpPr>
              <a:xfrm>
                <a:off x="1013632" y="1827711"/>
                <a:ext cx="418454" cy="418454"/>
                <a:chOff x="5273675" y="2606675"/>
                <a:chExt cx="1644650" cy="1644650"/>
              </a:xfrm>
            </p:grpSpPr>
            <p:sp>
              <p:nvSpPr>
                <p:cNvPr id="229" name="AutoShape 9">
                  <a:extLst>
                    <a:ext uri="{FF2B5EF4-FFF2-40B4-BE49-F238E27FC236}">
                      <a16:creationId xmlns:a16="http://schemas.microsoft.com/office/drawing/2014/main" id="{26ADA78E-0DBF-90DA-3613-91206CBC719C}"/>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30" name="Group 229">
                  <a:extLst>
                    <a:ext uri="{FF2B5EF4-FFF2-40B4-BE49-F238E27FC236}">
                      <a16:creationId xmlns:a16="http://schemas.microsoft.com/office/drawing/2014/main" id="{A9D99D0E-C7ED-E12F-B30F-D12EE4446991}"/>
                    </a:ext>
                  </a:extLst>
                </p:cNvPr>
                <p:cNvGrpSpPr>
                  <a:grpSpLocks/>
                </p:cNvGrpSpPr>
                <p:nvPr/>
              </p:nvGrpSpPr>
              <p:grpSpPr>
                <a:xfrm>
                  <a:off x="5724321" y="2833688"/>
                  <a:ext cx="778079" cy="1249362"/>
                  <a:chOff x="5724321" y="2833688"/>
                  <a:chExt cx="778079" cy="1249362"/>
                </a:xfrm>
              </p:grpSpPr>
              <p:sp>
                <p:nvSpPr>
                  <p:cNvPr id="231" name="Freeform 11">
                    <a:extLst>
                      <a:ext uri="{FF2B5EF4-FFF2-40B4-BE49-F238E27FC236}">
                        <a16:creationId xmlns:a16="http://schemas.microsoft.com/office/drawing/2014/main" id="{E7450F93-4321-68CA-81E3-0FF80F0358D0}"/>
                      </a:ext>
                    </a:extLst>
                  </p:cNvPr>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32" name="Freeform 19">
                    <a:extLst>
                      <a:ext uri="{FF2B5EF4-FFF2-40B4-BE49-F238E27FC236}">
                        <a16:creationId xmlns:a16="http://schemas.microsoft.com/office/drawing/2014/main" id="{3B12D966-DF23-6F90-2757-840AA2D4AD44}"/>
                      </a:ext>
                    </a:extLst>
                  </p:cNvPr>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4" name="Grupo 163">
              <a:extLst>
                <a:ext uri="{FF2B5EF4-FFF2-40B4-BE49-F238E27FC236}">
                  <a16:creationId xmlns:a16="http://schemas.microsoft.com/office/drawing/2014/main" id="{6D080486-9D26-775E-734A-CB428A09EE41}"/>
                </a:ext>
              </a:extLst>
            </p:cNvPr>
            <p:cNvGrpSpPr/>
            <p:nvPr/>
          </p:nvGrpSpPr>
          <p:grpSpPr>
            <a:xfrm>
              <a:off x="3430059" y="1494503"/>
              <a:ext cx="971999" cy="1122694"/>
              <a:chOff x="2832571" y="1669461"/>
              <a:chExt cx="1047298" cy="1122694"/>
            </a:xfrm>
          </p:grpSpPr>
          <p:sp>
            <p:nvSpPr>
              <p:cNvPr id="219" name="Oval 20">
                <a:extLst>
                  <a:ext uri="{FF2B5EF4-FFF2-40B4-BE49-F238E27FC236}">
                    <a16:creationId xmlns:a16="http://schemas.microsoft.com/office/drawing/2014/main" id="{10D94F39-6C29-7B88-6E1E-E9584D232E0A}"/>
                  </a:ext>
                </a:extLst>
              </p:cNvPr>
              <p:cNvSpPr>
                <a:spLocks noChangeAspect="1" noChangeArrowheads="1"/>
              </p:cNvSpPr>
              <p:nvPr/>
            </p:nvSpPr>
            <p:spPr bwMode="auto">
              <a:xfrm>
                <a:off x="28325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6</a:t>
                </a:r>
              </a:p>
            </p:txBody>
          </p:sp>
          <p:grpSp>
            <p:nvGrpSpPr>
              <p:cNvPr id="163" name="Grupo 162">
                <a:extLst>
                  <a:ext uri="{FF2B5EF4-FFF2-40B4-BE49-F238E27FC236}">
                    <a16:creationId xmlns:a16="http://schemas.microsoft.com/office/drawing/2014/main" id="{01A019AD-E24E-75B6-AF74-A832178E1824}"/>
                  </a:ext>
                </a:extLst>
              </p:cNvPr>
              <p:cNvGrpSpPr/>
              <p:nvPr/>
            </p:nvGrpSpPr>
            <p:grpSpPr>
              <a:xfrm>
                <a:off x="2897533" y="1734422"/>
                <a:ext cx="982336" cy="1057733"/>
                <a:chOff x="2897533" y="1734422"/>
                <a:chExt cx="982336" cy="1057733"/>
              </a:xfrm>
            </p:grpSpPr>
            <p:sp>
              <p:nvSpPr>
                <p:cNvPr id="210" name="Rectangle: Rounded Corners 209">
                  <a:extLst>
                    <a:ext uri="{FF2B5EF4-FFF2-40B4-BE49-F238E27FC236}">
                      <a16:creationId xmlns:a16="http://schemas.microsoft.com/office/drawing/2014/main" id="{49AA4453-C898-E28E-6421-44F0DCB0D78C}"/>
                    </a:ext>
                  </a:extLst>
                </p:cNvPr>
                <p:cNvSpPr/>
                <p:nvPr/>
              </p:nvSpPr>
              <p:spPr>
                <a:xfrm>
                  <a:off x="289753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Financiera</a:t>
                  </a:r>
                </a:p>
              </p:txBody>
            </p:sp>
            <p:grpSp>
              <p:nvGrpSpPr>
                <p:cNvPr id="233" name="bcgIcons_Increase ">
                  <a:extLst>
                    <a:ext uri="{FF2B5EF4-FFF2-40B4-BE49-F238E27FC236}">
                      <a16:creationId xmlns:a16="http://schemas.microsoft.com/office/drawing/2014/main" id="{0C1EAA1D-0D0D-8102-BEB4-888139FF94B8}"/>
                    </a:ext>
                  </a:extLst>
                </p:cNvPr>
                <p:cNvGrpSpPr>
                  <a:grpSpLocks noChangeAspect="1"/>
                </p:cNvGrpSpPr>
                <p:nvPr/>
              </p:nvGrpSpPr>
              <p:grpSpPr>
                <a:xfrm>
                  <a:off x="3179473" y="1827711"/>
                  <a:ext cx="418454" cy="418454"/>
                  <a:chOff x="5273675" y="2606675"/>
                  <a:chExt cx="1644650" cy="1644650"/>
                </a:xfrm>
              </p:grpSpPr>
              <p:sp>
                <p:nvSpPr>
                  <p:cNvPr id="234" name="AutoShape 3">
                    <a:extLst>
                      <a:ext uri="{FF2B5EF4-FFF2-40B4-BE49-F238E27FC236}">
                        <a16:creationId xmlns:a16="http://schemas.microsoft.com/office/drawing/2014/main" id="{D16D8D01-2AA2-5570-16CA-1EBF65DBB9ED}"/>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35" name="Group 234">
                    <a:extLst>
                      <a:ext uri="{FF2B5EF4-FFF2-40B4-BE49-F238E27FC236}">
                        <a16:creationId xmlns:a16="http://schemas.microsoft.com/office/drawing/2014/main" id="{D6D33624-D853-3495-6AAB-140CB4223E4F}"/>
                      </a:ext>
                    </a:extLst>
                  </p:cNvPr>
                  <p:cNvGrpSpPr>
                    <a:grpSpLocks/>
                  </p:cNvGrpSpPr>
                  <p:nvPr/>
                </p:nvGrpSpPr>
                <p:grpSpPr>
                  <a:xfrm>
                    <a:off x="5443538" y="2962275"/>
                    <a:ext cx="1304925" cy="930275"/>
                    <a:chOff x="5443538" y="2962275"/>
                    <a:chExt cx="1304925" cy="930275"/>
                  </a:xfrm>
                </p:grpSpPr>
                <p:sp>
                  <p:nvSpPr>
                    <p:cNvPr id="236" name="Freeform 15">
                      <a:extLst>
                        <a:ext uri="{FF2B5EF4-FFF2-40B4-BE49-F238E27FC236}">
                          <a16:creationId xmlns:a16="http://schemas.microsoft.com/office/drawing/2014/main" id="{2BC2E8ED-330A-79DF-4872-3A3C7DF923C4}"/>
                        </a:ext>
                      </a:extLst>
                    </p:cNvPr>
                    <p:cNvSpPr>
                      <a:spLocks/>
                    </p:cNvSpPr>
                    <p:nvPr/>
                  </p:nvSpPr>
                  <p:spPr bwMode="auto">
                    <a:xfrm>
                      <a:off x="5443538" y="2962275"/>
                      <a:ext cx="1304925" cy="930275"/>
                    </a:xfrm>
                    <a:custGeom>
                      <a:avLst/>
                      <a:gdLst>
                        <a:gd name="connsiteX0" fmla="*/ 806015 w 1304925"/>
                        <a:gd name="connsiteY0" fmla="*/ 92633 h 930275"/>
                        <a:gd name="connsiteX1" fmla="*/ 945135 w 1304925"/>
                        <a:gd name="connsiteY1" fmla="*/ 125524 h 930275"/>
                        <a:gd name="connsiteX2" fmla="*/ 945848 w 1304925"/>
                        <a:gd name="connsiteY2" fmla="*/ 125524 h 930275"/>
                        <a:gd name="connsiteX3" fmla="*/ 946562 w 1304925"/>
                        <a:gd name="connsiteY3" fmla="*/ 125524 h 930275"/>
                        <a:gd name="connsiteX4" fmla="*/ 947989 w 1304925"/>
                        <a:gd name="connsiteY4" fmla="*/ 126239 h 930275"/>
                        <a:gd name="connsiteX5" fmla="*/ 949415 w 1304925"/>
                        <a:gd name="connsiteY5" fmla="*/ 126954 h 930275"/>
                        <a:gd name="connsiteX6" fmla="*/ 950129 w 1304925"/>
                        <a:gd name="connsiteY6" fmla="*/ 127669 h 930275"/>
                        <a:gd name="connsiteX7" fmla="*/ 950842 w 1304925"/>
                        <a:gd name="connsiteY7" fmla="*/ 127669 h 930275"/>
                        <a:gd name="connsiteX8" fmla="*/ 951556 w 1304925"/>
                        <a:gd name="connsiteY8" fmla="*/ 128384 h 930275"/>
                        <a:gd name="connsiteX9" fmla="*/ 952269 w 1304925"/>
                        <a:gd name="connsiteY9" fmla="*/ 129099 h 930275"/>
                        <a:gd name="connsiteX10" fmla="*/ 952983 w 1304925"/>
                        <a:gd name="connsiteY10" fmla="*/ 129099 h 930275"/>
                        <a:gd name="connsiteX11" fmla="*/ 952983 w 1304925"/>
                        <a:gd name="connsiteY11" fmla="*/ 129814 h 930275"/>
                        <a:gd name="connsiteX12" fmla="*/ 953696 w 1304925"/>
                        <a:gd name="connsiteY12" fmla="*/ 130529 h 930275"/>
                        <a:gd name="connsiteX13" fmla="*/ 954409 w 1304925"/>
                        <a:gd name="connsiteY13" fmla="*/ 131244 h 930275"/>
                        <a:gd name="connsiteX14" fmla="*/ 955123 w 1304925"/>
                        <a:gd name="connsiteY14" fmla="*/ 131959 h 930275"/>
                        <a:gd name="connsiteX15" fmla="*/ 955836 w 1304925"/>
                        <a:gd name="connsiteY15" fmla="*/ 133389 h 930275"/>
                        <a:gd name="connsiteX16" fmla="*/ 956550 w 1304925"/>
                        <a:gd name="connsiteY16" fmla="*/ 134819 h 930275"/>
                        <a:gd name="connsiteX17" fmla="*/ 956550 w 1304925"/>
                        <a:gd name="connsiteY17" fmla="*/ 135534 h 930275"/>
                        <a:gd name="connsiteX18" fmla="*/ 956550 w 1304925"/>
                        <a:gd name="connsiteY18" fmla="*/ 136249 h 930275"/>
                        <a:gd name="connsiteX19" fmla="*/ 957263 w 1304925"/>
                        <a:gd name="connsiteY19" fmla="*/ 136249 h 930275"/>
                        <a:gd name="connsiteX20" fmla="*/ 957263 w 1304925"/>
                        <a:gd name="connsiteY20" fmla="*/ 136965 h 930275"/>
                        <a:gd name="connsiteX21" fmla="*/ 957263 w 1304925"/>
                        <a:gd name="connsiteY21" fmla="*/ 137680 h 930275"/>
                        <a:gd name="connsiteX22" fmla="*/ 957263 w 1304925"/>
                        <a:gd name="connsiteY22" fmla="*/ 138395 h 930275"/>
                        <a:gd name="connsiteX23" fmla="*/ 957263 w 1304925"/>
                        <a:gd name="connsiteY23" fmla="*/ 139110 h 930275"/>
                        <a:gd name="connsiteX24" fmla="*/ 957263 w 1304925"/>
                        <a:gd name="connsiteY24" fmla="*/ 139825 h 930275"/>
                        <a:gd name="connsiteX25" fmla="*/ 957263 w 1304925"/>
                        <a:gd name="connsiteY25" fmla="*/ 140540 h 930275"/>
                        <a:gd name="connsiteX26" fmla="*/ 957263 w 1304925"/>
                        <a:gd name="connsiteY26" fmla="*/ 141255 h 930275"/>
                        <a:gd name="connsiteX27" fmla="*/ 957263 w 1304925"/>
                        <a:gd name="connsiteY27" fmla="*/ 141970 h 930275"/>
                        <a:gd name="connsiteX28" fmla="*/ 957263 w 1304925"/>
                        <a:gd name="connsiteY28" fmla="*/ 142685 h 930275"/>
                        <a:gd name="connsiteX29" fmla="*/ 957263 w 1304925"/>
                        <a:gd name="connsiteY29" fmla="*/ 143400 h 930275"/>
                        <a:gd name="connsiteX30" fmla="*/ 957263 w 1304925"/>
                        <a:gd name="connsiteY30" fmla="*/ 144115 h 930275"/>
                        <a:gd name="connsiteX31" fmla="*/ 957263 w 1304925"/>
                        <a:gd name="connsiteY31" fmla="*/ 144830 h 930275"/>
                        <a:gd name="connsiteX32" fmla="*/ 956550 w 1304925"/>
                        <a:gd name="connsiteY32" fmla="*/ 145545 h 930275"/>
                        <a:gd name="connsiteX33" fmla="*/ 956550 w 1304925"/>
                        <a:gd name="connsiteY33" fmla="*/ 146260 h 930275"/>
                        <a:gd name="connsiteX34" fmla="*/ 956550 w 1304925"/>
                        <a:gd name="connsiteY34" fmla="*/ 146975 h 930275"/>
                        <a:gd name="connsiteX35" fmla="*/ 955836 w 1304925"/>
                        <a:gd name="connsiteY35" fmla="*/ 146975 h 930275"/>
                        <a:gd name="connsiteX36" fmla="*/ 897335 w 1304925"/>
                        <a:gd name="connsiteY36" fmla="*/ 278539 h 930275"/>
                        <a:gd name="connsiteX37" fmla="*/ 883066 w 1304925"/>
                        <a:gd name="connsiteY37" fmla="*/ 287834 h 930275"/>
                        <a:gd name="connsiteX38" fmla="*/ 876645 w 1304925"/>
                        <a:gd name="connsiteY38" fmla="*/ 286404 h 930275"/>
                        <a:gd name="connsiteX39" fmla="*/ 868797 w 1304925"/>
                        <a:gd name="connsiteY39" fmla="*/ 265668 h 930275"/>
                        <a:gd name="connsiteX40" fmla="*/ 909463 w 1304925"/>
                        <a:gd name="connsiteY40" fmla="*/ 174146 h 930275"/>
                        <a:gd name="connsiteX41" fmla="*/ 199595 w 1304925"/>
                        <a:gd name="connsiteY41" fmla="*/ 528081 h 930275"/>
                        <a:gd name="connsiteX42" fmla="*/ 193175 w 1304925"/>
                        <a:gd name="connsiteY42" fmla="*/ 530226 h 930275"/>
                        <a:gd name="connsiteX43" fmla="*/ 178906 w 1304925"/>
                        <a:gd name="connsiteY43" fmla="*/ 520931 h 930275"/>
                        <a:gd name="connsiteX44" fmla="*/ 186040 w 1304925"/>
                        <a:gd name="connsiteY44" fmla="*/ 500195 h 930275"/>
                        <a:gd name="connsiteX45" fmla="*/ 895908 w 1304925"/>
                        <a:gd name="connsiteY45" fmla="*/ 146260 h 930275"/>
                        <a:gd name="connsiteX46" fmla="*/ 798881 w 1304925"/>
                        <a:gd name="connsiteY46" fmla="*/ 123379 h 930275"/>
                        <a:gd name="connsiteX47" fmla="*/ 787466 w 1304925"/>
                        <a:gd name="connsiteY47" fmla="*/ 104789 h 930275"/>
                        <a:gd name="connsiteX48" fmla="*/ 806015 w 1304925"/>
                        <a:gd name="connsiteY48" fmla="*/ 92633 h 930275"/>
                        <a:gd name="connsiteX49" fmla="*/ 31750 w 1304925"/>
                        <a:gd name="connsiteY49" fmla="*/ 31750 h 930275"/>
                        <a:gd name="connsiteX50" fmla="*/ 31750 w 1304925"/>
                        <a:gd name="connsiteY50" fmla="*/ 900113 h 930275"/>
                        <a:gd name="connsiteX51" fmla="*/ 1273175 w 1304925"/>
                        <a:gd name="connsiteY51" fmla="*/ 900113 h 930275"/>
                        <a:gd name="connsiteX52" fmla="*/ 1273175 w 1304925"/>
                        <a:gd name="connsiteY52" fmla="*/ 31750 h 930275"/>
                        <a:gd name="connsiteX53" fmla="*/ 31750 w 1304925"/>
                        <a:gd name="connsiteY53" fmla="*/ 31750 h 930275"/>
                        <a:gd name="connsiteX54" fmla="*/ 15722 w 1304925"/>
                        <a:gd name="connsiteY54" fmla="*/ 0 h 930275"/>
                        <a:gd name="connsiteX55" fmla="*/ 1289203 w 1304925"/>
                        <a:gd name="connsiteY55" fmla="*/ 0 h 930275"/>
                        <a:gd name="connsiteX56" fmla="*/ 1304925 w 1304925"/>
                        <a:gd name="connsiteY56" fmla="*/ 15695 h 930275"/>
                        <a:gd name="connsiteX57" fmla="*/ 1304925 w 1304925"/>
                        <a:gd name="connsiteY57" fmla="*/ 914580 h 930275"/>
                        <a:gd name="connsiteX58" fmla="*/ 1289203 w 1304925"/>
                        <a:gd name="connsiteY58" fmla="*/ 930275 h 930275"/>
                        <a:gd name="connsiteX59" fmla="*/ 15722 w 1304925"/>
                        <a:gd name="connsiteY59" fmla="*/ 930275 h 930275"/>
                        <a:gd name="connsiteX60" fmla="*/ 0 w 1304925"/>
                        <a:gd name="connsiteY60" fmla="*/ 914580 h 930275"/>
                        <a:gd name="connsiteX61" fmla="*/ 0 w 1304925"/>
                        <a:gd name="connsiteY61" fmla="*/ 15695 h 930275"/>
                        <a:gd name="connsiteX62" fmla="*/ 15722 w 1304925"/>
                        <a:gd name="connsiteY62"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04925" h="930275">
                          <a:moveTo>
                            <a:pt x="806015" y="92633"/>
                          </a:moveTo>
                          <a:cubicBezTo>
                            <a:pt x="806015" y="92633"/>
                            <a:pt x="806015" y="92633"/>
                            <a:pt x="945135" y="125524"/>
                          </a:cubicBezTo>
                          <a:cubicBezTo>
                            <a:pt x="945135" y="125524"/>
                            <a:pt x="945135" y="125524"/>
                            <a:pt x="945848" y="125524"/>
                          </a:cubicBezTo>
                          <a:cubicBezTo>
                            <a:pt x="945848" y="125524"/>
                            <a:pt x="945848" y="125524"/>
                            <a:pt x="946562" y="125524"/>
                          </a:cubicBezTo>
                          <a:cubicBezTo>
                            <a:pt x="947275" y="125524"/>
                            <a:pt x="947275" y="126239"/>
                            <a:pt x="947989" y="126239"/>
                          </a:cubicBezTo>
                          <a:cubicBezTo>
                            <a:pt x="948702" y="126239"/>
                            <a:pt x="948702" y="126954"/>
                            <a:pt x="949415" y="126954"/>
                          </a:cubicBezTo>
                          <a:cubicBezTo>
                            <a:pt x="950129" y="126954"/>
                            <a:pt x="950129" y="127669"/>
                            <a:pt x="950129" y="127669"/>
                          </a:cubicBezTo>
                          <a:cubicBezTo>
                            <a:pt x="950842" y="127669"/>
                            <a:pt x="950842" y="127669"/>
                            <a:pt x="950842" y="127669"/>
                          </a:cubicBezTo>
                          <a:cubicBezTo>
                            <a:pt x="950842" y="128384"/>
                            <a:pt x="951556" y="128384"/>
                            <a:pt x="951556" y="128384"/>
                          </a:cubicBezTo>
                          <a:cubicBezTo>
                            <a:pt x="951556" y="128384"/>
                            <a:pt x="952269" y="128384"/>
                            <a:pt x="952269" y="129099"/>
                          </a:cubicBezTo>
                          <a:cubicBezTo>
                            <a:pt x="952269" y="129099"/>
                            <a:pt x="952269" y="129099"/>
                            <a:pt x="952983" y="129099"/>
                          </a:cubicBezTo>
                          <a:cubicBezTo>
                            <a:pt x="952983" y="129814"/>
                            <a:pt x="952983" y="129814"/>
                            <a:pt x="952983" y="129814"/>
                          </a:cubicBezTo>
                          <a:cubicBezTo>
                            <a:pt x="953696" y="130529"/>
                            <a:pt x="953696" y="130529"/>
                            <a:pt x="953696" y="130529"/>
                          </a:cubicBezTo>
                          <a:cubicBezTo>
                            <a:pt x="953696" y="130529"/>
                            <a:pt x="953696" y="130529"/>
                            <a:pt x="954409" y="131244"/>
                          </a:cubicBezTo>
                          <a:cubicBezTo>
                            <a:pt x="954409" y="131959"/>
                            <a:pt x="954409" y="131959"/>
                            <a:pt x="955123" y="131959"/>
                          </a:cubicBezTo>
                          <a:cubicBezTo>
                            <a:pt x="955123" y="132674"/>
                            <a:pt x="955123" y="132674"/>
                            <a:pt x="955836" y="133389"/>
                          </a:cubicBezTo>
                          <a:cubicBezTo>
                            <a:pt x="955836" y="134104"/>
                            <a:pt x="956550" y="134819"/>
                            <a:pt x="956550" y="134819"/>
                          </a:cubicBezTo>
                          <a:cubicBezTo>
                            <a:pt x="956550" y="135534"/>
                            <a:pt x="956550" y="135534"/>
                            <a:pt x="956550" y="135534"/>
                          </a:cubicBezTo>
                          <a:cubicBezTo>
                            <a:pt x="956550" y="135534"/>
                            <a:pt x="956550" y="135534"/>
                            <a:pt x="956550" y="136249"/>
                          </a:cubicBezTo>
                          <a:cubicBezTo>
                            <a:pt x="956550" y="136249"/>
                            <a:pt x="956550" y="136249"/>
                            <a:pt x="957263" y="136249"/>
                          </a:cubicBezTo>
                          <a:cubicBezTo>
                            <a:pt x="957263" y="136965"/>
                            <a:pt x="957263" y="136965"/>
                            <a:pt x="957263" y="136965"/>
                          </a:cubicBezTo>
                          <a:cubicBezTo>
                            <a:pt x="957263" y="136965"/>
                            <a:pt x="957263" y="136965"/>
                            <a:pt x="957263" y="137680"/>
                          </a:cubicBezTo>
                          <a:cubicBezTo>
                            <a:pt x="957263" y="137680"/>
                            <a:pt x="957263" y="137680"/>
                            <a:pt x="957263" y="138395"/>
                          </a:cubicBezTo>
                          <a:cubicBezTo>
                            <a:pt x="957263" y="138395"/>
                            <a:pt x="957263" y="138395"/>
                            <a:pt x="957263" y="139110"/>
                          </a:cubicBezTo>
                          <a:cubicBezTo>
                            <a:pt x="957263" y="139110"/>
                            <a:pt x="957263" y="139110"/>
                            <a:pt x="957263" y="139825"/>
                          </a:cubicBezTo>
                          <a:cubicBezTo>
                            <a:pt x="957263" y="139825"/>
                            <a:pt x="957263" y="139825"/>
                            <a:pt x="957263" y="140540"/>
                          </a:cubicBezTo>
                          <a:cubicBezTo>
                            <a:pt x="957263" y="140540"/>
                            <a:pt x="957263" y="140540"/>
                            <a:pt x="957263" y="141255"/>
                          </a:cubicBezTo>
                          <a:cubicBezTo>
                            <a:pt x="957263" y="141255"/>
                            <a:pt x="957263" y="141255"/>
                            <a:pt x="957263" y="141970"/>
                          </a:cubicBezTo>
                          <a:cubicBezTo>
                            <a:pt x="957263" y="141970"/>
                            <a:pt x="957263" y="141970"/>
                            <a:pt x="957263" y="142685"/>
                          </a:cubicBezTo>
                          <a:cubicBezTo>
                            <a:pt x="957263" y="142685"/>
                            <a:pt x="957263" y="142685"/>
                            <a:pt x="957263" y="143400"/>
                          </a:cubicBezTo>
                          <a:cubicBezTo>
                            <a:pt x="957263" y="143400"/>
                            <a:pt x="957263" y="143400"/>
                            <a:pt x="957263" y="144115"/>
                          </a:cubicBezTo>
                          <a:cubicBezTo>
                            <a:pt x="957263" y="144115"/>
                            <a:pt x="957263" y="144115"/>
                            <a:pt x="957263" y="144830"/>
                          </a:cubicBezTo>
                          <a:cubicBezTo>
                            <a:pt x="956550" y="144830"/>
                            <a:pt x="956550" y="145545"/>
                            <a:pt x="956550" y="145545"/>
                          </a:cubicBezTo>
                          <a:cubicBezTo>
                            <a:pt x="956550" y="146260"/>
                            <a:pt x="956550" y="146260"/>
                            <a:pt x="956550" y="146260"/>
                          </a:cubicBezTo>
                          <a:cubicBezTo>
                            <a:pt x="956550" y="146975"/>
                            <a:pt x="956550" y="146975"/>
                            <a:pt x="956550" y="146975"/>
                          </a:cubicBezTo>
                          <a:cubicBezTo>
                            <a:pt x="956550" y="146975"/>
                            <a:pt x="956550" y="146975"/>
                            <a:pt x="955836" y="146975"/>
                          </a:cubicBezTo>
                          <a:cubicBezTo>
                            <a:pt x="955836" y="146975"/>
                            <a:pt x="955836" y="146975"/>
                            <a:pt x="897335" y="278539"/>
                          </a:cubicBezTo>
                          <a:cubicBezTo>
                            <a:pt x="895194" y="284259"/>
                            <a:pt x="889487" y="287834"/>
                            <a:pt x="883066" y="287834"/>
                          </a:cubicBezTo>
                          <a:cubicBezTo>
                            <a:pt x="880926" y="287834"/>
                            <a:pt x="878785" y="287119"/>
                            <a:pt x="876645" y="286404"/>
                          </a:cubicBezTo>
                          <a:cubicBezTo>
                            <a:pt x="868797" y="282829"/>
                            <a:pt x="865230" y="273534"/>
                            <a:pt x="868797" y="265668"/>
                          </a:cubicBezTo>
                          <a:cubicBezTo>
                            <a:pt x="868797" y="265668"/>
                            <a:pt x="868797" y="265668"/>
                            <a:pt x="909463" y="174146"/>
                          </a:cubicBezTo>
                          <a:cubicBezTo>
                            <a:pt x="909463" y="174146"/>
                            <a:pt x="909463" y="174146"/>
                            <a:pt x="199595" y="528081"/>
                          </a:cubicBezTo>
                          <a:cubicBezTo>
                            <a:pt x="197455" y="529511"/>
                            <a:pt x="195315" y="530226"/>
                            <a:pt x="193175" y="530226"/>
                          </a:cubicBezTo>
                          <a:cubicBezTo>
                            <a:pt x="186754" y="530226"/>
                            <a:pt x="181760" y="526651"/>
                            <a:pt x="178906" y="520931"/>
                          </a:cubicBezTo>
                          <a:cubicBezTo>
                            <a:pt x="174625" y="513066"/>
                            <a:pt x="178192" y="503770"/>
                            <a:pt x="186040" y="500195"/>
                          </a:cubicBezTo>
                          <a:cubicBezTo>
                            <a:pt x="186040" y="500195"/>
                            <a:pt x="186040" y="500195"/>
                            <a:pt x="895908" y="146260"/>
                          </a:cubicBezTo>
                          <a:cubicBezTo>
                            <a:pt x="895908" y="146260"/>
                            <a:pt x="895908" y="146260"/>
                            <a:pt x="798881" y="123379"/>
                          </a:cubicBezTo>
                          <a:cubicBezTo>
                            <a:pt x="791033" y="121234"/>
                            <a:pt x="785325" y="112654"/>
                            <a:pt x="787466" y="104789"/>
                          </a:cubicBezTo>
                          <a:cubicBezTo>
                            <a:pt x="789606" y="96208"/>
                            <a:pt x="798167" y="90488"/>
                            <a:pt x="806015" y="92633"/>
                          </a:cubicBezTo>
                          <a:close/>
                          <a:moveTo>
                            <a:pt x="31750" y="31750"/>
                          </a:moveTo>
                          <a:cubicBezTo>
                            <a:pt x="31750" y="900113"/>
                            <a:pt x="31750" y="900113"/>
                            <a:pt x="31750" y="900113"/>
                          </a:cubicBezTo>
                          <a:cubicBezTo>
                            <a:pt x="1273175" y="900113"/>
                            <a:pt x="1273175" y="900113"/>
                            <a:pt x="1273175" y="900113"/>
                          </a:cubicBezTo>
                          <a:cubicBezTo>
                            <a:pt x="1273175" y="31750"/>
                            <a:pt x="1273175" y="31750"/>
                            <a:pt x="1273175" y="31750"/>
                          </a:cubicBezTo>
                          <a:cubicBezTo>
                            <a:pt x="31750" y="31750"/>
                            <a:pt x="31750" y="31750"/>
                            <a:pt x="31750" y="31750"/>
                          </a:cubicBezTo>
                          <a:close/>
                          <a:moveTo>
                            <a:pt x="15722" y="0"/>
                          </a:moveTo>
                          <a:cubicBezTo>
                            <a:pt x="15722" y="0"/>
                            <a:pt x="15722" y="0"/>
                            <a:pt x="1289203" y="0"/>
                          </a:cubicBezTo>
                          <a:cubicBezTo>
                            <a:pt x="1297779" y="0"/>
                            <a:pt x="1304925" y="6421"/>
                            <a:pt x="1304925" y="15695"/>
                          </a:cubicBezTo>
                          <a:cubicBezTo>
                            <a:pt x="1304925" y="15695"/>
                            <a:pt x="1304925" y="15695"/>
                            <a:pt x="1304925" y="914580"/>
                          </a:cubicBezTo>
                          <a:cubicBezTo>
                            <a:pt x="1304925" y="923855"/>
                            <a:pt x="1297779" y="930275"/>
                            <a:pt x="1289203" y="930275"/>
                          </a:cubicBezTo>
                          <a:cubicBezTo>
                            <a:pt x="1289203" y="930275"/>
                            <a:pt x="1289203" y="930275"/>
                            <a:pt x="15722" y="930275"/>
                          </a:cubicBezTo>
                          <a:cubicBezTo>
                            <a:pt x="7147" y="930275"/>
                            <a:pt x="0" y="923855"/>
                            <a:pt x="0" y="914580"/>
                          </a:cubicBezTo>
                          <a:cubicBezTo>
                            <a:pt x="0" y="914580"/>
                            <a:pt x="0" y="914580"/>
                            <a:pt x="0" y="15695"/>
                          </a:cubicBezTo>
                          <a:cubicBezTo>
                            <a:pt x="0" y="6421"/>
                            <a:pt x="7147" y="0"/>
                            <a:pt x="1572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37" name="Freeform 16">
                      <a:extLst>
                        <a:ext uri="{FF2B5EF4-FFF2-40B4-BE49-F238E27FC236}">
                          <a16:creationId xmlns:a16="http://schemas.microsoft.com/office/drawing/2014/main" id="{4254FCE2-F8A6-B8DB-45BB-D3045024A7C9}"/>
                        </a:ext>
                      </a:extLst>
                    </p:cNvPr>
                    <p:cNvSpPr>
                      <a:spLocks/>
                    </p:cNvSpPr>
                    <p:nvPr/>
                  </p:nvSpPr>
                  <p:spPr bwMode="auto">
                    <a:xfrm>
                      <a:off x="5508625" y="3178175"/>
                      <a:ext cx="1174751" cy="654051"/>
                    </a:xfrm>
                    <a:custGeom>
                      <a:avLst/>
                      <a:gdLst>
                        <a:gd name="connsiteX0" fmla="*/ 14944 w 1174751"/>
                        <a:gd name="connsiteY0" fmla="*/ 555625 h 654051"/>
                        <a:gd name="connsiteX1" fmla="*/ 252632 w 1174751"/>
                        <a:gd name="connsiteY1" fmla="*/ 555625 h 654051"/>
                        <a:gd name="connsiteX2" fmla="*/ 268288 w 1174751"/>
                        <a:gd name="connsiteY2" fmla="*/ 571316 h 654051"/>
                        <a:gd name="connsiteX3" fmla="*/ 268288 w 1174751"/>
                        <a:gd name="connsiteY3" fmla="*/ 638359 h 654051"/>
                        <a:gd name="connsiteX4" fmla="*/ 252632 w 1174751"/>
                        <a:gd name="connsiteY4" fmla="*/ 654050 h 654051"/>
                        <a:gd name="connsiteX5" fmla="*/ 14944 w 1174751"/>
                        <a:gd name="connsiteY5" fmla="*/ 654050 h 654051"/>
                        <a:gd name="connsiteX6" fmla="*/ 0 w 1174751"/>
                        <a:gd name="connsiteY6" fmla="*/ 638359 h 654051"/>
                        <a:gd name="connsiteX7" fmla="*/ 0 w 1174751"/>
                        <a:gd name="connsiteY7" fmla="*/ 571316 h 654051"/>
                        <a:gd name="connsiteX8" fmla="*/ 14944 w 1174751"/>
                        <a:gd name="connsiteY8" fmla="*/ 555625 h 654051"/>
                        <a:gd name="connsiteX9" fmla="*/ 317332 w 1174751"/>
                        <a:gd name="connsiteY9" fmla="*/ 373063 h 654051"/>
                        <a:gd name="connsiteX10" fmla="*/ 555793 w 1174751"/>
                        <a:gd name="connsiteY10" fmla="*/ 373063 h 654051"/>
                        <a:gd name="connsiteX11" fmla="*/ 571500 w 1174751"/>
                        <a:gd name="connsiteY11" fmla="*/ 389550 h 654051"/>
                        <a:gd name="connsiteX12" fmla="*/ 571500 w 1174751"/>
                        <a:gd name="connsiteY12" fmla="*/ 638281 h 654051"/>
                        <a:gd name="connsiteX13" fmla="*/ 555793 w 1174751"/>
                        <a:gd name="connsiteY13" fmla="*/ 654051 h 654051"/>
                        <a:gd name="connsiteX14" fmla="*/ 317332 w 1174751"/>
                        <a:gd name="connsiteY14" fmla="*/ 654051 h 654051"/>
                        <a:gd name="connsiteX15" fmla="*/ 301625 w 1174751"/>
                        <a:gd name="connsiteY15" fmla="*/ 638281 h 654051"/>
                        <a:gd name="connsiteX16" fmla="*/ 301625 w 1174751"/>
                        <a:gd name="connsiteY16" fmla="*/ 389550 h 654051"/>
                        <a:gd name="connsiteX17" fmla="*/ 317332 w 1174751"/>
                        <a:gd name="connsiteY17" fmla="*/ 373063 h 654051"/>
                        <a:gd name="connsiteX18" fmla="*/ 618957 w 1174751"/>
                        <a:gd name="connsiteY18" fmla="*/ 182563 h 654051"/>
                        <a:gd name="connsiteX19" fmla="*/ 857418 w 1174751"/>
                        <a:gd name="connsiteY19" fmla="*/ 182563 h 654051"/>
                        <a:gd name="connsiteX20" fmla="*/ 873125 w 1174751"/>
                        <a:gd name="connsiteY20" fmla="*/ 198303 h 654051"/>
                        <a:gd name="connsiteX21" fmla="*/ 873125 w 1174751"/>
                        <a:gd name="connsiteY21" fmla="*/ 638311 h 654051"/>
                        <a:gd name="connsiteX22" fmla="*/ 857418 w 1174751"/>
                        <a:gd name="connsiteY22" fmla="*/ 654051 h 654051"/>
                        <a:gd name="connsiteX23" fmla="*/ 618957 w 1174751"/>
                        <a:gd name="connsiteY23" fmla="*/ 654051 h 654051"/>
                        <a:gd name="connsiteX24" fmla="*/ 603250 w 1174751"/>
                        <a:gd name="connsiteY24" fmla="*/ 638311 h 654051"/>
                        <a:gd name="connsiteX25" fmla="*/ 603250 w 1174751"/>
                        <a:gd name="connsiteY25" fmla="*/ 198303 h 654051"/>
                        <a:gd name="connsiteX26" fmla="*/ 618957 w 1174751"/>
                        <a:gd name="connsiteY26" fmla="*/ 182563 h 654051"/>
                        <a:gd name="connsiteX27" fmla="*/ 922203 w 1174751"/>
                        <a:gd name="connsiteY27" fmla="*/ 0 h 654051"/>
                        <a:gd name="connsiteX28" fmla="*/ 1159727 w 1174751"/>
                        <a:gd name="connsiteY28" fmla="*/ 0 h 654051"/>
                        <a:gd name="connsiteX29" fmla="*/ 1174751 w 1174751"/>
                        <a:gd name="connsiteY29" fmla="*/ 15726 h 654051"/>
                        <a:gd name="connsiteX30" fmla="*/ 1174751 w 1174751"/>
                        <a:gd name="connsiteY30" fmla="*/ 638324 h 654051"/>
                        <a:gd name="connsiteX31" fmla="*/ 1159727 w 1174751"/>
                        <a:gd name="connsiteY31" fmla="*/ 654050 h 654051"/>
                        <a:gd name="connsiteX32" fmla="*/ 922203 w 1174751"/>
                        <a:gd name="connsiteY32" fmla="*/ 654050 h 654051"/>
                        <a:gd name="connsiteX33" fmla="*/ 906463 w 1174751"/>
                        <a:gd name="connsiteY33" fmla="*/ 638324 h 654051"/>
                        <a:gd name="connsiteX34" fmla="*/ 906463 w 1174751"/>
                        <a:gd name="connsiteY34" fmla="*/ 15726 h 654051"/>
                        <a:gd name="connsiteX35" fmla="*/ 922203 w 1174751"/>
                        <a:gd name="connsiteY35" fmla="*/ 0 h 65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74751" h="654051">
                          <a:moveTo>
                            <a:pt x="14944" y="555625"/>
                          </a:moveTo>
                          <a:cubicBezTo>
                            <a:pt x="14944" y="555625"/>
                            <a:pt x="14944" y="555625"/>
                            <a:pt x="252632" y="555625"/>
                          </a:cubicBezTo>
                          <a:cubicBezTo>
                            <a:pt x="261171" y="555625"/>
                            <a:pt x="268288" y="562757"/>
                            <a:pt x="268288" y="571316"/>
                          </a:cubicBezTo>
                          <a:cubicBezTo>
                            <a:pt x="268288" y="571316"/>
                            <a:pt x="268288" y="571316"/>
                            <a:pt x="268288" y="638359"/>
                          </a:cubicBezTo>
                          <a:cubicBezTo>
                            <a:pt x="268288" y="647631"/>
                            <a:pt x="261171" y="654050"/>
                            <a:pt x="252632" y="654050"/>
                          </a:cubicBezTo>
                          <a:cubicBezTo>
                            <a:pt x="252632" y="654050"/>
                            <a:pt x="252632" y="654050"/>
                            <a:pt x="14944" y="654050"/>
                          </a:cubicBezTo>
                          <a:cubicBezTo>
                            <a:pt x="7116" y="654050"/>
                            <a:pt x="0" y="647631"/>
                            <a:pt x="0" y="638359"/>
                          </a:cubicBezTo>
                          <a:cubicBezTo>
                            <a:pt x="0" y="638359"/>
                            <a:pt x="0" y="638359"/>
                            <a:pt x="0" y="571316"/>
                          </a:cubicBezTo>
                          <a:cubicBezTo>
                            <a:pt x="0" y="562757"/>
                            <a:pt x="7116" y="555625"/>
                            <a:pt x="14944" y="555625"/>
                          </a:cubicBezTo>
                          <a:close/>
                          <a:moveTo>
                            <a:pt x="317332" y="373063"/>
                          </a:moveTo>
                          <a:cubicBezTo>
                            <a:pt x="317332" y="373063"/>
                            <a:pt x="317332" y="373063"/>
                            <a:pt x="555793" y="373063"/>
                          </a:cubicBezTo>
                          <a:cubicBezTo>
                            <a:pt x="564360" y="373063"/>
                            <a:pt x="571500" y="379514"/>
                            <a:pt x="571500" y="389550"/>
                          </a:cubicBezTo>
                          <a:cubicBezTo>
                            <a:pt x="571500" y="389550"/>
                            <a:pt x="571500" y="389550"/>
                            <a:pt x="571500" y="638281"/>
                          </a:cubicBezTo>
                          <a:cubicBezTo>
                            <a:pt x="571500" y="647600"/>
                            <a:pt x="564360" y="654051"/>
                            <a:pt x="555793" y="654051"/>
                          </a:cubicBezTo>
                          <a:cubicBezTo>
                            <a:pt x="555793" y="654051"/>
                            <a:pt x="555793" y="654051"/>
                            <a:pt x="317332" y="654051"/>
                          </a:cubicBezTo>
                          <a:cubicBezTo>
                            <a:pt x="308050" y="654051"/>
                            <a:pt x="301625" y="647600"/>
                            <a:pt x="301625" y="638281"/>
                          </a:cubicBezTo>
                          <a:cubicBezTo>
                            <a:pt x="301625" y="638281"/>
                            <a:pt x="301625" y="638281"/>
                            <a:pt x="301625" y="389550"/>
                          </a:cubicBezTo>
                          <a:cubicBezTo>
                            <a:pt x="301625" y="379514"/>
                            <a:pt x="308050" y="373063"/>
                            <a:pt x="317332" y="373063"/>
                          </a:cubicBezTo>
                          <a:close/>
                          <a:moveTo>
                            <a:pt x="618957" y="182563"/>
                          </a:moveTo>
                          <a:cubicBezTo>
                            <a:pt x="618957" y="182563"/>
                            <a:pt x="618957" y="182563"/>
                            <a:pt x="857418" y="182563"/>
                          </a:cubicBezTo>
                          <a:cubicBezTo>
                            <a:pt x="866699" y="182563"/>
                            <a:pt x="873125" y="189718"/>
                            <a:pt x="873125" y="198303"/>
                          </a:cubicBezTo>
                          <a:cubicBezTo>
                            <a:pt x="873125" y="198303"/>
                            <a:pt x="873125" y="198303"/>
                            <a:pt x="873125" y="638311"/>
                          </a:cubicBezTo>
                          <a:cubicBezTo>
                            <a:pt x="873125" y="647612"/>
                            <a:pt x="866699" y="654051"/>
                            <a:pt x="857418" y="654051"/>
                          </a:cubicBezTo>
                          <a:cubicBezTo>
                            <a:pt x="857418" y="654051"/>
                            <a:pt x="857418" y="654051"/>
                            <a:pt x="618957" y="654051"/>
                          </a:cubicBezTo>
                          <a:cubicBezTo>
                            <a:pt x="610389" y="654051"/>
                            <a:pt x="603250" y="647612"/>
                            <a:pt x="603250" y="638311"/>
                          </a:cubicBezTo>
                          <a:cubicBezTo>
                            <a:pt x="603250" y="638311"/>
                            <a:pt x="603250" y="638311"/>
                            <a:pt x="603250" y="198303"/>
                          </a:cubicBezTo>
                          <a:cubicBezTo>
                            <a:pt x="603250" y="189718"/>
                            <a:pt x="610389" y="182563"/>
                            <a:pt x="618957" y="182563"/>
                          </a:cubicBezTo>
                          <a:close/>
                          <a:moveTo>
                            <a:pt x="922203" y="0"/>
                          </a:moveTo>
                          <a:cubicBezTo>
                            <a:pt x="922203" y="0"/>
                            <a:pt x="922203" y="0"/>
                            <a:pt x="1159727" y="0"/>
                          </a:cubicBezTo>
                          <a:cubicBezTo>
                            <a:pt x="1168312" y="0"/>
                            <a:pt x="1174751" y="7148"/>
                            <a:pt x="1174751" y="15726"/>
                          </a:cubicBezTo>
                          <a:cubicBezTo>
                            <a:pt x="1174751" y="15726"/>
                            <a:pt x="1174751" y="15726"/>
                            <a:pt x="1174751" y="638324"/>
                          </a:cubicBezTo>
                          <a:cubicBezTo>
                            <a:pt x="1174751" y="647617"/>
                            <a:pt x="1168312" y="654050"/>
                            <a:pt x="1159727" y="654050"/>
                          </a:cubicBezTo>
                          <a:cubicBezTo>
                            <a:pt x="1159727" y="654050"/>
                            <a:pt x="1159727" y="654050"/>
                            <a:pt x="922203" y="654050"/>
                          </a:cubicBezTo>
                          <a:cubicBezTo>
                            <a:pt x="912902" y="654050"/>
                            <a:pt x="906463" y="647617"/>
                            <a:pt x="906463" y="638324"/>
                          </a:cubicBezTo>
                          <a:cubicBezTo>
                            <a:pt x="906463" y="638324"/>
                            <a:pt x="906463" y="638324"/>
                            <a:pt x="906463" y="15726"/>
                          </a:cubicBezTo>
                          <a:cubicBezTo>
                            <a:pt x="906463" y="7148"/>
                            <a:pt x="912902" y="0"/>
                            <a:pt x="922203"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grpSp>
          <p:nvGrpSpPr>
            <p:cNvPr id="162" name="Grupo 161">
              <a:extLst>
                <a:ext uri="{FF2B5EF4-FFF2-40B4-BE49-F238E27FC236}">
                  <a16:creationId xmlns:a16="http://schemas.microsoft.com/office/drawing/2014/main" id="{E0071941-BB55-8F69-617B-941942A8B1FA}"/>
                </a:ext>
              </a:extLst>
            </p:cNvPr>
            <p:cNvGrpSpPr/>
            <p:nvPr/>
          </p:nvGrpSpPr>
          <p:grpSpPr>
            <a:xfrm>
              <a:off x="2377817" y="1494503"/>
              <a:ext cx="972001" cy="1122694"/>
              <a:chOff x="1749651" y="1669461"/>
              <a:chExt cx="1047298" cy="1122694"/>
            </a:xfrm>
          </p:grpSpPr>
          <p:sp>
            <p:nvSpPr>
              <p:cNvPr id="209" name="Rectangle: Rounded Corners 208">
                <a:extLst>
                  <a:ext uri="{FF2B5EF4-FFF2-40B4-BE49-F238E27FC236}">
                    <a16:creationId xmlns:a16="http://schemas.microsoft.com/office/drawing/2014/main" id="{96038563-6B7D-CE2C-0577-EBEB54AFEC27}"/>
                  </a:ext>
                </a:extLst>
              </p:cNvPr>
              <p:cNvSpPr/>
              <p:nvPr/>
            </p:nvSpPr>
            <p:spPr>
              <a:xfrm>
                <a:off x="181461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Requisitos Legales y Compromisos</a:t>
                </a:r>
              </a:p>
            </p:txBody>
          </p:sp>
          <p:sp>
            <p:nvSpPr>
              <p:cNvPr id="224" name="Oval 20">
                <a:extLst>
                  <a:ext uri="{FF2B5EF4-FFF2-40B4-BE49-F238E27FC236}">
                    <a16:creationId xmlns:a16="http://schemas.microsoft.com/office/drawing/2014/main" id="{8153A7FD-9B86-CF85-A441-7806BB938DE6}"/>
                  </a:ext>
                </a:extLst>
              </p:cNvPr>
              <p:cNvSpPr>
                <a:spLocks noChangeAspect="1" noChangeArrowheads="1"/>
              </p:cNvSpPr>
              <p:nvPr/>
            </p:nvSpPr>
            <p:spPr bwMode="auto">
              <a:xfrm>
                <a:off x="17496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5</a:t>
                </a:r>
              </a:p>
            </p:txBody>
          </p:sp>
          <p:grpSp>
            <p:nvGrpSpPr>
              <p:cNvPr id="238" name="bcgIcons_Regulatory ">
                <a:extLst>
                  <a:ext uri="{FF2B5EF4-FFF2-40B4-BE49-F238E27FC236}">
                    <a16:creationId xmlns:a16="http://schemas.microsoft.com/office/drawing/2014/main" id="{B2D7297D-03B3-1BE1-ED78-87C359DF7B26}"/>
                  </a:ext>
                </a:extLst>
              </p:cNvPr>
              <p:cNvGrpSpPr>
                <a:grpSpLocks noChangeAspect="1"/>
              </p:cNvGrpSpPr>
              <p:nvPr/>
            </p:nvGrpSpPr>
            <p:grpSpPr>
              <a:xfrm>
                <a:off x="2096552" y="1827711"/>
                <a:ext cx="418454" cy="418454"/>
                <a:chOff x="5273675" y="2606675"/>
                <a:chExt cx="1644650" cy="1644650"/>
              </a:xfrm>
            </p:grpSpPr>
            <p:sp>
              <p:nvSpPr>
                <p:cNvPr id="239" name="AutoShape 3">
                  <a:extLst>
                    <a:ext uri="{FF2B5EF4-FFF2-40B4-BE49-F238E27FC236}">
                      <a16:creationId xmlns:a16="http://schemas.microsoft.com/office/drawing/2014/main" id="{EDDAF80F-9C4B-135A-051A-DFBFF06D134F}"/>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40" name="Group 239">
                  <a:extLst>
                    <a:ext uri="{FF2B5EF4-FFF2-40B4-BE49-F238E27FC236}">
                      <a16:creationId xmlns:a16="http://schemas.microsoft.com/office/drawing/2014/main" id="{FC94036D-601E-1C18-B747-926761F05325}"/>
                    </a:ext>
                  </a:extLst>
                </p:cNvPr>
                <p:cNvGrpSpPr>
                  <a:grpSpLocks/>
                </p:cNvGrpSpPr>
                <p:nvPr/>
              </p:nvGrpSpPr>
              <p:grpSpPr>
                <a:xfrm>
                  <a:off x="5648325" y="2778124"/>
                  <a:ext cx="896938" cy="1304927"/>
                  <a:chOff x="5648325" y="2778124"/>
                  <a:chExt cx="896938" cy="1304927"/>
                </a:xfrm>
              </p:grpSpPr>
              <p:sp>
                <p:nvSpPr>
                  <p:cNvPr id="241" name="Freeform 21">
                    <a:extLst>
                      <a:ext uri="{FF2B5EF4-FFF2-40B4-BE49-F238E27FC236}">
                        <a16:creationId xmlns:a16="http://schemas.microsoft.com/office/drawing/2014/main" id="{D8FFCB4F-07D9-7BF5-CB56-6BAADA78A3C1}"/>
                      </a:ext>
                    </a:extLst>
                  </p:cNvPr>
                  <p:cNvSpPr>
                    <a:spLocks/>
                  </p:cNvSpPr>
                  <p:nvPr/>
                </p:nvSpPr>
                <p:spPr bwMode="auto">
                  <a:xfrm>
                    <a:off x="5648325" y="2890838"/>
                    <a:ext cx="896938" cy="1192213"/>
                  </a:xfrm>
                  <a:custGeom>
                    <a:avLst/>
                    <a:gdLst>
                      <a:gd name="connsiteX0" fmla="*/ 319134 w 896938"/>
                      <a:gd name="connsiteY0" fmla="*/ 817629 h 1192213"/>
                      <a:gd name="connsiteX1" fmla="*/ 341244 w 896938"/>
                      <a:gd name="connsiteY1" fmla="*/ 817629 h 1192213"/>
                      <a:gd name="connsiteX2" fmla="*/ 341244 w 896938"/>
                      <a:gd name="connsiteY2" fmla="*/ 839730 h 1192213"/>
                      <a:gd name="connsiteX3" fmla="*/ 310575 w 896938"/>
                      <a:gd name="connsiteY3" fmla="*/ 870387 h 1192213"/>
                      <a:gd name="connsiteX4" fmla="*/ 279193 w 896938"/>
                      <a:gd name="connsiteY4" fmla="*/ 901757 h 1192213"/>
                      <a:gd name="connsiteX5" fmla="*/ 255657 w 896938"/>
                      <a:gd name="connsiteY5" fmla="*/ 925997 h 1192213"/>
                      <a:gd name="connsiteX6" fmla="*/ 244245 w 896938"/>
                      <a:gd name="connsiteY6" fmla="*/ 930275 h 1192213"/>
                      <a:gd name="connsiteX7" fmla="*/ 232834 w 896938"/>
                      <a:gd name="connsiteY7" fmla="*/ 925997 h 1192213"/>
                      <a:gd name="connsiteX8" fmla="*/ 205731 w 896938"/>
                      <a:gd name="connsiteY8" fmla="*/ 898192 h 1192213"/>
                      <a:gd name="connsiteX9" fmla="*/ 205731 w 896938"/>
                      <a:gd name="connsiteY9" fmla="*/ 876091 h 1192213"/>
                      <a:gd name="connsiteX10" fmla="*/ 227841 w 896938"/>
                      <a:gd name="connsiteY10" fmla="*/ 876091 h 1192213"/>
                      <a:gd name="connsiteX11" fmla="*/ 244245 w 896938"/>
                      <a:gd name="connsiteY11" fmla="*/ 892489 h 1192213"/>
                      <a:gd name="connsiteX12" fmla="*/ 277767 w 896938"/>
                      <a:gd name="connsiteY12" fmla="*/ 858980 h 1192213"/>
                      <a:gd name="connsiteX13" fmla="*/ 305583 w 896938"/>
                      <a:gd name="connsiteY13" fmla="*/ 831175 h 1192213"/>
                      <a:gd name="connsiteX14" fmla="*/ 319134 w 896938"/>
                      <a:gd name="connsiteY14" fmla="*/ 817629 h 1192213"/>
                      <a:gd name="connsiteX15" fmla="*/ 15686 w 896938"/>
                      <a:gd name="connsiteY15" fmla="*/ 0 h 1192213"/>
                      <a:gd name="connsiteX16" fmla="*/ 272361 w 896938"/>
                      <a:gd name="connsiteY16" fmla="*/ 0 h 1192213"/>
                      <a:gd name="connsiteX17" fmla="*/ 272361 w 896938"/>
                      <a:gd name="connsiteY17" fmla="*/ 31412 h 1192213"/>
                      <a:gd name="connsiteX18" fmla="*/ 31372 w 896938"/>
                      <a:gd name="connsiteY18" fmla="*/ 31412 h 1192213"/>
                      <a:gd name="connsiteX19" fmla="*/ 31372 w 896938"/>
                      <a:gd name="connsiteY19" fmla="*/ 1160802 h 1192213"/>
                      <a:gd name="connsiteX20" fmla="*/ 865567 w 896938"/>
                      <a:gd name="connsiteY20" fmla="*/ 1160802 h 1192213"/>
                      <a:gd name="connsiteX21" fmla="*/ 865567 w 896938"/>
                      <a:gd name="connsiteY21" fmla="*/ 31412 h 1192213"/>
                      <a:gd name="connsiteX22" fmla="*/ 624577 w 896938"/>
                      <a:gd name="connsiteY22" fmla="*/ 31412 h 1192213"/>
                      <a:gd name="connsiteX23" fmla="*/ 624577 w 896938"/>
                      <a:gd name="connsiteY23" fmla="*/ 0 h 1192213"/>
                      <a:gd name="connsiteX24" fmla="*/ 881252 w 896938"/>
                      <a:gd name="connsiteY24" fmla="*/ 0 h 1192213"/>
                      <a:gd name="connsiteX25" fmla="*/ 896938 w 896938"/>
                      <a:gd name="connsiteY25" fmla="*/ 15706 h 1192213"/>
                      <a:gd name="connsiteX26" fmla="*/ 896938 w 896938"/>
                      <a:gd name="connsiteY26" fmla="*/ 1176507 h 1192213"/>
                      <a:gd name="connsiteX27" fmla="*/ 881252 w 896938"/>
                      <a:gd name="connsiteY27" fmla="*/ 1192213 h 1192213"/>
                      <a:gd name="connsiteX28" fmla="*/ 15686 w 896938"/>
                      <a:gd name="connsiteY28" fmla="*/ 1192213 h 1192213"/>
                      <a:gd name="connsiteX29" fmla="*/ 0 w 896938"/>
                      <a:gd name="connsiteY29" fmla="*/ 1176507 h 1192213"/>
                      <a:gd name="connsiteX30" fmla="*/ 0 w 896938"/>
                      <a:gd name="connsiteY30" fmla="*/ 15706 h 1192213"/>
                      <a:gd name="connsiteX31" fmla="*/ 15686 w 896938"/>
                      <a:gd name="connsiteY31"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6938" h="1192213">
                        <a:moveTo>
                          <a:pt x="319134" y="817629"/>
                        </a:moveTo>
                        <a:cubicBezTo>
                          <a:pt x="325553" y="811212"/>
                          <a:pt x="335538" y="811212"/>
                          <a:pt x="341244" y="817629"/>
                        </a:cubicBezTo>
                        <a:cubicBezTo>
                          <a:pt x="347663" y="823332"/>
                          <a:pt x="347663" y="833314"/>
                          <a:pt x="341244" y="839730"/>
                        </a:cubicBezTo>
                        <a:cubicBezTo>
                          <a:pt x="341244" y="839730"/>
                          <a:pt x="341244" y="839730"/>
                          <a:pt x="310575" y="870387"/>
                        </a:cubicBezTo>
                        <a:cubicBezTo>
                          <a:pt x="310575" y="870387"/>
                          <a:pt x="310575" y="870387"/>
                          <a:pt x="279193" y="901757"/>
                        </a:cubicBezTo>
                        <a:cubicBezTo>
                          <a:pt x="279193" y="901757"/>
                          <a:pt x="279193" y="901757"/>
                          <a:pt x="255657" y="925997"/>
                        </a:cubicBezTo>
                        <a:cubicBezTo>
                          <a:pt x="252091" y="928849"/>
                          <a:pt x="248525" y="930275"/>
                          <a:pt x="244245" y="930275"/>
                        </a:cubicBezTo>
                        <a:cubicBezTo>
                          <a:pt x="239966" y="930275"/>
                          <a:pt x="236400" y="928849"/>
                          <a:pt x="232834" y="925997"/>
                        </a:cubicBezTo>
                        <a:cubicBezTo>
                          <a:pt x="232834" y="925997"/>
                          <a:pt x="232834" y="925997"/>
                          <a:pt x="205731" y="898192"/>
                        </a:cubicBezTo>
                        <a:cubicBezTo>
                          <a:pt x="200025" y="892489"/>
                          <a:pt x="200025" y="882507"/>
                          <a:pt x="205731" y="876091"/>
                        </a:cubicBezTo>
                        <a:cubicBezTo>
                          <a:pt x="212150" y="870387"/>
                          <a:pt x="222135" y="870387"/>
                          <a:pt x="227841" y="876091"/>
                        </a:cubicBezTo>
                        <a:lnTo>
                          <a:pt x="244245" y="892489"/>
                        </a:lnTo>
                        <a:cubicBezTo>
                          <a:pt x="244245" y="892489"/>
                          <a:pt x="244245" y="892489"/>
                          <a:pt x="277767" y="858980"/>
                        </a:cubicBezTo>
                        <a:cubicBezTo>
                          <a:pt x="277767" y="858980"/>
                          <a:pt x="277767" y="858980"/>
                          <a:pt x="305583" y="831175"/>
                        </a:cubicBezTo>
                        <a:cubicBezTo>
                          <a:pt x="305583" y="831175"/>
                          <a:pt x="305583" y="831175"/>
                          <a:pt x="319134" y="817629"/>
                        </a:cubicBezTo>
                        <a:close/>
                        <a:moveTo>
                          <a:pt x="15686" y="0"/>
                        </a:moveTo>
                        <a:cubicBezTo>
                          <a:pt x="15686" y="0"/>
                          <a:pt x="15686" y="0"/>
                          <a:pt x="272361" y="0"/>
                        </a:cubicBezTo>
                        <a:cubicBezTo>
                          <a:pt x="272361" y="0"/>
                          <a:pt x="272361" y="0"/>
                          <a:pt x="272361" y="31412"/>
                        </a:cubicBezTo>
                        <a:cubicBezTo>
                          <a:pt x="272361" y="31412"/>
                          <a:pt x="272361" y="31412"/>
                          <a:pt x="31372" y="31412"/>
                        </a:cubicBezTo>
                        <a:cubicBezTo>
                          <a:pt x="31372" y="31412"/>
                          <a:pt x="31372" y="31412"/>
                          <a:pt x="31372" y="1160802"/>
                        </a:cubicBezTo>
                        <a:cubicBezTo>
                          <a:pt x="31372" y="1160802"/>
                          <a:pt x="31372" y="1160802"/>
                          <a:pt x="865567" y="1160802"/>
                        </a:cubicBezTo>
                        <a:cubicBezTo>
                          <a:pt x="865567" y="1160802"/>
                          <a:pt x="865567" y="1160802"/>
                          <a:pt x="865567" y="31412"/>
                        </a:cubicBezTo>
                        <a:cubicBezTo>
                          <a:pt x="865567" y="31412"/>
                          <a:pt x="865567" y="31412"/>
                          <a:pt x="624577" y="31412"/>
                        </a:cubicBezTo>
                        <a:cubicBezTo>
                          <a:pt x="624577" y="31412"/>
                          <a:pt x="624577" y="31412"/>
                          <a:pt x="624577" y="0"/>
                        </a:cubicBezTo>
                        <a:cubicBezTo>
                          <a:pt x="624577" y="0"/>
                          <a:pt x="624577" y="0"/>
                          <a:pt x="881252" y="0"/>
                        </a:cubicBezTo>
                        <a:cubicBezTo>
                          <a:pt x="890521" y="0"/>
                          <a:pt x="896938" y="7139"/>
                          <a:pt x="896938" y="15706"/>
                        </a:cubicBezTo>
                        <a:cubicBezTo>
                          <a:pt x="896938" y="15706"/>
                          <a:pt x="896938" y="15706"/>
                          <a:pt x="896938" y="1176507"/>
                        </a:cubicBezTo>
                        <a:cubicBezTo>
                          <a:pt x="896938" y="1185788"/>
                          <a:pt x="890521" y="1192213"/>
                          <a:pt x="881252" y="1192213"/>
                        </a:cubicBezTo>
                        <a:cubicBezTo>
                          <a:pt x="881252" y="1192213"/>
                          <a:pt x="881252" y="1192213"/>
                          <a:pt x="15686" y="1192213"/>
                        </a:cubicBezTo>
                        <a:cubicBezTo>
                          <a:pt x="6417" y="1192213"/>
                          <a:pt x="0" y="1185788"/>
                          <a:pt x="0" y="1176507"/>
                        </a:cubicBezTo>
                        <a:cubicBezTo>
                          <a:pt x="0" y="1176507"/>
                          <a:pt x="0" y="1176507"/>
                          <a:pt x="0" y="15706"/>
                        </a:cubicBezTo>
                        <a:cubicBezTo>
                          <a:pt x="0" y="7139"/>
                          <a:pt x="6417" y="0"/>
                          <a:pt x="1568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42" name="Freeform 20">
                    <a:extLst>
                      <a:ext uri="{FF2B5EF4-FFF2-40B4-BE49-F238E27FC236}">
                        <a16:creationId xmlns:a16="http://schemas.microsoft.com/office/drawing/2014/main" id="{8587D8F6-E71B-E58B-5E35-53C223F4E226}"/>
                      </a:ext>
                    </a:extLst>
                  </p:cNvPr>
                  <p:cNvSpPr>
                    <a:spLocks/>
                  </p:cNvSpPr>
                  <p:nvPr/>
                </p:nvSpPr>
                <p:spPr bwMode="auto">
                  <a:xfrm>
                    <a:off x="5791931" y="2778124"/>
                    <a:ext cx="610668" cy="1092200"/>
                  </a:xfrm>
                  <a:custGeom>
                    <a:avLst/>
                    <a:gdLst>
                      <a:gd name="connsiteX0" fmla="*/ 295945 w 610668"/>
                      <a:gd name="connsiteY0" fmla="*/ 1050925 h 1092200"/>
                      <a:gd name="connsiteX1" fmla="*/ 580481 w 610668"/>
                      <a:gd name="connsiteY1" fmla="*/ 1050925 h 1092200"/>
                      <a:gd name="connsiteX2" fmla="*/ 596169 w 610668"/>
                      <a:gd name="connsiteY2" fmla="*/ 1066800 h 1092200"/>
                      <a:gd name="connsiteX3" fmla="*/ 580481 w 610668"/>
                      <a:gd name="connsiteY3" fmla="*/ 1082675 h 1092200"/>
                      <a:gd name="connsiteX4" fmla="*/ 295945 w 610668"/>
                      <a:gd name="connsiteY4" fmla="*/ 1082675 h 1092200"/>
                      <a:gd name="connsiteX5" fmla="*/ 280256 w 610668"/>
                      <a:gd name="connsiteY5" fmla="*/ 1066800 h 1092200"/>
                      <a:gd name="connsiteX6" fmla="*/ 295945 w 610668"/>
                      <a:gd name="connsiteY6" fmla="*/ 1050925 h 1092200"/>
                      <a:gd name="connsiteX7" fmla="*/ 295945 w 610668"/>
                      <a:gd name="connsiteY7" fmla="*/ 950913 h 1092200"/>
                      <a:gd name="connsiteX8" fmla="*/ 580481 w 610668"/>
                      <a:gd name="connsiteY8" fmla="*/ 950913 h 1092200"/>
                      <a:gd name="connsiteX9" fmla="*/ 596169 w 610668"/>
                      <a:gd name="connsiteY9" fmla="*/ 966788 h 1092200"/>
                      <a:gd name="connsiteX10" fmla="*/ 580481 w 610668"/>
                      <a:gd name="connsiteY10" fmla="*/ 982663 h 1092200"/>
                      <a:gd name="connsiteX11" fmla="*/ 295945 w 610668"/>
                      <a:gd name="connsiteY11" fmla="*/ 982663 h 1092200"/>
                      <a:gd name="connsiteX12" fmla="*/ 280256 w 610668"/>
                      <a:gd name="connsiteY12" fmla="*/ 966788 h 1092200"/>
                      <a:gd name="connsiteX13" fmla="*/ 295945 w 610668"/>
                      <a:gd name="connsiteY13" fmla="*/ 950913 h 1092200"/>
                      <a:gd name="connsiteX14" fmla="*/ 29223 w 610668"/>
                      <a:gd name="connsiteY14" fmla="*/ 939800 h 1092200"/>
                      <a:gd name="connsiteX15" fmla="*/ 121090 w 610668"/>
                      <a:gd name="connsiteY15" fmla="*/ 939800 h 1092200"/>
                      <a:gd name="connsiteX16" fmla="*/ 89756 w 610668"/>
                      <a:gd name="connsiteY16" fmla="*/ 971135 h 1092200"/>
                      <a:gd name="connsiteX17" fmla="*/ 44890 w 610668"/>
                      <a:gd name="connsiteY17" fmla="*/ 971135 h 1092200"/>
                      <a:gd name="connsiteX18" fmla="*/ 44890 w 610668"/>
                      <a:gd name="connsiteY18" fmla="*/ 1060866 h 1092200"/>
                      <a:gd name="connsiteX19" fmla="*/ 134621 w 610668"/>
                      <a:gd name="connsiteY19" fmla="*/ 1060866 h 1092200"/>
                      <a:gd name="connsiteX20" fmla="*/ 134621 w 610668"/>
                      <a:gd name="connsiteY20" fmla="*/ 1057305 h 1092200"/>
                      <a:gd name="connsiteX21" fmla="*/ 165956 w 610668"/>
                      <a:gd name="connsiteY21" fmla="*/ 1025970 h 1092200"/>
                      <a:gd name="connsiteX22" fmla="*/ 165956 w 610668"/>
                      <a:gd name="connsiteY22" fmla="*/ 1076533 h 1092200"/>
                      <a:gd name="connsiteX23" fmla="*/ 150288 w 610668"/>
                      <a:gd name="connsiteY23" fmla="*/ 1092200 h 1092200"/>
                      <a:gd name="connsiteX24" fmla="*/ 29223 w 610668"/>
                      <a:gd name="connsiteY24" fmla="*/ 1092200 h 1092200"/>
                      <a:gd name="connsiteX25" fmla="*/ 13556 w 610668"/>
                      <a:gd name="connsiteY25" fmla="*/ 1076533 h 1092200"/>
                      <a:gd name="connsiteX26" fmla="*/ 13556 w 610668"/>
                      <a:gd name="connsiteY26" fmla="*/ 955467 h 1092200"/>
                      <a:gd name="connsiteX27" fmla="*/ 29223 w 610668"/>
                      <a:gd name="connsiteY27" fmla="*/ 939800 h 1092200"/>
                      <a:gd name="connsiteX28" fmla="*/ 247192 w 610668"/>
                      <a:gd name="connsiteY28" fmla="*/ 555625 h 1092200"/>
                      <a:gd name="connsiteX29" fmla="*/ 595023 w 610668"/>
                      <a:gd name="connsiteY29" fmla="*/ 672116 h 1092200"/>
                      <a:gd name="connsiteX30" fmla="*/ 609337 w 610668"/>
                      <a:gd name="connsiteY30" fmla="*/ 702132 h 1092200"/>
                      <a:gd name="connsiteX31" fmla="*/ 598602 w 610668"/>
                      <a:gd name="connsiteY31" fmla="*/ 730719 h 1092200"/>
                      <a:gd name="connsiteX32" fmla="*/ 567826 w 610668"/>
                      <a:gd name="connsiteY32" fmla="*/ 745012 h 1092200"/>
                      <a:gd name="connsiteX33" fmla="*/ 227868 w 610668"/>
                      <a:gd name="connsiteY33" fmla="*/ 608511 h 1092200"/>
                      <a:gd name="connsiteX34" fmla="*/ 138413 w 610668"/>
                      <a:gd name="connsiteY34" fmla="*/ 348060 h 1092200"/>
                      <a:gd name="connsiteX35" fmla="*/ 269858 w 610668"/>
                      <a:gd name="connsiteY35" fmla="*/ 395923 h 1092200"/>
                      <a:gd name="connsiteX36" fmla="*/ 280574 w 610668"/>
                      <a:gd name="connsiteY36" fmla="*/ 418783 h 1092200"/>
                      <a:gd name="connsiteX37" fmla="*/ 165559 w 610668"/>
                      <a:gd name="connsiteY37" fmla="*/ 732394 h 1092200"/>
                      <a:gd name="connsiteX38" fmla="*/ 149128 w 610668"/>
                      <a:gd name="connsiteY38" fmla="*/ 744538 h 1092200"/>
                      <a:gd name="connsiteX39" fmla="*/ 142699 w 610668"/>
                      <a:gd name="connsiteY39" fmla="*/ 743109 h 1092200"/>
                      <a:gd name="connsiteX40" fmla="*/ 11254 w 610668"/>
                      <a:gd name="connsiteY40" fmla="*/ 694532 h 1092200"/>
                      <a:gd name="connsiteX41" fmla="*/ 1253 w 610668"/>
                      <a:gd name="connsiteY41" fmla="*/ 672386 h 1092200"/>
                      <a:gd name="connsiteX42" fmla="*/ 115553 w 610668"/>
                      <a:gd name="connsiteY42" fmla="*/ 358061 h 1092200"/>
                      <a:gd name="connsiteX43" fmla="*/ 138413 w 610668"/>
                      <a:gd name="connsiteY43" fmla="*/ 348060 h 1092200"/>
                      <a:gd name="connsiteX44" fmla="*/ 305297 w 610668"/>
                      <a:gd name="connsiteY44" fmla="*/ 30163 h 1092200"/>
                      <a:gd name="connsiteX45" fmla="*/ 283789 w 610668"/>
                      <a:gd name="connsiteY45" fmla="*/ 34440 h 1092200"/>
                      <a:gd name="connsiteX46" fmla="*/ 250093 w 610668"/>
                      <a:gd name="connsiteY46" fmla="*/ 65088 h 1092200"/>
                      <a:gd name="connsiteX47" fmla="*/ 361218 w 610668"/>
                      <a:gd name="connsiteY47" fmla="*/ 65088 h 1092200"/>
                      <a:gd name="connsiteX48" fmla="*/ 327522 w 610668"/>
                      <a:gd name="connsiteY48" fmla="*/ 34440 h 1092200"/>
                      <a:gd name="connsiteX49" fmla="*/ 305297 w 610668"/>
                      <a:gd name="connsiteY49" fmla="*/ 30163 h 1092200"/>
                      <a:gd name="connsiteX50" fmla="*/ 305656 w 610668"/>
                      <a:gd name="connsiteY50" fmla="*/ 0 h 1092200"/>
                      <a:gd name="connsiteX51" fmla="*/ 378243 w 610668"/>
                      <a:gd name="connsiteY51" fmla="*/ 35602 h 1092200"/>
                      <a:gd name="connsiteX52" fmla="*/ 394610 w 610668"/>
                      <a:gd name="connsiteY52" fmla="*/ 66220 h 1092200"/>
                      <a:gd name="connsiteX53" fmla="*/ 443713 w 610668"/>
                      <a:gd name="connsiteY53" fmla="*/ 66220 h 1092200"/>
                      <a:gd name="connsiteX54" fmla="*/ 450118 w 610668"/>
                      <a:gd name="connsiteY54" fmla="*/ 73340 h 1092200"/>
                      <a:gd name="connsiteX55" fmla="*/ 450118 w 610668"/>
                      <a:gd name="connsiteY55" fmla="*/ 113927 h 1092200"/>
                      <a:gd name="connsiteX56" fmla="*/ 450118 w 610668"/>
                      <a:gd name="connsiteY56" fmla="*/ 145256 h 1092200"/>
                      <a:gd name="connsiteX57" fmla="*/ 450118 w 610668"/>
                      <a:gd name="connsiteY57" fmla="*/ 178010 h 1092200"/>
                      <a:gd name="connsiteX58" fmla="*/ 435174 w 610668"/>
                      <a:gd name="connsiteY58" fmla="*/ 193675 h 1092200"/>
                      <a:gd name="connsiteX59" fmla="*/ 176849 w 610668"/>
                      <a:gd name="connsiteY59" fmla="*/ 193675 h 1092200"/>
                      <a:gd name="connsiteX60" fmla="*/ 161193 w 610668"/>
                      <a:gd name="connsiteY60" fmla="*/ 178010 h 1092200"/>
                      <a:gd name="connsiteX61" fmla="*/ 161193 w 610668"/>
                      <a:gd name="connsiteY61" fmla="*/ 145256 h 1092200"/>
                      <a:gd name="connsiteX62" fmla="*/ 161193 w 610668"/>
                      <a:gd name="connsiteY62" fmla="*/ 113927 h 1092200"/>
                      <a:gd name="connsiteX63" fmla="*/ 161193 w 610668"/>
                      <a:gd name="connsiteY63" fmla="*/ 73340 h 1092200"/>
                      <a:gd name="connsiteX64" fmla="*/ 168310 w 610668"/>
                      <a:gd name="connsiteY64" fmla="*/ 66220 h 1092200"/>
                      <a:gd name="connsiteX65" fmla="*/ 217413 w 610668"/>
                      <a:gd name="connsiteY65" fmla="*/ 66220 h 1092200"/>
                      <a:gd name="connsiteX66" fmla="*/ 233069 w 610668"/>
                      <a:gd name="connsiteY66" fmla="*/ 35602 h 1092200"/>
                      <a:gd name="connsiteX67" fmla="*/ 305656 w 610668"/>
                      <a:gd name="connsiteY67"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0668" h="1092200">
                        <a:moveTo>
                          <a:pt x="295945" y="1050925"/>
                        </a:moveTo>
                        <a:cubicBezTo>
                          <a:pt x="295945" y="1050925"/>
                          <a:pt x="295945" y="1050925"/>
                          <a:pt x="580481" y="1050925"/>
                        </a:cubicBezTo>
                        <a:cubicBezTo>
                          <a:pt x="589038" y="1050925"/>
                          <a:pt x="596169" y="1057419"/>
                          <a:pt x="596169" y="1066800"/>
                        </a:cubicBezTo>
                        <a:cubicBezTo>
                          <a:pt x="596169" y="1075459"/>
                          <a:pt x="589038" y="1082675"/>
                          <a:pt x="580481" y="1082675"/>
                        </a:cubicBezTo>
                        <a:cubicBezTo>
                          <a:pt x="580481" y="1082675"/>
                          <a:pt x="580481" y="1082675"/>
                          <a:pt x="295945" y="1082675"/>
                        </a:cubicBezTo>
                        <a:cubicBezTo>
                          <a:pt x="287387" y="1082675"/>
                          <a:pt x="280256" y="1075459"/>
                          <a:pt x="280256" y="1066800"/>
                        </a:cubicBezTo>
                        <a:cubicBezTo>
                          <a:pt x="280256" y="1057419"/>
                          <a:pt x="287387" y="1050925"/>
                          <a:pt x="295945" y="1050925"/>
                        </a:cubicBezTo>
                        <a:close/>
                        <a:moveTo>
                          <a:pt x="295945" y="950913"/>
                        </a:moveTo>
                        <a:cubicBezTo>
                          <a:pt x="295945" y="950913"/>
                          <a:pt x="295945" y="950913"/>
                          <a:pt x="580481" y="950913"/>
                        </a:cubicBezTo>
                        <a:cubicBezTo>
                          <a:pt x="589038" y="950913"/>
                          <a:pt x="596169" y="958129"/>
                          <a:pt x="596169" y="966788"/>
                        </a:cubicBezTo>
                        <a:cubicBezTo>
                          <a:pt x="596169" y="975447"/>
                          <a:pt x="589038" y="982663"/>
                          <a:pt x="580481" y="982663"/>
                        </a:cubicBezTo>
                        <a:cubicBezTo>
                          <a:pt x="580481" y="982663"/>
                          <a:pt x="580481" y="982663"/>
                          <a:pt x="295945" y="982663"/>
                        </a:cubicBezTo>
                        <a:cubicBezTo>
                          <a:pt x="287387" y="982663"/>
                          <a:pt x="280256" y="975447"/>
                          <a:pt x="280256" y="966788"/>
                        </a:cubicBezTo>
                        <a:cubicBezTo>
                          <a:pt x="280256" y="958129"/>
                          <a:pt x="287387" y="950913"/>
                          <a:pt x="295945" y="950913"/>
                        </a:cubicBezTo>
                        <a:close/>
                        <a:moveTo>
                          <a:pt x="29223" y="939800"/>
                        </a:moveTo>
                        <a:cubicBezTo>
                          <a:pt x="29223" y="939800"/>
                          <a:pt x="29223" y="939800"/>
                          <a:pt x="121090" y="939800"/>
                        </a:cubicBezTo>
                        <a:cubicBezTo>
                          <a:pt x="121090" y="939800"/>
                          <a:pt x="121090" y="939800"/>
                          <a:pt x="89756" y="971135"/>
                        </a:cubicBezTo>
                        <a:lnTo>
                          <a:pt x="44890" y="971135"/>
                        </a:lnTo>
                        <a:cubicBezTo>
                          <a:pt x="44890" y="971135"/>
                          <a:pt x="44890" y="971135"/>
                          <a:pt x="44890" y="1060866"/>
                        </a:cubicBezTo>
                        <a:cubicBezTo>
                          <a:pt x="44890" y="1060866"/>
                          <a:pt x="44890" y="1060866"/>
                          <a:pt x="134621" y="1060866"/>
                        </a:cubicBezTo>
                        <a:cubicBezTo>
                          <a:pt x="134621" y="1060866"/>
                          <a:pt x="134621" y="1060866"/>
                          <a:pt x="134621" y="1057305"/>
                        </a:cubicBezTo>
                        <a:cubicBezTo>
                          <a:pt x="134621" y="1057305"/>
                          <a:pt x="134621" y="1057305"/>
                          <a:pt x="165956" y="1025970"/>
                        </a:cubicBezTo>
                        <a:cubicBezTo>
                          <a:pt x="165956" y="1025970"/>
                          <a:pt x="165956" y="1025970"/>
                          <a:pt x="165956" y="1076533"/>
                        </a:cubicBezTo>
                        <a:cubicBezTo>
                          <a:pt x="165956" y="1085079"/>
                          <a:pt x="159546" y="1092200"/>
                          <a:pt x="150288" y="1092200"/>
                        </a:cubicBezTo>
                        <a:cubicBezTo>
                          <a:pt x="150288" y="1092200"/>
                          <a:pt x="150288" y="1092200"/>
                          <a:pt x="29223" y="1092200"/>
                        </a:cubicBezTo>
                        <a:cubicBezTo>
                          <a:pt x="20677" y="1092200"/>
                          <a:pt x="13556" y="1085079"/>
                          <a:pt x="13556" y="1076533"/>
                        </a:cubicBezTo>
                        <a:cubicBezTo>
                          <a:pt x="13556" y="1076533"/>
                          <a:pt x="13556" y="1076533"/>
                          <a:pt x="13556" y="955467"/>
                        </a:cubicBezTo>
                        <a:cubicBezTo>
                          <a:pt x="13556" y="946922"/>
                          <a:pt x="20677" y="939800"/>
                          <a:pt x="29223" y="939800"/>
                        </a:cubicBezTo>
                        <a:close/>
                        <a:moveTo>
                          <a:pt x="247192" y="555625"/>
                        </a:moveTo>
                        <a:cubicBezTo>
                          <a:pt x="247192" y="555625"/>
                          <a:pt x="247192" y="555625"/>
                          <a:pt x="595023" y="672116"/>
                        </a:cubicBezTo>
                        <a:cubicBezTo>
                          <a:pt x="607190" y="676404"/>
                          <a:pt x="613631" y="689983"/>
                          <a:pt x="609337" y="702132"/>
                        </a:cubicBezTo>
                        <a:cubicBezTo>
                          <a:pt x="609337" y="702132"/>
                          <a:pt x="609337" y="702132"/>
                          <a:pt x="598602" y="730719"/>
                        </a:cubicBezTo>
                        <a:cubicBezTo>
                          <a:pt x="594307" y="743583"/>
                          <a:pt x="579993" y="749300"/>
                          <a:pt x="567826" y="745012"/>
                        </a:cubicBezTo>
                        <a:cubicBezTo>
                          <a:pt x="567826" y="745012"/>
                          <a:pt x="567826" y="745012"/>
                          <a:pt x="227868" y="608511"/>
                        </a:cubicBezTo>
                        <a:close/>
                        <a:moveTo>
                          <a:pt x="138413" y="348060"/>
                        </a:moveTo>
                        <a:cubicBezTo>
                          <a:pt x="138413" y="348060"/>
                          <a:pt x="138413" y="348060"/>
                          <a:pt x="269858" y="395923"/>
                        </a:cubicBezTo>
                        <a:cubicBezTo>
                          <a:pt x="279145" y="399495"/>
                          <a:pt x="283431" y="409496"/>
                          <a:pt x="280574" y="418783"/>
                        </a:cubicBezTo>
                        <a:cubicBezTo>
                          <a:pt x="280574" y="418783"/>
                          <a:pt x="280574" y="418783"/>
                          <a:pt x="165559" y="732394"/>
                        </a:cubicBezTo>
                        <a:cubicBezTo>
                          <a:pt x="162702" y="739538"/>
                          <a:pt x="156272" y="744538"/>
                          <a:pt x="149128" y="744538"/>
                        </a:cubicBezTo>
                        <a:cubicBezTo>
                          <a:pt x="146985" y="744538"/>
                          <a:pt x="144842" y="743824"/>
                          <a:pt x="142699" y="743109"/>
                        </a:cubicBezTo>
                        <a:cubicBezTo>
                          <a:pt x="142699" y="743109"/>
                          <a:pt x="142699" y="743109"/>
                          <a:pt x="11254" y="694532"/>
                        </a:cubicBezTo>
                        <a:cubicBezTo>
                          <a:pt x="1967" y="691674"/>
                          <a:pt x="-2319" y="681673"/>
                          <a:pt x="1253" y="672386"/>
                        </a:cubicBezTo>
                        <a:cubicBezTo>
                          <a:pt x="1253" y="672386"/>
                          <a:pt x="1253" y="672386"/>
                          <a:pt x="115553" y="358061"/>
                        </a:cubicBezTo>
                        <a:cubicBezTo>
                          <a:pt x="119125" y="349489"/>
                          <a:pt x="129126" y="344488"/>
                          <a:pt x="138413" y="348060"/>
                        </a:cubicBezTo>
                        <a:close/>
                        <a:moveTo>
                          <a:pt x="305297" y="30163"/>
                        </a:moveTo>
                        <a:cubicBezTo>
                          <a:pt x="298128" y="30163"/>
                          <a:pt x="290242" y="31589"/>
                          <a:pt x="283789" y="34440"/>
                        </a:cubicBezTo>
                        <a:cubicBezTo>
                          <a:pt x="268734" y="39429"/>
                          <a:pt x="256546" y="50833"/>
                          <a:pt x="250093" y="65088"/>
                        </a:cubicBezTo>
                        <a:cubicBezTo>
                          <a:pt x="250093" y="65088"/>
                          <a:pt x="250093" y="65088"/>
                          <a:pt x="361218" y="65088"/>
                        </a:cubicBezTo>
                        <a:cubicBezTo>
                          <a:pt x="354049" y="50833"/>
                          <a:pt x="341861" y="39429"/>
                          <a:pt x="327522" y="34440"/>
                        </a:cubicBezTo>
                        <a:cubicBezTo>
                          <a:pt x="320353" y="31589"/>
                          <a:pt x="313184" y="30163"/>
                          <a:pt x="305297" y="30163"/>
                        </a:cubicBezTo>
                        <a:close/>
                        <a:moveTo>
                          <a:pt x="305656" y="0"/>
                        </a:moveTo>
                        <a:cubicBezTo>
                          <a:pt x="335545" y="0"/>
                          <a:pt x="361164" y="13529"/>
                          <a:pt x="378243" y="35602"/>
                        </a:cubicBezTo>
                        <a:cubicBezTo>
                          <a:pt x="385359" y="44147"/>
                          <a:pt x="391052" y="54827"/>
                          <a:pt x="394610" y="66220"/>
                        </a:cubicBezTo>
                        <a:cubicBezTo>
                          <a:pt x="394610" y="66220"/>
                          <a:pt x="394610" y="66220"/>
                          <a:pt x="443713" y="66220"/>
                        </a:cubicBezTo>
                        <a:cubicBezTo>
                          <a:pt x="447272" y="66220"/>
                          <a:pt x="450118" y="69068"/>
                          <a:pt x="450118" y="73340"/>
                        </a:cubicBezTo>
                        <a:cubicBezTo>
                          <a:pt x="450118" y="73340"/>
                          <a:pt x="450118" y="73340"/>
                          <a:pt x="450118" y="113927"/>
                        </a:cubicBezTo>
                        <a:cubicBezTo>
                          <a:pt x="450118" y="113927"/>
                          <a:pt x="450118" y="113927"/>
                          <a:pt x="450118" y="145256"/>
                        </a:cubicBezTo>
                        <a:cubicBezTo>
                          <a:pt x="450118" y="145256"/>
                          <a:pt x="450118" y="145256"/>
                          <a:pt x="450118" y="178010"/>
                        </a:cubicBezTo>
                        <a:cubicBezTo>
                          <a:pt x="450118" y="186555"/>
                          <a:pt x="443713" y="193675"/>
                          <a:pt x="435174" y="193675"/>
                        </a:cubicBezTo>
                        <a:lnTo>
                          <a:pt x="176849" y="193675"/>
                        </a:lnTo>
                        <a:cubicBezTo>
                          <a:pt x="168310" y="193675"/>
                          <a:pt x="161193" y="186555"/>
                          <a:pt x="161193" y="178010"/>
                        </a:cubicBezTo>
                        <a:cubicBezTo>
                          <a:pt x="161193" y="178010"/>
                          <a:pt x="161193" y="178010"/>
                          <a:pt x="161193" y="145256"/>
                        </a:cubicBezTo>
                        <a:cubicBezTo>
                          <a:pt x="161193" y="145256"/>
                          <a:pt x="161193" y="145256"/>
                          <a:pt x="161193" y="113927"/>
                        </a:cubicBezTo>
                        <a:cubicBezTo>
                          <a:pt x="161193" y="113927"/>
                          <a:pt x="161193" y="113927"/>
                          <a:pt x="161193" y="73340"/>
                        </a:cubicBezTo>
                        <a:cubicBezTo>
                          <a:pt x="161193" y="69068"/>
                          <a:pt x="164751" y="66220"/>
                          <a:pt x="168310" y="66220"/>
                        </a:cubicBezTo>
                        <a:cubicBezTo>
                          <a:pt x="168310" y="66220"/>
                          <a:pt x="168310" y="66220"/>
                          <a:pt x="217413" y="66220"/>
                        </a:cubicBezTo>
                        <a:cubicBezTo>
                          <a:pt x="220971" y="54827"/>
                          <a:pt x="225952" y="44147"/>
                          <a:pt x="233069" y="35602"/>
                        </a:cubicBezTo>
                        <a:cubicBezTo>
                          <a:pt x="250148" y="13529"/>
                          <a:pt x="276479" y="0"/>
                          <a:pt x="3056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5" name="Grupo 164">
              <a:extLst>
                <a:ext uri="{FF2B5EF4-FFF2-40B4-BE49-F238E27FC236}">
                  <a16:creationId xmlns:a16="http://schemas.microsoft.com/office/drawing/2014/main" id="{5F499053-985B-31E2-DE32-E825D7861353}"/>
                </a:ext>
              </a:extLst>
            </p:cNvPr>
            <p:cNvGrpSpPr/>
            <p:nvPr/>
          </p:nvGrpSpPr>
          <p:grpSpPr>
            <a:xfrm>
              <a:off x="4482311" y="1494503"/>
              <a:ext cx="972002" cy="1122694"/>
              <a:chOff x="3915491" y="1669461"/>
              <a:chExt cx="1047299" cy="1122694"/>
            </a:xfrm>
          </p:grpSpPr>
          <p:sp>
            <p:nvSpPr>
              <p:cNvPr id="211" name="Rectangle: Rounded Corners 210">
                <a:extLst>
                  <a:ext uri="{FF2B5EF4-FFF2-40B4-BE49-F238E27FC236}">
                    <a16:creationId xmlns:a16="http://schemas.microsoft.com/office/drawing/2014/main" id="{B741D000-DC1B-B6A3-F0F9-127EBE50B869}"/>
                  </a:ext>
                </a:extLst>
              </p:cNvPr>
              <p:cNvSpPr/>
              <p:nvPr/>
            </p:nvSpPr>
            <p:spPr>
              <a:xfrm>
                <a:off x="39804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Seguridad</a:t>
                </a:r>
              </a:p>
            </p:txBody>
          </p:sp>
          <p:sp>
            <p:nvSpPr>
              <p:cNvPr id="225" name="Oval 20">
                <a:extLst>
                  <a:ext uri="{FF2B5EF4-FFF2-40B4-BE49-F238E27FC236}">
                    <a16:creationId xmlns:a16="http://schemas.microsoft.com/office/drawing/2014/main" id="{1F49050A-3A18-62A2-AF08-62634FB2646E}"/>
                  </a:ext>
                </a:extLst>
              </p:cNvPr>
              <p:cNvSpPr>
                <a:spLocks noChangeAspect="1" noChangeArrowheads="1"/>
              </p:cNvSpPr>
              <p:nvPr/>
            </p:nvSpPr>
            <p:spPr bwMode="auto">
              <a:xfrm>
                <a:off x="39154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7</a:t>
                </a:r>
              </a:p>
            </p:txBody>
          </p:sp>
          <p:grpSp>
            <p:nvGrpSpPr>
              <p:cNvPr id="243" name="bcgIcons_Hard Hat ">
                <a:extLst>
                  <a:ext uri="{FF2B5EF4-FFF2-40B4-BE49-F238E27FC236}">
                    <a16:creationId xmlns:a16="http://schemas.microsoft.com/office/drawing/2014/main" id="{72B650C0-E65D-2229-AD14-881008A21BB7}"/>
                  </a:ext>
                </a:extLst>
              </p:cNvPr>
              <p:cNvGrpSpPr>
                <a:grpSpLocks noChangeAspect="1"/>
              </p:cNvGrpSpPr>
              <p:nvPr/>
            </p:nvGrpSpPr>
            <p:grpSpPr>
              <a:xfrm>
                <a:off x="4262191" y="1827711"/>
                <a:ext cx="418857" cy="418454"/>
                <a:chOff x="5273675" y="2606675"/>
                <a:chExt cx="1646238" cy="1644650"/>
              </a:xfrm>
            </p:grpSpPr>
            <p:sp>
              <p:nvSpPr>
                <p:cNvPr id="244" name="AutoShape 3">
                  <a:extLst>
                    <a:ext uri="{FF2B5EF4-FFF2-40B4-BE49-F238E27FC236}">
                      <a16:creationId xmlns:a16="http://schemas.microsoft.com/office/drawing/2014/main" id="{DEC2E516-3E88-1744-5105-1EDF136492FF}"/>
                    </a:ext>
                  </a:extLst>
                </p:cNvPr>
                <p:cNvSpPr>
                  <a:spLocks noChangeAspec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45" name="Group 244">
                  <a:extLst>
                    <a:ext uri="{FF2B5EF4-FFF2-40B4-BE49-F238E27FC236}">
                      <a16:creationId xmlns:a16="http://schemas.microsoft.com/office/drawing/2014/main" id="{4DBA3162-8DBE-3076-CF56-5D616F01E38E}"/>
                    </a:ext>
                  </a:extLst>
                </p:cNvPr>
                <p:cNvGrpSpPr>
                  <a:grpSpLocks/>
                </p:cNvGrpSpPr>
                <p:nvPr/>
              </p:nvGrpSpPr>
              <p:grpSpPr>
                <a:xfrm>
                  <a:off x="5346700" y="3022600"/>
                  <a:ext cx="1514475" cy="755650"/>
                  <a:chOff x="5346700" y="3022600"/>
                  <a:chExt cx="1514475" cy="755650"/>
                </a:xfrm>
              </p:grpSpPr>
              <p:sp>
                <p:nvSpPr>
                  <p:cNvPr id="246" name="Freeform 13">
                    <a:extLst>
                      <a:ext uri="{FF2B5EF4-FFF2-40B4-BE49-F238E27FC236}">
                        <a16:creationId xmlns:a16="http://schemas.microsoft.com/office/drawing/2014/main" id="{0FCB35A4-9878-FDA8-AECA-2FEC1488F10A}"/>
                      </a:ext>
                    </a:extLst>
                  </p:cNvPr>
                  <p:cNvSpPr>
                    <a:spLocks/>
                  </p:cNvSpPr>
                  <p:nvPr/>
                </p:nvSpPr>
                <p:spPr bwMode="auto">
                  <a:xfrm>
                    <a:off x="5410200" y="3084513"/>
                    <a:ext cx="1374775" cy="631825"/>
                  </a:xfrm>
                  <a:custGeom>
                    <a:avLst/>
                    <a:gdLst>
                      <a:gd name="connsiteX0" fmla="*/ 56420 w 1374775"/>
                      <a:gd name="connsiteY0" fmla="*/ 561975 h 631825"/>
                      <a:gd name="connsiteX1" fmla="*/ 1081966 w 1374775"/>
                      <a:gd name="connsiteY1" fmla="*/ 561975 h 631825"/>
                      <a:gd name="connsiteX2" fmla="*/ 1082680 w 1374775"/>
                      <a:gd name="connsiteY2" fmla="*/ 561975 h 631825"/>
                      <a:gd name="connsiteX3" fmla="*/ 1093393 w 1374775"/>
                      <a:gd name="connsiteY3" fmla="*/ 569103 h 631825"/>
                      <a:gd name="connsiteX4" fmla="*/ 1354064 w 1374775"/>
                      <a:gd name="connsiteY4" fmla="*/ 619708 h 631825"/>
                      <a:gd name="connsiteX5" fmla="*/ 1374775 w 1374775"/>
                      <a:gd name="connsiteY5" fmla="*/ 631825 h 631825"/>
                      <a:gd name="connsiteX6" fmla="*/ 9284 w 1374775"/>
                      <a:gd name="connsiteY6" fmla="*/ 631825 h 631825"/>
                      <a:gd name="connsiteX7" fmla="*/ 0 w 1374775"/>
                      <a:gd name="connsiteY7" fmla="*/ 622559 h 631825"/>
                      <a:gd name="connsiteX8" fmla="*/ 0 w 1374775"/>
                      <a:gd name="connsiteY8" fmla="*/ 602602 h 631825"/>
                      <a:gd name="connsiteX9" fmla="*/ 9284 w 1374775"/>
                      <a:gd name="connsiteY9" fmla="*/ 593336 h 631825"/>
                      <a:gd name="connsiteX10" fmla="*/ 40707 w 1374775"/>
                      <a:gd name="connsiteY10" fmla="*/ 593336 h 631825"/>
                      <a:gd name="connsiteX11" fmla="*/ 56420 w 1374775"/>
                      <a:gd name="connsiteY11" fmla="*/ 577656 h 631825"/>
                      <a:gd name="connsiteX12" fmla="*/ 56420 w 1374775"/>
                      <a:gd name="connsiteY12" fmla="*/ 561975 h 631825"/>
                      <a:gd name="connsiteX13" fmla="*/ 601854 w 1374775"/>
                      <a:gd name="connsiteY13" fmla="*/ 0 h 631825"/>
                      <a:gd name="connsiteX14" fmla="*/ 917902 w 1374775"/>
                      <a:gd name="connsiteY14" fmla="*/ 99328 h 631825"/>
                      <a:gd name="connsiteX15" fmla="*/ 900741 w 1374775"/>
                      <a:gd name="connsiteY15" fmla="*/ 127197 h 631825"/>
                      <a:gd name="connsiteX16" fmla="*/ 611150 w 1374775"/>
                      <a:gd name="connsiteY16" fmla="*/ 40017 h 631825"/>
                      <a:gd name="connsiteX17" fmla="*/ 610435 w 1374775"/>
                      <a:gd name="connsiteY17" fmla="*/ 40017 h 631825"/>
                      <a:gd name="connsiteX18" fmla="*/ 307973 w 1374775"/>
                      <a:gd name="connsiteY18" fmla="*/ 124339 h 631825"/>
                      <a:gd name="connsiteX19" fmla="*/ 302252 w 1374775"/>
                      <a:gd name="connsiteY19" fmla="*/ 145776 h 631825"/>
                      <a:gd name="connsiteX20" fmla="*/ 323703 w 1374775"/>
                      <a:gd name="connsiteY20" fmla="*/ 151493 h 631825"/>
                      <a:gd name="connsiteX21" fmla="*/ 610435 w 1374775"/>
                      <a:gd name="connsiteY21" fmla="*/ 71459 h 631825"/>
                      <a:gd name="connsiteX22" fmla="*/ 611150 w 1374775"/>
                      <a:gd name="connsiteY22" fmla="*/ 71459 h 631825"/>
                      <a:gd name="connsiteX23" fmla="*/ 934348 w 1374775"/>
                      <a:gd name="connsiteY23" fmla="*/ 190795 h 631825"/>
                      <a:gd name="connsiteX24" fmla="*/ 1079501 w 1374775"/>
                      <a:gd name="connsiteY24" fmla="*/ 530225 h 631825"/>
                      <a:gd name="connsiteX25" fmla="*/ 55563 w 1374775"/>
                      <a:gd name="connsiteY25" fmla="*/ 530225 h 631825"/>
                      <a:gd name="connsiteX26" fmla="*/ 601854 w 1374775"/>
                      <a:gd name="connsiteY26" fmla="*/ 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74775" h="631825">
                        <a:moveTo>
                          <a:pt x="56420" y="561975"/>
                        </a:moveTo>
                        <a:cubicBezTo>
                          <a:pt x="56420" y="561975"/>
                          <a:pt x="56420" y="561975"/>
                          <a:pt x="1081966" y="561975"/>
                        </a:cubicBezTo>
                        <a:cubicBezTo>
                          <a:pt x="1082680" y="561975"/>
                          <a:pt x="1082680" y="561975"/>
                          <a:pt x="1082680" y="561975"/>
                        </a:cubicBezTo>
                        <a:cubicBezTo>
                          <a:pt x="1085537" y="565539"/>
                          <a:pt x="1089108" y="568390"/>
                          <a:pt x="1093393" y="569103"/>
                        </a:cubicBezTo>
                        <a:cubicBezTo>
                          <a:pt x="1093393" y="569103"/>
                          <a:pt x="1093393" y="569103"/>
                          <a:pt x="1354064" y="619708"/>
                        </a:cubicBezTo>
                        <a:cubicBezTo>
                          <a:pt x="1361920" y="621847"/>
                          <a:pt x="1369062" y="626123"/>
                          <a:pt x="1374775" y="631825"/>
                        </a:cubicBezTo>
                        <a:cubicBezTo>
                          <a:pt x="1374775" y="631825"/>
                          <a:pt x="1374775" y="631825"/>
                          <a:pt x="9284" y="631825"/>
                        </a:cubicBezTo>
                        <a:cubicBezTo>
                          <a:pt x="4285" y="631825"/>
                          <a:pt x="0" y="627549"/>
                          <a:pt x="0" y="622559"/>
                        </a:cubicBezTo>
                        <a:cubicBezTo>
                          <a:pt x="0" y="622559"/>
                          <a:pt x="0" y="622559"/>
                          <a:pt x="0" y="602602"/>
                        </a:cubicBezTo>
                        <a:cubicBezTo>
                          <a:pt x="0" y="597613"/>
                          <a:pt x="4285" y="593336"/>
                          <a:pt x="9284" y="593336"/>
                        </a:cubicBezTo>
                        <a:cubicBezTo>
                          <a:pt x="9284" y="593336"/>
                          <a:pt x="9284" y="593336"/>
                          <a:pt x="40707" y="593336"/>
                        </a:cubicBezTo>
                        <a:cubicBezTo>
                          <a:pt x="49277" y="593336"/>
                          <a:pt x="56420" y="586209"/>
                          <a:pt x="56420" y="577656"/>
                        </a:cubicBezTo>
                        <a:cubicBezTo>
                          <a:pt x="56420" y="577656"/>
                          <a:pt x="56420" y="577656"/>
                          <a:pt x="56420" y="561975"/>
                        </a:cubicBezTo>
                        <a:close/>
                        <a:moveTo>
                          <a:pt x="601854" y="0"/>
                        </a:moveTo>
                        <a:cubicBezTo>
                          <a:pt x="714116" y="0"/>
                          <a:pt x="825662" y="35015"/>
                          <a:pt x="917902" y="99328"/>
                        </a:cubicBezTo>
                        <a:cubicBezTo>
                          <a:pt x="917902" y="99328"/>
                          <a:pt x="917902" y="99328"/>
                          <a:pt x="900741" y="127197"/>
                        </a:cubicBezTo>
                        <a:cubicBezTo>
                          <a:pt x="813506" y="70030"/>
                          <a:pt x="714831" y="40017"/>
                          <a:pt x="611150" y="40017"/>
                        </a:cubicBezTo>
                        <a:cubicBezTo>
                          <a:pt x="611150" y="40017"/>
                          <a:pt x="610435" y="40017"/>
                          <a:pt x="610435" y="40017"/>
                        </a:cubicBezTo>
                        <a:cubicBezTo>
                          <a:pt x="506754" y="40017"/>
                          <a:pt x="402358" y="69315"/>
                          <a:pt x="307973" y="124339"/>
                        </a:cubicBezTo>
                        <a:cubicBezTo>
                          <a:pt x="300107" y="128626"/>
                          <a:pt x="297247" y="137916"/>
                          <a:pt x="302252" y="145776"/>
                        </a:cubicBezTo>
                        <a:cubicBezTo>
                          <a:pt x="306542" y="152922"/>
                          <a:pt x="315838" y="155781"/>
                          <a:pt x="323703" y="151493"/>
                        </a:cubicBezTo>
                        <a:cubicBezTo>
                          <a:pt x="413083" y="99328"/>
                          <a:pt x="512474" y="71459"/>
                          <a:pt x="610435" y="71459"/>
                        </a:cubicBezTo>
                        <a:cubicBezTo>
                          <a:pt x="610435" y="71459"/>
                          <a:pt x="611150" y="71459"/>
                          <a:pt x="611150" y="71459"/>
                        </a:cubicBezTo>
                        <a:cubicBezTo>
                          <a:pt x="729131" y="71459"/>
                          <a:pt x="841393" y="112905"/>
                          <a:pt x="934348" y="190795"/>
                        </a:cubicBezTo>
                        <a:cubicBezTo>
                          <a:pt x="1022298" y="290123"/>
                          <a:pt x="1070921" y="404457"/>
                          <a:pt x="1079501" y="530225"/>
                        </a:cubicBezTo>
                        <a:cubicBezTo>
                          <a:pt x="1079501" y="530225"/>
                          <a:pt x="1079501" y="530225"/>
                          <a:pt x="55563" y="530225"/>
                        </a:cubicBezTo>
                        <a:cubicBezTo>
                          <a:pt x="64144" y="236529"/>
                          <a:pt x="305827" y="0"/>
                          <a:pt x="601854"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47" name="Freeform 7">
                    <a:extLst>
                      <a:ext uri="{FF2B5EF4-FFF2-40B4-BE49-F238E27FC236}">
                        <a16:creationId xmlns:a16="http://schemas.microsoft.com/office/drawing/2014/main" id="{DFAD76A5-3F92-1D38-4A1D-399A49E36F9D}"/>
                      </a:ext>
                    </a:extLst>
                  </p:cNvPr>
                  <p:cNvSpPr>
                    <a:spLocks/>
                  </p:cNvSpPr>
                  <p:nvPr/>
                </p:nvSpPr>
                <p:spPr bwMode="auto">
                  <a:xfrm>
                    <a:off x="5346700" y="3022600"/>
                    <a:ext cx="1514475" cy="755650"/>
                  </a:xfrm>
                  <a:custGeom>
                    <a:avLst/>
                    <a:gdLst>
                      <a:gd name="T0" fmla="*/ 2003 w 2120"/>
                      <a:gd name="T1" fmla="*/ 869 h 1060"/>
                      <a:gd name="T2" fmla="*/ 1445 w 2120"/>
                      <a:gd name="T3" fmla="*/ 278 h 1060"/>
                      <a:gd name="T4" fmla="*/ 1474 w 2120"/>
                      <a:gd name="T5" fmla="*/ 194 h 1060"/>
                      <a:gd name="T6" fmla="*/ 79 w 2120"/>
                      <a:gd name="T7" fmla="*/ 833 h 1060"/>
                      <a:gd name="T8" fmla="*/ 0 w 2120"/>
                      <a:gd name="T9" fmla="*/ 959 h 1060"/>
                      <a:gd name="T10" fmla="*/ 2098 w 2120"/>
                      <a:gd name="T11" fmla="*/ 1060 h 1060"/>
                      <a:gd name="T12" fmla="*/ 2120 w 2120"/>
                      <a:gd name="T13" fmla="*/ 1018 h 1060"/>
                      <a:gd name="T14" fmla="*/ 2050 w 2120"/>
                      <a:gd name="T15" fmla="*/ 1016 h 1060"/>
                      <a:gd name="T16" fmla="*/ 44 w 2120"/>
                      <a:gd name="T17" fmla="*/ 959 h 1060"/>
                      <a:gd name="T18" fmla="*/ 101 w 2120"/>
                      <a:gd name="T19" fmla="*/ 874 h 1060"/>
                      <a:gd name="T20" fmla="*/ 931 w 2120"/>
                      <a:gd name="T21" fmla="*/ 44 h 1060"/>
                      <a:gd name="T22" fmla="*/ 960 w 2120"/>
                      <a:gd name="T23" fmla="*/ 44 h 1060"/>
                      <a:gd name="T24" fmla="*/ 1386 w 2120"/>
                      <a:gd name="T25" fmla="*/ 183 h 1060"/>
                      <a:gd name="T26" fmla="*/ 1397 w 2120"/>
                      <a:gd name="T27" fmla="*/ 191 h 1060"/>
                      <a:gd name="T28" fmla="*/ 1409 w 2120"/>
                      <a:gd name="T29" fmla="*/ 200 h 1060"/>
                      <a:gd name="T30" fmla="*/ 1431 w 2120"/>
                      <a:gd name="T31" fmla="*/ 216 h 1060"/>
                      <a:gd name="T32" fmla="*/ 1398 w 2120"/>
                      <a:gd name="T33" fmla="*/ 270 h 1060"/>
                      <a:gd name="T34" fmla="*/ 1401 w 2120"/>
                      <a:gd name="T35" fmla="*/ 296 h 1060"/>
                      <a:gd name="T36" fmla="*/ 1428 w 2120"/>
                      <a:gd name="T37" fmla="*/ 326 h 1060"/>
                      <a:gd name="T38" fmla="*/ 1429 w 2120"/>
                      <a:gd name="T39" fmla="*/ 326 h 1060"/>
                      <a:gd name="T40" fmla="*/ 1531 w 2120"/>
                      <a:gd name="T41" fmla="*/ 465 h 1060"/>
                      <a:gd name="T42" fmla="*/ 1643 w 2120"/>
                      <a:gd name="T43" fmla="*/ 827 h 1060"/>
                      <a:gd name="T44" fmla="*/ 1661 w 2120"/>
                      <a:gd name="T45" fmla="*/ 848 h 1060"/>
                      <a:gd name="T46" fmla="*/ 1994 w 2120"/>
                      <a:gd name="T47" fmla="*/ 912 h 1060"/>
                      <a:gd name="T48" fmla="*/ 2003 w 2120"/>
                      <a:gd name="T49" fmla="*/ 914 h 1060"/>
                      <a:gd name="T50" fmla="*/ 2010 w 2120"/>
                      <a:gd name="T51" fmla="*/ 917 h 1060"/>
                      <a:gd name="T52" fmla="*/ 2017 w 2120"/>
                      <a:gd name="T53" fmla="*/ 921 h 1060"/>
                      <a:gd name="T54" fmla="*/ 2022 w 2120"/>
                      <a:gd name="T55" fmla="*/ 924 h 1060"/>
                      <a:gd name="T56" fmla="*/ 2061 w 2120"/>
                      <a:gd name="T57" fmla="*/ 963 h 1060"/>
                      <a:gd name="T58" fmla="*/ 2065 w 2120"/>
                      <a:gd name="T59" fmla="*/ 971 h 1060"/>
                      <a:gd name="T60" fmla="*/ 2069 w 2120"/>
                      <a:gd name="T61" fmla="*/ 980 h 1060"/>
                      <a:gd name="T62" fmla="*/ 2072 w 2120"/>
                      <a:gd name="T63" fmla="*/ 989 h 1060"/>
                      <a:gd name="T64" fmla="*/ 2050 w 2120"/>
                      <a:gd name="T65" fmla="*/ 1016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0" h="1060">
                        <a:moveTo>
                          <a:pt x="2005" y="869"/>
                        </a:moveTo>
                        <a:cubicBezTo>
                          <a:pt x="2004" y="869"/>
                          <a:pt x="2004" y="869"/>
                          <a:pt x="2003" y="869"/>
                        </a:cubicBezTo>
                        <a:cubicBezTo>
                          <a:pt x="1686" y="808"/>
                          <a:pt x="1686" y="808"/>
                          <a:pt x="1686" y="808"/>
                        </a:cubicBezTo>
                        <a:cubicBezTo>
                          <a:pt x="1669" y="609"/>
                          <a:pt x="1588" y="432"/>
                          <a:pt x="1445" y="278"/>
                        </a:cubicBezTo>
                        <a:cubicBezTo>
                          <a:pt x="1479" y="223"/>
                          <a:pt x="1479" y="223"/>
                          <a:pt x="1479" y="223"/>
                        </a:cubicBezTo>
                        <a:cubicBezTo>
                          <a:pt x="1484" y="213"/>
                          <a:pt x="1482" y="201"/>
                          <a:pt x="1474" y="194"/>
                        </a:cubicBezTo>
                        <a:cubicBezTo>
                          <a:pt x="1322" y="69"/>
                          <a:pt x="1129" y="0"/>
                          <a:pt x="931" y="0"/>
                        </a:cubicBezTo>
                        <a:cubicBezTo>
                          <a:pt x="468" y="0"/>
                          <a:pt x="89" y="371"/>
                          <a:pt x="79" y="833"/>
                        </a:cubicBezTo>
                        <a:cubicBezTo>
                          <a:pt x="34" y="843"/>
                          <a:pt x="0" y="883"/>
                          <a:pt x="0" y="931"/>
                        </a:cubicBezTo>
                        <a:cubicBezTo>
                          <a:pt x="0" y="959"/>
                          <a:pt x="0" y="959"/>
                          <a:pt x="0" y="959"/>
                        </a:cubicBezTo>
                        <a:cubicBezTo>
                          <a:pt x="0" y="1015"/>
                          <a:pt x="45" y="1060"/>
                          <a:pt x="101" y="1060"/>
                        </a:cubicBezTo>
                        <a:cubicBezTo>
                          <a:pt x="2098" y="1060"/>
                          <a:pt x="2098" y="1060"/>
                          <a:pt x="2098" y="1060"/>
                        </a:cubicBezTo>
                        <a:cubicBezTo>
                          <a:pt x="2110" y="1060"/>
                          <a:pt x="2120" y="1050"/>
                          <a:pt x="2120" y="1038"/>
                        </a:cubicBezTo>
                        <a:cubicBezTo>
                          <a:pt x="2120" y="1018"/>
                          <a:pt x="2120" y="1018"/>
                          <a:pt x="2120" y="1018"/>
                        </a:cubicBezTo>
                        <a:cubicBezTo>
                          <a:pt x="2120" y="948"/>
                          <a:pt x="2073" y="887"/>
                          <a:pt x="2005" y="869"/>
                        </a:cubicBezTo>
                        <a:close/>
                        <a:moveTo>
                          <a:pt x="2050" y="1016"/>
                        </a:moveTo>
                        <a:cubicBezTo>
                          <a:pt x="101" y="1016"/>
                          <a:pt x="101" y="1016"/>
                          <a:pt x="101" y="1016"/>
                        </a:cubicBezTo>
                        <a:cubicBezTo>
                          <a:pt x="69" y="1016"/>
                          <a:pt x="44" y="991"/>
                          <a:pt x="44" y="959"/>
                        </a:cubicBezTo>
                        <a:cubicBezTo>
                          <a:pt x="44" y="931"/>
                          <a:pt x="44" y="931"/>
                          <a:pt x="44" y="931"/>
                        </a:cubicBezTo>
                        <a:cubicBezTo>
                          <a:pt x="44" y="900"/>
                          <a:pt x="69" y="874"/>
                          <a:pt x="101" y="874"/>
                        </a:cubicBezTo>
                        <a:cubicBezTo>
                          <a:pt x="113" y="874"/>
                          <a:pt x="123" y="864"/>
                          <a:pt x="123" y="852"/>
                        </a:cubicBezTo>
                        <a:cubicBezTo>
                          <a:pt x="123" y="406"/>
                          <a:pt x="485" y="44"/>
                          <a:pt x="931" y="44"/>
                        </a:cubicBezTo>
                        <a:cubicBezTo>
                          <a:pt x="937" y="44"/>
                          <a:pt x="942" y="44"/>
                          <a:pt x="948" y="44"/>
                        </a:cubicBezTo>
                        <a:cubicBezTo>
                          <a:pt x="952" y="44"/>
                          <a:pt x="956" y="44"/>
                          <a:pt x="960" y="44"/>
                        </a:cubicBezTo>
                        <a:cubicBezTo>
                          <a:pt x="961" y="44"/>
                          <a:pt x="963" y="44"/>
                          <a:pt x="964" y="44"/>
                        </a:cubicBezTo>
                        <a:cubicBezTo>
                          <a:pt x="1115" y="50"/>
                          <a:pt x="1262" y="99"/>
                          <a:pt x="1386" y="183"/>
                        </a:cubicBezTo>
                        <a:cubicBezTo>
                          <a:pt x="1387" y="184"/>
                          <a:pt x="1388" y="185"/>
                          <a:pt x="1389" y="185"/>
                        </a:cubicBezTo>
                        <a:cubicBezTo>
                          <a:pt x="1392" y="187"/>
                          <a:pt x="1394" y="189"/>
                          <a:pt x="1397" y="191"/>
                        </a:cubicBezTo>
                        <a:cubicBezTo>
                          <a:pt x="1399" y="192"/>
                          <a:pt x="1401" y="194"/>
                          <a:pt x="1403" y="195"/>
                        </a:cubicBezTo>
                        <a:cubicBezTo>
                          <a:pt x="1405" y="197"/>
                          <a:pt x="1407" y="198"/>
                          <a:pt x="1409" y="200"/>
                        </a:cubicBezTo>
                        <a:cubicBezTo>
                          <a:pt x="1411" y="201"/>
                          <a:pt x="1413" y="203"/>
                          <a:pt x="1415" y="204"/>
                        </a:cubicBezTo>
                        <a:cubicBezTo>
                          <a:pt x="1421" y="208"/>
                          <a:pt x="1426" y="212"/>
                          <a:pt x="1431" y="216"/>
                        </a:cubicBezTo>
                        <a:cubicBezTo>
                          <a:pt x="1421" y="233"/>
                          <a:pt x="1421" y="233"/>
                          <a:pt x="1421" y="233"/>
                        </a:cubicBezTo>
                        <a:cubicBezTo>
                          <a:pt x="1398" y="270"/>
                          <a:pt x="1398" y="270"/>
                          <a:pt x="1398" y="270"/>
                        </a:cubicBezTo>
                        <a:cubicBezTo>
                          <a:pt x="1398" y="270"/>
                          <a:pt x="1398" y="270"/>
                          <a:pt x="1398" y="270"/>
                        </a:cubicBezTo>
                        <a:cubicBezTo>
                          <a:pt x="1393" y="278"/>
                          <a:pt x="1394" y="289"/>
                          <a:pt x="1401" y="296"/>
                        </a:cubicBezTo>
                        <a:cubicBezTo>
                          <a:pt x="1410" y="306"/>
                          <a:pt x="1419" y="315"/>
                          <a:pt x="1428" y="325"/>
                        </a:cubicBezTo>
                        <a:cubicBezTo>
                          <a:pt x="1428" y="325"/>
                          <a:pt x="1428" y="326"/>
                          <a:pt x="1428" y="326"/>
                        </a:cubicBezTo>
                        <a:cubicBezTo>
                          <a:pt x="1428" y="326"/>
                          <a:pt x="1429" y="326"/>
                          <a:pt x="1429" y="326"/>
                        </a:cubicBezTo>
                        <a:cubicBezTo>
                          <a:pt x="1429" y="326"/>
                          <a:pt x="1429" y="326"/>
                          <a:pt x="1429" y="326"/>
                        </a:cubicBezTo>
                        <a:cubicBezTo>
                          <a:pt x="1431" y="329"/>
                          <a:pt x="1434" y="332"/>
                          <a:pt x="1436" y="335"/>
                        </a:cubicBezTo>
                        <a:cubicBezTo>
                          <a:pt x="1472" y="377"/>
                          <a:pt x="1504" y="420"/>
                          <a:pt x="1531" y="465"/>
                        </a:cubicBezTo>
                        <a:cubicBezTo>
                          <a:pt x="1597" y="576"/>
                          <a:pt x="1634" y="697"/>
                          <a:pt x="1643" y="827"/>
                        </a:cubicBezTo>
                        <a:cubicBezTo>
                          <a:pt x="1643" y="827"/>
                          <a:pt x="1643" y="827"/>
                          <a:pt x="1643" y="827"/>
                        </a:cubicBezTo>
                        <a:cubicBezTo>
                          <a:pt x="1644" y="837"/>
                          <a:pt x="1651" y="846"/>
                          <a:pt x="1661" y="848"/>
                        </a:cubicBezTo>
                        <a:cubicBezTo>
                          <a:pt x="1661" y="848"/>
                          <a:pt x="1661" y="848"/>
                          <a:pt x="1661" y="848"/>
                        </a:cubicBezTo>
                        <a:cubicBezTo>
                          <a:pt x="1994" y="912"/>
                          <a:pt x="1994" y="912"/>
                          <a:pt x="1994" y="912"/>
                        </a:cubicBezTo>
                        <a:cubicBezTo>
                          <a:pt x="1994" y="912"/>
                          <a:pt x="1994" y="912"/>
                          <a:pt x="1994" y="912"/>
                        </a:cubicBezTo>
                        <a:cubicBezTo>
                          <a:pt x="1995" y="912"/>
                          <a:pt x="1995" y="912"/>
                          <a:pt x="1995" y="912"/>
                        </a:cubicBezTo>
                        <a:cubicBezTo>
                          <a:pt x="1997" y="913"/>
                          <a:pt x="2000" y="913"/>
                          <a:pt x="2003" y="914"/>
                        </a:cubicBezTo>
                        <a:cubicBezTo>
                          <a:pt x="2003" y="915"/>
                          <a:pt x="2004" y="915"/>
                          <a:pt x="2005" y="915"/>
                        </a:cubicBezTo>
                        <a:cubicBezTo>
                          <a:pt x="2007" y="916"/>
                          <a:pt x="2008" y="917"/>
                          <a:pt x="2010" y="917"/>
                        </a:cubicBezTo>
                        <a:cubicBezTo>
                          <a:pt x="2011" y="918"/>
                          <a:pt x="2012" y="918"/>
                          <a:pt x="2014" y="919"/>
                        </a:cubicBezTo>
                        <a:cubicBezTo>
                          <a:pt x="2015" y="920"/>
                          <a:pt x="2016" y="920"/>
                          <a:pt x="2017" y="921"/>
                        </a:cubicBezTo>
                        <a:cubicBezTo>
                          <a:pt x="2018" y="921"/>
                          <a:pt x="2020" y="922"/>
                          <a:pt x="2021" y="923"/>
                        </a:cubicBezTo>
                        <a:cubicBezTo>
                          <a:pt x="2021" y="923"/>
                          <a:pt x="2022" y="923"/>
                          <a:pt x="2022" y="924"/>
                        </a:cubicBezTo>
                        <a:cubicBezTo>
                          <a:pt x="2037" y="933"/>
                          <a:pt x="2050" y="946"/>
                          <a:pt x="2060" y="961"/>
                        </a:cubicBezTo>
                        <a:cubicBezTo>
                          <a:pt x="2060" y="962"/>
                          <a:pt x="2060" y="962"/>
                          <a:pt x="2061" y="963"/>
                        </a:cubicBezTo>
                        <a:cubicBezTo>
                          <a:pt x="2062" y="964"/>
                          <a:pt x="2062" y="966"/>
                          <a:pt x="2063" y="967"/>
                        </a:cubicBezTo>
                        <a:cubicBezTo>
                          <a:pt x="2064" y="968"/>
                          <a:pt x="2064" y="969"/>
                          <a:pt x="2065" y="971"/>
                        </a:cubicBezTo>
                        <a:cubicBezTo>
                          <a:pt x="2065" y="972"/>
                          <a:pt x="2066" y="973"/>
                          <a:pt x="2066" y="974"/>
                        </a:cubicBezTo>
                        <a:cubicBezTo>
                          <a:pt x="2067" y="976"/>
                          <a:pt x="2068" y="978"/>
                          <a:pt x="2069" y="980"/>
                        </a:cubicBezTo>
                        <a:cubicBezTo>
                          <a:pt x="2069" y="980"/>
                          <a:pt x="2069" y="981"/>
                          <a:pt x="2069" y="981"/>
                        </a:cubicBezTo>
                        <a:cubicBezTo>
                          <a:pt x="2070" y="984"/>
                          <a:pt x="2071" y="986"/>
                          <a:pt x="2072" y="989"/>
                        </a:cubicBezTo>
                        <a:cubicBezTo>
                          <a:pt x="2074" y="997"/>
                          <a:pt x="2076" y="1007"/>
                          <a:pt x="2076" y="1016"/>
                        </a:cubicBezTo>
                        <a:lnTo>
                          <a:pt x="2050" y="10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66" name="Grupo 165">
              <a:extLst>
                <a:ext uri="{FF2B5EF4-FFF2-40B4-BE49-F238E27FC236}">
                  <a16:creationId xmlns:a16="http://schemas.microsoft.com/office/drawing/2014/main" id="{5346AF9C-2C36-F3D4-4D6E-EAA7103A4DFE}"/>
                </a:ext>
              </a:extLst>
            </p:cNvPr>
            <p:cNvGrpSpPr/>
            <p:nvPr/>
          </p:nvGrpSpPr>
          <p:grpSpPr>
            <a:xfrm>
              <a:off x="5534559" y="1494503"/>
              <a:ext cx="972001" cy="1122694"/>
              <a:chOff x="4998411" y="1669461"/>
              <a:chExt cx="1047298" cy="1122694"/>
            </a:xfrm>
          </p:grpSpPr>
          <p:sp>
            <p:nvSpPr>
              <p:cNvPr id="212" name="Rectangle: Rounded Corners 211">
                <a:extLst>
                  <a:ext uri="{FF2B5EF4-FFF2-40B4-BE49-F238E27FC236}">
                    <a16:creationId xmlns:a16="http://schemas.microsoft.com/office/drawing/2014/main" id="{49B3B045-165F-44EC-A68F-F5DC50D73452}"/>
                  </a:ext>
                </a:extLst>
              </p:cNvPr>
              <p:cNvSpPr/>
              <p:nvPr/>
            </p:nvSpPr>
            <p:spPr>
              <a:xfrm>
                <a:off x="506337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220" name="Oval 20">
                <a:extLst>
                  <a:ext uri="{FF2B5EF4-FFF2-40B4-BE49-F238E27FC236}">
                    <a16:creationId xmlns:a16="http://schemas.microsoft.com/office/drawing/2014/main" id="{865B15A5-8815-26A0-2D03-F66230830631}"/>
                  </a:ext>
                </a:extLst>
              </p:cNvPr>
              <p:cNvSpPr>
                <a:spLocks noChangeAspect="1" noChangeArrowheads="1"/>
              </p:cNvSpPr>
              <p:nvPr/>
            </p:nvSpPr>
            <p:spPr bwMode="auto">
              <a:xfrm>
                <a:off x="499841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8</a:t>
                </a:r>
              </a:p>
            </p:txBody>
          </p:sp>
          <p:grpSp>
            <p:nvGrpSpPr>
              <p:cNvPr id="248" name="bcgIcons_Large Group of People/Public ">
                <a:extLst>
                  <a:ext uri="{FF2B5EF4-FFF2-40B4-BE49-F238E27FC236}">
                    <a16:creationId xmlns:a16="http://schemas.microsoft.com/office/drawing/2014/main" id="{E9B55936-9B3F-955B-58BD-E86262F69432}"/>
                  </a:ext>
                </a:extLst>
              </p:cNvPr>
              <p:cNvGrpSpPr>
                <a:grpSpLocks noChangeAspect="1"/>
              </p:cNvGrpSpPr>
              <p:nvPr/>
            </p:nvGrpSpPr>
            <p:grpSpPr>
              <a:xfrm>
                <a:off x="5345507" y="1827711"/>
                <a:ext cx="418067" cy="418454"/>
                <a:chOff x="5273803" y="2606040"/>
                <a:chExt cx="1644396" cy="1645920"/>
              </a:xfrm>
            </p:grpSpPr>
            <p:sp>
              <p:nvSpPr>
                <p:cNvPr id="249" name="AutoShape 18">
                  <a:extLst>
                    <a:ext uri="{FF2B5EF4-FFF2-40B4-BE49-F238E27FC236}">
                      <a16:creationId xmlns:a16="http://schemas.microsoft.com/office/drawing/2014/main" id="{086623DC-340E-F1B3-6195-6C7CC5934545}"/>
                    </a:ext>
                  </a:extLst>
                </p:cNvPr>
                <p:cNvSpPr>
                  <a:spLocks noChangeAspect="1"/>
                </p:cNvSpPr>
                <p:nvPr/>
              </p:nvSpPr>
              <p:spPr bwMode="auto">
                <a:xfrm>
                  <a:off x="5273803"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50" name="Group 249">
                  <a:extLst>
                    <a:ext uri="{FF2B5EF4-FFF2-40B4-BE49-F238E27FC236}">
                      <a16:creationId xmlns:a16="http://schemas.microsoft.com/office/drawing/2014/main" id="{A308DC8B-73F5-39D1-43B2-C03F42B19C9D}"/>
                    </a:ext>
                  </a:extLst>
                </p:cNvPr>
                <p:cNvGrpSpPr>
                  <a:grpSpLocks/>
                </p:cNvGrpSpPr>
                <p:nvPr/>
              </p:nvGrpSpPr>
              <p:grpSpPr>
                <a:xfrm>
                  <a:off x="5336668" y="2770251"/>
                  <a:ext cx="1515999" cy="1311783"/>
                  <a:chOff x="5336668" y="2770251"/>
                  <a:chExt cx="1515999" cy="1311783"/>
                </a:xfrm>
              </p:grpSpPr>
              <p:sp>
                <p:nvSpPr>
                  <p:cNvPr id="251" name="Freeform 20">
                    <a:extLst>
                      <a:ext uri="{FF2B5EF4-FFF2-40B4-BE49-F238E27FC236}">
                        <a16:creationId xmlns:a16="http://schemas.microsoft.com/office/drawing/2014/main" id="{4388C14A-4770-ADD8-9E8B-9258762E1452}"/>
                      </a:ext>
                    </a:extLst>
                  </p:cNvPr>
                  <p:cNvSpPr>
                    <a:spLocks/>
                  </p:cNvSpPr>
                  <p:nvPr/>
                </p:nvSpPr>
                <p:spPr bwMode="auto">
                  <a:xfrm>
                    <a:off x="5336668" y="2770251"/>
                    <a:ext cx="1515999" cy="131178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52" name="Freeform 21">
                    <a:extLst>
                      <a:ext uri="{FF2B5EF4-FFF2-40B4-BE49-F238E27FC236}">
                        <a16:creationId xmlns:a16="http://schemas.microsoft.com/office/drawing/2014/main" id="{7C3E7DDB-374E-B64B-CA48-9537919D53C8}"/>
                      </a:ext>
                    </a:extLst>
                  </p:cNvPr>
                  <p:cNvSpPr>
                    <a:spLocks/>
                  </p:cNvSpPr>
                  <p:nvPr/>
                </p:nvSpPr>
                <p:spPr bwMode="auto">
                  <a:xfrm>
                    <a:off x="5540884" y="3203448"/>
                    <a:ext cx="1150239" cy="57569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p:spPr>
                <p:txBody>
                  <a:bodyPr vert="horz" wrap="square" lIns="54727" tIns="27364" rIns="54727" bIns="27364" numCol="1" anchor="t" anchorCtr="0" compatLnSpc="1">
                    <a:prstTxWarp prst="textNoShape">
                      <a:avLst/>
                    </a:prstTxWarp>
                  </a:bodyPr>
                  <a:lstStyle/>
                  <a:p>
                    <a:endParaRPr lang="es-CL"/>
                  </a:p>
                </p:txBody>
              </p:sp>
            </p:grpSp>
          </p:grpSp>
        </p:grpSp>
        <p:grpSp>
          <p:nvGrpSpPr>
            <p:cNvPr id="167" name="Grupo 166">
              <a:extLst>
                <a:ext uri="{FF2B5EF4-FFF2-40B4-BE49-F238E27FC236}">
                  <a16:creationId xmlns:a16="http://schemas.microsoft.com/office/drawing/2014/main" id="{715B8A9A-F432-70A4-159F-A454719946BE}"/>
                </a:ext>
              </a:extLst>
            </p:cNvPr>
            <p:cNvGrpSpPr/>
            <p:nvPr/>
          </p:nvGrpSpPr>
          <p:grpSpPr>
            <a:xfrm>
              <a:off x="6586806" y="1494503"/>
              <a:ext cx="972001" cy="1122694"/>
              <a:chOff x="6081331" y="1669461"/>
              <a:chExt cx="1047298" cy="1122694"/>
            </a:xfrm>
          </p:grpSpPr>
          <p:sp>
            <p:nvSpPr>
              <p:cNvPr id="213" name="Rectangle: Rounded Corners 212">
                <a:extLst>
                  <a:ext uri="{FF2B5EF4-FFF2-40B4-BE49-F238E27FC236}">
                    <a16:creationId xmlns:a16="http://schemas.microsoft.com/office/drawing/2014/main" id="{ECB229E2-2954-F16C-91E1-291A6CF87DB7}"/>
                  </a:ext>
                </a:extLst>
              </p:cNvPr>
              <p:cNvSpPr/>
              <p:nvPr/>
            </p:nvSpPr>
            <p:spPr>
              <a:xfrm>
                <a:off x="614629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Ambiental</a:t>
                </a:r>
              </a:p>
            </p:txBody>
          </p:sp>
          <p:sp>
            <p:nvSpPr>
              <p:cNvPr id="221" name="Oval 20">
                <a:extLst>
                  <a:ext uri="{FF2B5EF4-FFF2-40B4-BE49-F238E27FC236}">
                    <a16:creationId xmlns:a16="http://schemas.microsoft.com/office/drawing/2014/main" id="{38B7A2F0-50C6-8A56-EA44-D9CEB154264B}"/>
                  </a:ext>
                </a:extLst>
              </p:cNvPr>
              <p:cNvSpPr>
                <a:spLocks noChangeAspect="1" noChangeArrowheads="1"/>
              </p:cNvSpPr>
              <p:nvPr/>
            </p:nvSpPr>
            <p:spPr bwMode="auto">
              <a:xfrm>
                <a:off x="60813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9</a:t>
                </a:r>
              </a:p>
            </p:txBody>
          </p:sp>
          <p:grpSp>
            <p:nvGrpSpPr>
              <p:cNvPr id="253" name="bcgIcons_Globe">
                <a:extLst>
                  <a:ext uri="{FF2B5EF4-FFF2-40B4-BE49-F238E27FC236}">
                    <a16:creationId xmlns:a16="http://schemas.microsoft.com/office/drawing/2014/main" id="{93D637BC-B5D1-77AD-D1D7-509CE0987DE4}"/>
                  </a:ext>
                </a:extLst>
              </p:cNvPr>
              <p:cNvGrpSpPr>
                <a:grpSpLocks noChangeAspect="1"/>
              </p:cNvGrpSpPr>
              <p:nvPr/>
            </p:nvGrpSpPr>
            <p:grpSpPr>
              <a:xfrm>
                <a:off x="6428073" y="1827711"/>
                <a:ext cx="418776" cy="418454"/>
                <a:chOff x="5273677" y="2606675"/>
                <a:chExt cx="1645920" cy="1644650"/>
              </a:xfrm>
            </p:grpSpPr>
            <p:sp>
              <p:nvSpPr>
                <p:cNvPr id="254" name="AutoShape 77">
                  <a:extLst>
                    <a:ext uri="{FF2B5EF4-FFF2-40B4-BE49-F238E27FC236}">
                      <a16:creationId xmlns:a16="http://schemas.microsoft.com/office/drawing/2014/main" id="{D9B91A1F-2942-4DA1-6DB0-C0804801FC25}"/>
                    </a:ext>
                  </a:extLst>
                </p:cNvPr>
                <p:cNvSpPr>
                  <a:spLocks noChangeAspect="1"/>
                </p:cNvSpPr>
                <p:nvPr/>
              </p:nvSpPr>
              <p:spPr bwMode="auto">
                <a:xfrm>
                  <a:off x="5273677" y="2606675"/>
                  <a:ext cx="164592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55" name="Group 254">
                  <a:extLst>
                    <a:ext uri="{FF2B5EF4-FFF2-40B4-BE49-F238E27FC236}">
                      <a16:creationId xmlns:a16="http://schemas.microsoft.com/office/drawing/2014/main" id="{DE06ADA9-8B54-B71C-2296-32795D98D464}"/>
                    </a:ext>
                  </a:extLst>
                </p:cNvPr>
                <p:cNvGrpSpPr>
                  <a:grpSpLocks/>
                </p:cNvGrpSpPr>
                <p:nvPr/>
              </p:nvGrpSpPr>
              <p:grpSpPr>
                <a:xfrm>
                  <a:off x="5457295" y="2790755"/>
                  <a:ext cx="1280194" cy="1277999"/>
                  <a:chOff x="5457295" y="2790755"/>
                  <a:chExt cx="1280194" cy="1277999"/>
                </a:xfrm>
              </p:grpSpPr>
              <p:sp>
                <p:nvSpPr>
                  <p:cNvPr id="256" name="Freeform 79">
                    <a:extLst>
                      <a:ext uri="{FF2B5EF4-FFF2-40B4-BE49-F238E27FC236}">
                        <a16:creationId xmlns:a16="http://schemas.microsoft.com/office/drawing/2014/main" id="{A5B8DF6B-2343-8CBA-682F-82E84A37053A}"/>
                      </a:ext>
                    </a:extLst>
                  </p:cNvPr>
                  <p:cNvSpPr>
                    <a:spLocks/>
                  </p:cNvSpPr>
                  <p:nvPr/>
                </p:nvSpPr>
                <p:spPr bwMode="auto">
                  <a:xfrm>
                    <a:off x="5457295" y="2790755"/>
                    <a:ext cx="1280194" cy="1277999"/>
                  </a:xfrm>
                  <a:custGeom>
                    <a:avLst/>
                    <a:gdLst>
                      <a:gd name="T0" fmla="*/ 1529 w 1792"/>
                      <a:gd name="T1" fmla="*/ 263 h 1790"/>
                      <a:gd name="T2" fmla="*/ 896 w 1792"/>
                      <a:gd name="T3" fmla="*/ 0 h 1790"/>
                      <a:gd name="T4" fmla="*/ 263 w 1792"/>
                      <a:gd name="T5" fmla="*/ 262 h 1790"/>
                      <a:gd name="T6" fmla="*/ 0 w 1792"/>
                      <a:gd name="T7" fmla="*/ 895 h 1790"/>
                      <a:gd name="T8" fmla="*/ 263 w 1792"/>
                      <a:gd name="T9" fmla="*/ 1528 h 1790"/>
                      <a:gd name="T10" fmla="*/ 896 w 1792"/>
                      <a:gd name="T11" fmla="*/ 1790 h 1790"/>
                      <a:gd name="T12" fmla="*/ 1529 w 1792"/>
                      <a:gd name="T13" fmla="*/ 1528 h 1790"/>
                      <a:gd name="T14" fmla="*/ 1792 w 1792"/>
                      <a:gd name="T15" fmla="*/ 895 h 1790"/>
                      <a:gd name="T16" fmla="*/ 1529 w 1792"/>
                      <a:gd name="T17" fmla="*/ 263 h 1790"/>
                      <a:gd name="T18" fmla="*/ 1498 w 1792"/>
                      <a:gd name="T19" fmla="*/ 1497 h 1790"/>
                      <a:gd name="T20" fmla="*/ 896 w 1792"/>
                      <a:gd name="T21" fmla="*/ 1746 h 1790"/>
                      <a:gd name="T22" fmla="*/ 294 w 1792"/>
                      <a:gd name="T23" fmla="*/ 1497 h 1790"/>
                      <a:gd name="T24" fmla="*/ 44 w 1792"/>
                      <a:gd name="T25" fmla="*/ 895 h 1790"/>
                      <a:gd name="T26" fmla="*/ 294 w 1792"/>
                      <a:gd name="T27" fmla="*/ 294 h 1790"/>
                      <a:gd name="T28" fmla="*/ 896 w 1792"/>
                      <a:gd name="T29" fmla="*/ 44 h 1790"/>
                      <a:gd name="T30" fmla="*/ 1498 w 1792"/>
                      <a:gd name="T31" fmla="*/ 294 h 1790"/>
                      <a:gd name="T32" fmla="*/ 1748 w 1792"/>
                      <a:gd name="T33" fmla="*/ 895 h 1790"/>
                      <a:gd name="T34" fmla="*/ 1498 w 1792"/>
                      <a:gd name="T35" fmla="*/ 149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2" h="1790">
                        <a:moveTo>
                          <a:pt x="1529" y="263"/>
                        </a:moveTo>
                        <a:cubicBezTo>
                          <a:pt x="1361" y="93"/>
                          <a:pt x="1136" y="0"/>
                          <a:pt x="896" y="0"/>
                        </a:cubicBezTo>
                        <a:cubicBezTo>
                          <a:pt x="656" y="0"/>
                          <a:pt x="431" y="93"/>
                          <a:pt x="263" y="262"/>
                        </a:cubicBezTo>
                        <a:cubicBezTo>
                          <a:pt x="93" y="431"/>
                          <a:pt x="0" y="656"/>
                          <a:pt x="0" y="895"/>
                        </a:cubicBezTo>
                        <a:cubicBezTo>
                          <a:pt x="0" y="1135"/>
                          <a:pt x="93" y="1360"/>
                          <a:pt x="263" y="1528"/>
                        </a:cubicBezTo>
                        <a:cubicBezTo>
                          <a:pt x="431" y="1697"/>
                          <a:pt x="656" y="1790"/>
                          <a:pt x="896" y="1790"/>
                        </a:cubicBezTo>
                        <a:cubicBezTo>
                          <a:pt x="1136" y="1790"/>
                          <a:pt x="1361" y="1697"/>
                          <a:pt x="1529" y="1528"/>
                        </a:cubicBezTo>
                        <a:cubicBezTo>
                          <a:pt x="1699" y="1360"/>
                          <a:pt x="1792" y="1135"/>
                          <a:pt x="1792" y="895"/>
                        </a:cubicBezTo>
                        <a:cubicBezTo>
                          <a:pt x="1792" y="656"/>
                          <a:pt x="1699" y="431"/>
                          <a:pt x="1529" y="263"/>
                        </a:cubicBezTo>
                        <a:close/>
                        <a:moveTo>
                          <a:pt x="1498" y="1497"/>
                        </a:moveTo>
                        <a:cubicBezTo>
                          <a:pt x="1338" y="1658"/>
                          <a:pt x="1123" y="1746"/>
                          <a:pt x="896" y="1746"/>
                        </a:cubicBezTo>
                        <a:cubicBezTo>
                          <a:pt x="669" y="1746"/>
                          <a:pt x="454" y="1658"/>
                          <a:pt x="294" y="1497"/>
                        </a:cubicBezTo>
                        <a:cubicBezTo>
                          <a:pt x="132" y="1337"/>
                          <a:pt x="44" y="1122"/>
                          <a:pt x="44" y="895"/>
                        </a:cubicBezTo>
                        <a:cubicBezTo>
                          <a:pt x="44" y="668"/>
                          <a:pt x="132" y="454"/>
                          <a:pt x="294" y="294"/>
                        </a:cubicBezTo>
                        <a:cubicBezTo>
                          <a:pt x="454" y="133"/>
                          <a:pt x="669" y="44"/>
                          <a:pt x="896" y="44"/>
                        </a:cubicBezTo>
                        <a:cubicBezTo>
                          <a:pt x="1123" y="44"/>
                          <a:pt x="1338" y="133"/>
                          <a:pt x="1498" y="294"/>
                        </a:cubicBezTo>
                        <a:cubicBezTo>
                          <a:pt x="1660" y="454"/>
                          <a:pt x="1748" y="668"/>
                          <a:pt x="1748" y="895"/>
                        </a:cubicBezTo>
                        <a:cubicBezTo>
                          <a:pt x="1748" y="1122"/>
                          <a:pt x="1660" y="1337"/>
                          <a:pt x="1498" y="1497"/>
                        </a:cubicBezTo>
                        <a:close/>
                      </a:path>
                    </a:pathLst>
                  </a:custGeom>
                  <a:solidFill>
                    <a:schemeClr val="accent1"/>
                  </a:solidFill>
                  <a:ln>
                    <a:noFill/>
                  </a:ln>
                </p:spPr>
                <p:txBody>
                  <a:bodyPr vert="horz" wrap="square" lIns="54727" tIns="27364" rIns="54727" bIns="27364" numCol="1" anchor="t" anchorCtr="0" compatLnSpc="1">
                    <a:prstTxWarp prst="textNoShape">
                      <a:avLst/>
                    </a:prstTxWarp>
                  </a:bodyPr>
                  <a:lstStyle/>
                  <a:p>
                    <a:endParaRPr lang="es-CL"/>
                  </a:p>
                </p:txBody>
              </p:sp>
              <p:sp>
                <p:nvSpPr>
                  <p:cNvPr id="257" name="Freeform 13">
                    <a:extLst>
                      <a:ext uri="{FF2B5EF4-FFF2-40B4-BE49-F238E27FC236}">
                        <a16:creationId xmlns:a16="http://schemas.microsoft.com/office/drawing/2014/main" id="{825BFEF8-5DF1-2146-D4DD-A3D5E3D71B8B}"/>
                      </a:ext>
                    </a:extLst>
                  </p:cNvPr>
                  <p:cNvSpPr>
                    <a:spLocks/>
                  </p:cNvSpPr>
                  <p:nvPr/>
                </p:nvSpPr>
                <p:spPr bwMode="auto">
                  <a:xfrm>
                    <a:off x="5517998" y="2851409"/>
                    <a:ext cx="1143255" cy="1156386"/>
                  </a:xfrm>
                  <a:custGeom>
                    <a:avLst/>
                    <a:gdLst>
                      <a:gd name="connsiteX0" fmla="*/ 533702 w 1143255"/>
                      <a:gd name="connsiteY0" fmla="*/ 1074544 h 1156386"/>
                      <a:gd name="connsiteX1" fmla="*/ 678794 w 1143255"/>
                      <a:gd name="connsiteY1" fmla="*/ 1144999 h 1156386"/>
                      <a:gd name="connsiteX2" fmla="*/ 676650 w 1143255"/>
                      <a:gd name="connsiteY2" fmla="*/ 1148558 h 1156386"/>
                      <a:gd name="connsiteX3" fmla="*/ 579445 w 1143255"/>
                      <a:gd name="connsiteY3" fmla="*/ 1156386 h 1156386"/>
                      <a:gd name="connsiteX4" fmla="*/ 462942 w 1143255"/>
                      <a:gd name="connsiteY4" fmla="*/ 1144999 h 1156386"/>
                      <a:gd name="connsiteX5" fmla="*/ 401474 w 1143255"/>
                      <a:gd name="connsiteY5" fmla="*/ 1128631 h 1156386"/>
                      <a:gd name="connsiteX6" fmla="*/ 400759 w 1143255"/>
                      <a:gd name="connsiteY6" fmla="*/ 1128631 h 1156386"/>
                      <a:gd name="connsiteX7" fmla="*/ 533702 w 1143255"/>
                      <a:gd name="connsiteY7" fmla="*/ 1074544 h 1156386"/>
                      <a:gd name="connsiteX8" fmla="*/ 900936 w 1143255"/>
                      <a:gd name="connsiteY8" fmla="*/ 803314 h 1156386"/>
                      <a:gd name="connsiteX9" fmla="*/ 901650 w 1143255"/>
                      <a:gd name="connsiteY9" fmla="*/ 803314 h 1156386"/>
                      <a:gd name="connsiteX10" fmla="*/ 916632 w 1143255"/>
                      <a:gd name="connsiteY10" fmla="*/ 897408 h 1156386"/>
                      <a:gd name="connsiteX11" fmla="*/ 856702 w 1143255"/>
                      <a:gd name="connsiteY11" fmla="*/ 923070 h 1156386"/>
                      <a:gd name="connsiteX12" fmla="*/ 855275 w 1143255"/>
                      <a:gd name="connsiteY12" fmla="*/ 920219 h 1156386"/>
                      <a:gd name="connsiteX13" fmla="*/ 865977 w 1143255"/>
                      <a:gd name="connsiteY13" fmla="*/ 839669 h 1156386"/>
                      <a:gd name="connsiteX14" fmla="*/ 900936 w 1143255"/>
                      <a:gd name="connsiteY14" fmla="*/ 803314 h 1156386"/>
                      <a:gd name="connsiteX15" fmla="*/ 8579 w 1143255"/>
                      <a:gd name="connsiteY15" fmla="*/ 493395 h 1156386"/>
                      <a:gd name="connsiteX16" fmla="*/ 80787 w 1143255"/>
                      <a:gd name="connsiteY16" fmla="*/ 552635 h 1156386"/>
                      <a:gd name="connsiteX17" fmla="*/ 157999 w 1143255"/>
                      <a:gd name="connsiteY17" fmla="*/ 711799 h 1156386"/>
                      <a:gd name="connsiteX18" fmla="*/ 169438 w 1143255"/>
                      <a:gd name="connsiteY18" fmla="*/ 858829 h 1156386"/>
                      <a:gd name="connsiteX19" fmla="*/ 169438 w 1143255"/>
                      <a:gd name="connsiteY19" fmla="*/ 860257 h 1156386"/>
                      <a:gd name="connsiteX20" fmla="*/ 187311 w 1143255"/>
                      <a:gd name="connsiteY20" fmla="*/ 997295 h 1156386"/>
                      <a:gd name="connsiteX21" fmla="*/ 183021 w 1143255"/>
                      <a:gd name="connsiteY21" fmla="*/ 999436 h 1156386"/>
                      <a:gd name="connsiteX22" fmla="*/ 0 w 1143255"/>
                      <a:gd name="connsiteY22" fmla="*/ 578330 h 1156386"/>
                      <a:gd name="connsiteX23" fmla="*/ 5719 w 1143255"/>
                      <a:gd name="connsiteY23" fmla="*/ 495536 h 1156386"/>
                      <a:gd name="connsiteX24" fmla="*/ 8579 w 1143255"/>
                      <a:gd name="connsiteY24" fmla="*/ 493395 h 1156386"/>
                      <a:gd name="connsiteX25" fmla="*/ 296585 w 1143255"/>
                      <a:gd name="connsiteY25" fmla="*/ 74456 h 1156386"/>
                      <a:gd name="connsiteX26" fmla="*/ 300159 w 1143255"/>
                      <a:gd name="connsiteY26" fmla="*/ 76598 h 1156386"/>
                      <a:gd name="connsiteX27" fmla="*/ 317319 w 1143255"/>
                      <a:gd name="connsiteY27" fmla="*/ 160812 h 1156386"/>
                      <a:gd name="connsiteX28" fmla="*/ 272990 w 1143255"/>
                      <a:gd name="connsiteY28" fmla="*/ 302121 h 1156386"/>
                      <a:gd name="connsiteX29" fmla="*/ 137859 w 1143255"/>
                      <a:gd name="connsiteY29" fmla="*/ 373489 h 1156386"/>
                      <a:gd name="connsiteX30" fmla="*/ 32043 w 1143255"/>
                      <a:gd name="connsiteY30" fmla="*/ 397754 h 1156386"/>
                      <a:gd name="connsiteX31" fmla="*/ 30613 w 1143255"/>
                      <a:gd name="connsiteY31" fmla="*/ 394899 h 1156386"/>
                      <a:gd name="connsiteX32" fmla="*/ 33473 w 1143255"/>
                      <a:gd name="connsiteY32" fmla="*/ 384908 h 1156386"/>
                      <a:gd name="connsiteX33" fmla="*/ 296585 w 1143255"/>
                      <a:gd name="connsiteY33" fmla="*/ 74456 h 1156386"/>
                      <a:gd name="connsiteX34" fmla="*/ 579383 w 1143255"/>
                      <a:gd name="connsiteY34" fmla="*/ 0 h 1156386"/>
                      <a:gd name="connsiteX35" fmla="*/ 1057972 w 1143255"/>
                      <a:gd name="connsiteY35" fmla="*/ 252720 h 1156386"/>
                      <a:gd name="connsiteX36" fmla="*/ 1142975 w 1143255"/>
                      <a:gd name="connsiteY36" fmla="*/ 442616 h 1156386"/>
                      <a:gd name="connsiteX37" fmla="*/ 1142975 w 1143255"/>
                      <a:gd name="connsiteY37" fmla="*/ 444758 h 1156386"/>
                      <a:gd name="connsiteX38" fmla="*/ 1141546 w 1143255"/>
                      <a:gd name="connsiteY38" fmla="*/ 447614 h 1156386"/>
                      <a:gd name="connsiteX39" fmla="*/ 1087259 w 1143255"/>
                      <a:gd name="connsiteY39" fmla="*/ 518289 h 1156386"/>
                      <a:gd name="connsiteX40" fmla="*/ 1031542 w 1143255"/>
                      <a:gd name="connsiteY40" fmla="*/ 518289 h 1156386"/>
                      <a:gd name="connsiteX41" fmla="*/ 967969 w 1143255"/>
                      <a:gd name="connsiteY41" fmla="*/ 471172 h 1156386"/>
                      <a:gd name="connsiteX42" fmla="*/ 966540 w 1143255"/>
                      <a:gd name="connsiteY42" fmla="*/ 475456 h 1156386"/>
                      <a:gd name="connsiteX43" fmla="*/ 918681 w 1143255"/>
                      <a:gd name="connsiteY43" fmla="*/ 578971 h 1156386"/>
                      <a:gd name="connsiteX44" fmla="*/ 840821 w 1143255"/>
                      <a:gd name="connsiteY44" fmla="*/ 562551 h 1156386"/>
                      <a:gd name="connsiteX45" fmla="*/ 836535 w 1143255"/>
                      <a:gd name="connsiteY45" fmla="*/ 565407 h 1156386"/>
                      <a:gd name="connsiteX46" fmla="*/ 922253 w 1143255"/>
                      <a:gd name="connsiteY46" fmla="*/ 637510 h 1156386"/>
                      <a:gd name="connsiteX47" fmla="*/ 926539 w 1143255"/>
                      <a:gd name="connsiteY47" fmla="*/ 638224 h 1156386"/>
                      <a:gd name="connsiteX48" fmla="*/ 854393 w 1143255"/>
                      <a:gd name="connsiteY48" fmla="*/ 753161 h 1156386"/>
                      <a:gd name="connsiteX49" fmla="*/ 827964 w 1143255"/>
                      <a:gd name="connsiteY49" fmla="*/ 883805 h 1156386"/>
                      <a:gd name="connsiteX50" fmla="*/ 715102 w 1143255"/>
                      <a:gd name="connsiteY50" fmla="*/ 1014448 h 1156386"/>
                      <a:gd name="connsiteX51" fmla="*/ 600098 w 1143255"/>
                      <a:gd name="connsiteY51" fmla="*/ 910219 h 1156386"/>
                      <a:gd name="connsiteX52" fmla="*/ 579383 w 1143255"/>
                      <a:gd name="connsiteY52" fmla="*/ 841685 h 1156386"/>
                      <a:gd name="connsiteX53" fmla="*/ 560811 w 1143255"/>
                      <a:gd name="connsiteY53" fmla="*/ 731031 h 1156386"/>
                      <a:gd name="connsiteX54" fmla="*/ 557954 w 1143255"/>
                      <a:gd name="connsiteY54" fmla="*/ 728889 h 1156386"/>
                      <a:gd name="connsiteX55" fmla="*/ 339374 w 1143255"/>
                      <a:gd name="connsiteY55" fmla="*/ 532567 h 1156386"/>
                      <a:gd name="connsiteX56" fmla="*/ 457950 w 1143255"/>
                      <a:gd name="connsiteY56" fmla="*/ 416202 h 1156386"/>
                      <a:gd name="connsiteX57" fmla="*/ 457950 w 1143255"/>
                      <a:gd name="connsiteY57" fmla="*/ 411919 h 1156386"/>
                      <a:gd name="connsiteX58" fmla="*/ 445807 w 1143255"/>
                      <a:gd name="connsiteY58" fmla="*/ 375510 h 1156386"/>
                      <a:gd name="connsiteX59" fmla="*/ 563668 w 1143255"/>
                      <a:gd name="connsiteY59" fmla="*/ 276278 h 1156386"/>
                      <a:gd name="connsiteX60" fmla="*/ 565097 w 1143255"/>
                      <a:gd name="connsiteY60" fmla="*/ 274850 h 1156386"/>
                      <a:gd name="connsiteX61" fmla="*/ 593669 w 1143255"/>
                      <a:gd name="connsiteY61" fmla="*/ 200605 h 1156386"/>
                      <a:gd name="connsiteX62" fmla="*/ 682244 w 1143255"/>
                      <a:gd name="connsiteY62" fmla="*/ 139210 h 1156386"/>
                      <a:gd name="connsiteX63" fmla="*/ 533667 w 1143255"/>
                      <a:gd name="connsiteY63" fmla="*/ 156344 h 1156386"/>
                      <a:gd name="connsiteX64" fmla="*/ 398662 w 1143255"/>
                      <a:gd name="connsiteY64" fmla="*/ 169908 h 1156386"/>
                      <a:gd name="connsiteX65" fmla="*/ 493666 w 1143255"/>
                      <a:gd name="connsiteY65" fmla="*/ 89951 h 1156386"/>
                      <a:gd name="connsiteX66" fmla="*/ 495094 w 1143255"/>
                      <a:gd name="connsiteY66" fmla="*/ 9281 h 1156386"/>
                      <a:gd name="connsiteX67" fmla="*/ 496523 w 1143255"/>
                      <a:gd name="connsiteY67" fmla="*/ 5711 h 1156386"/>
                      <a:gd name="connsiteX68" fmla="*/ 579383 w 1143255"/>
                      <a:gd name="connsiteY68" fmla="*/ 0 h 11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143255" h="1156386">
                        <a:moveTo>
                          <a:pt x="533702" y="1074544"/>
                        </a:moveTo>
                        <a:cubicBezTo>
                          <a:pt x="599458" y="1078814"/>
                          <a:pt x="639484" y="1075967"/>
                          <a:pt x="678794" y="1144999"/>
                        </a:cubicBezTo>
                        <a:cubicBezTo>
                          <a:pt x="679509" y="1146423"/>
                          <a:pt x="678080" y="1148558"/>
                          <a:pt x="676650" y="1148558"/>
                        </a:cubicBezTo>
                        <a:cubicBezTo>
                          <a:pt x="645202" y="1153539"/>
                          <a:pt x="612323" y="1156386"/>
                          <a:pt x="579445" y="1156386"/>
                        </a:cubicBezTo>
                        <a:cubicBezTo>
                          <a:pt x="539419" y="1156386"/>
                          <a:pt x="500109" y="1152828"/>
                          <a:pt x="462942" y="1144999"/>
                        </a:cubicBezTo>
                        <a:cubicBezTo>
                          <a:pt x="430778" y="1137171"/>
                          <a:pt x="407192" y="1130054"/>
                          <a:pt x="401474" y="1128631"/>
                        </a:cubicBezTo>
                        <a:cubicBezTo>
                          <a:pt x="401474" y="1128631"/>
                          <a:pt x="400759" y="1128631"/>
                          <a:pt x="400759" y="1128631"/>
                        </a:cubicBezTo>
                        <a:cubicBezTo>
                          <a:pt x="401474" y="1127919"/>
                          <a:pt x="467945" y="1070985"/>
                          <a:pt x="533702" y="1074544"/>
                        </a:cubicBezTo>
                        <a:close/>
                        <a:moveTo>
                          <a:pt x="900936" y="803314"/>
                        </a:moveTo>
                        <a:cubicBezTo>
                          <a:pt x="900936" y="803314"/>
                          <a:pt x="901650" y="803314"/>
                          <a:pt x="901650" y="803314"/>
                        </a:cubicBezTo>
                        <a:cubicBezTo>
                          <a:pt x="961580" y="813294"/>
                          <a:pt x="945171" y="853212"/>
                          <a:pt x="916632" y="897408"/>
                        </a:cubicBezTo>
                        <a:cubicBezTo>
                          <a:pt x="892375" y="935188"/>
                          <a:pt x="863837" y="926634"/>
                          <a:pt x="856702" y="923070"/>
                        </a:cubicBezTo>
                        <a:cubicBezTo>
                          <a:pt x="855275" y="922357"/>
                          <a:pt x="855275" y="921644"/>
                          <a:pt x="855275" y="920219"/>
                        </a:cubicBezTo>
                        <a:cubicBezTo>
                          <a:pt x="857416" y="910952"/>
                          <a:pt x="865977" y="868895"/>
                          <a:pt x="865977" y="839669"/>
                        </a:cubicBezTo>
                        <a:cubicBezTo>
                          <a:pt x="865977" y="809017"/>
                          <a:pt x="896656" y="803314"/>
                          <a:pt x="900936" y="803314"/>
                        </a:cubicBezTo>
                        <a:close/>
                        <a:moveTo>
                          <a:pt x="8579" y="493395"/>
                        </a:moveTo>
                        <a:cubicBezTo>
                          <a:pt x="27167" y="495536"/>
                          <a:pt x="68633" y="506242"/>
                          <a:pt x="80787" y="552635"/>
                        </a:cubicBezTo>
                        <a:cubicBezTo>
                          <a:pt x="95800" y="611876"/>
                          <a:pt x="117963" y="687532"/>
                          <a:pt x="157999" y="711799"/>
                        </a:cubicBezTo>
                        <a:cubicBezTo>
                          <a:pt x="196605" y="734639"/>
                          <a:pt x="170867" y="850978"/>
                          <a:pt x="169438" y="858829"/>
                        </a:cubicBezTo>
                        <a:cubicBezTo>
                          <a:pt x="168723" y="859543"/>
                          <a:pt x="168723" y="859543"/>
                          <a:pt x="169438" y="860257"/>
                        </a:cubicBezTo>
                        <a:cubicBezTo>
                          <a:pt x="169438" y="860257"/>
                          <a:pt x="169438" y="860257"/>
                          <a:pt x="187311" y="997295"/>
                        </a:cubicBezTo>
                        <a:cubicBezTo>
                          <a:pt x="187311" y="999436"/>
                          <a:pt x="184451" y="1001577"/>
                          <a:pt x="183021" y="999436"/>
                        </a:cubicBezTo>
                        <a:cubicBezTo>
                          <a:pt x="70063" y="893803"/>
                          <a:pt x="0" y="744631"/>
                          <a:pt x="0" y="578330"/>
                        </a:cubicBezTo>
                        <a:cubicBezTo>
                          <a:pt x="0" y="550494"/>
                          <a:pt x="2145" y="522658"/>
                          <a:pt x="5719" y="495536"/>
                        </a:cubicBezTo>
                        <a:cubicBezTo>
                          <a:pt x="5719" y="494109"/>
                          <a:pt x="7149" y="493395"/>
                          <a:pt x="8579" y="493395"/>
                        </a:cubicBezTo>
                        <a:close/>
                        <a:moveTo>
                          <a:pt x="296585" y="74456"/>
                        </a:moveTo>
                        <a:cubicBezTo>
                          <a:pt x="298015" y="73029"/>
                          <a:pt x="300159" y="74456"/>
                          <a:pt x="300159" y="76598"/>
                        </a:cubicBezTo>
                        <a:cubicBezTo>
                          <a:pt x="300159" y="88730"/>
                          <a:pt x="300874" y="126555"/>
                          <a:pt x="317319" y="160812"/>
                        </a:cubicBezTo>
                        <a:cubicBezTo>
                          <a:pt x="337338" y="202919"/>
                          <a:pt x="325899" y="297125"/>
                          <a:pt x="272990" y="302121"/>
                        </a:cubicBezTo>
                        <a:cubicBezTo>
                          <a:pt x="220082" y="307117"/>
                          <a:pt x="153589" y="331382"/>
                          <a:pt x="137859" y="373489"/>
                        </a:cubicBezTo>
                        <a:cubicBezTo>
                          <a:pt x="124275" y="411314"/>
                          <a:pt x="47772" y="400609"/>
                          <a:pt x="32043" y="397754"/>
                        </a:cubicBezTo>
                        <a:cubicBezTo>
                          <a:pt x="30613" y="397754"/>
                          <a:pt x="29898" y="396327"/>
                          <a:pt x="30613" y="394899"/>
                        </a:cubicBezTo>
                        <a:cubicBezTo>
                          <a:pt x="30613" y="392758"/>
                          <a:pt x="32043" y="389190"/>
                          <a:pt x="33473" y="384908"/>
                        </a:cubicBezTo>
                        <a:cubicBezTo>
                          <a:pt x="80661" y="252163"/>
                          <a:pt x="175038" y="142256"/>
                          <a:pt x="296585" y="74456"/>
                        </a:cubicBezTo>
                        <a:close/>
                        <a:moveTo>
                          <a:pt x="579383" y="0"/>
                        </a:moveTo>
                        <a:cubicBezTo>
                          <a:pt x="777962" y="0"/>
                          <a:pt x="953682" y="99946"/>
                          <a:pt x="1057972" y="252720"/>
                        </a:cubicBezTo>
                        <a:cubicBezTo>
                          <a:pt x="1115117" y="341957"/>
                          <a:pt x="1137975" y="424769"/>
                          <a:pt x="1142975" y="442616"/>
                        </a:cubicBezTo>
                        <a:cubicBezTo>
                          <a:pt x="1142975" y="443330"/>
                          <a:pt x="1142975" y="444044"/>
                          <a:pt x="1142975" y="444758"/>
                        </a:cubicBezTo>
                        <a:cubicBezTo>
                          <a:pt x="1143689" y="445472"/>
                          <a:pt x="1142975" y="446900"/>
                          <a:pt x="1141546" y="447614"/>
                        </a:cubicBezTo>
                        <a:cubicBezTo>
                          <a:pt x="1133689" y="451897"/>
                          <a:pt x="1098688" y="474028"/>
                          <a:pt x="1087259" y="518289"/>
                        </a:cubicBezTo>
                        <a:cubicBezTo>
                          <a:pt x="1073687" y="567548"/>
                          <a:pt x="1047257" y="561123"/>
                          <a:pt x="1031542" y="518289"/>
                        </a:cubicBezTo>
                        <a:cubicBezTo>
                          <a:pt x="1020828" y="488306"/>
                          <a:pt x="987255" y="475456"/>
                          <a:pt x="967969" y="471172"/>
                        </a:cubicBezTo>
                        <a:cubicBezTo>
                          <a:pt x="965826" y="470458"/>
                          <a:pt x="963683" y="474028"/>
                          <a:pt x="966540" y="475456"/>
                        </a:cubicBezTo>
                        <a:cubicBezTo>
                          <a:pt x="1004398" y="503297"/>
                          <a:pt x="963683" y="540420"/>
                          <a:pt x="918681" y="578971"/>
                        </a:cubicBezTo>
                        <a:cubicBezTo>
                          <a:pt x="885108" y="607526"/>
                          <a:pt x="855822" y="581826"/>
                          <a:pt x="840821" y="562551"/>
                        </a:cubicBezTo>
                        <a:cubicBezTo>
                          <a:pt x="839393" y="560409"/>
                          <a:pt x="835821" y="562551"/>
                          <a:pt x="836535" y="565407"/>
                        </a:cubicBezTo>
                        <a:cubicBezTo>
                          <a:pt x="875822" y="671063"/>
                          <a:pt x="912252" y="647505"/>
                          <a:pt x="922253" y="637510"/>
                        </a:cubicBezTo>
                        <a:cubicBezTo>
                          <a:pt x="923681" y="636082"/>
                          <a:pt x="926539" y="636796"/>
                          <a:pt x="926539" y="638224"/>
                        </a:cubicBezTo>
                        <a:cubicBezTo>
                          <a:pt x="939396" y="691052"/>
                          <a:pt x="876537" y="716753"/>
                          <a:pt x="854393" y="753161"/>
                        </a:cubicBezTo>
                        <a:cubicBezTo>
                          <a:pt x="832964" y="790284"/>
                          <a:pt x="828678" y="879521"/>
                          <a:pt x="827964" y="883805"/>
                        </a:cubicBezTo>
                        <a:cubicBezTo>
                          <a:pt x="827249" y="887374"/>
                          <a:pt x="814392" y="955908"/>
                          <a:pt x="715102" y="1014448"/>
                        </a:cubicBezTo>
                        <a:cubicBezTo>
                          <a:pt x="613670" y="1073701"/>
                          <a:pt x="602241" y="941630"/>
                          <a:pt x="600098" y="910219"/>
                        </a:cubicBezTo>
                        <a:cubicBezTo>
                          <a:pt x="597955" y="879521"/>
                          <a:pt x="597955" y="850965"/>
                          <a:pt x="579383" y="841685"/>
                        </a:cubicBezTo>
                        <a:cubicBezTo>
                          <a:pt x="562240" y="833832"/>
                          <a:pt x="560811" y="746736"/>
                          <a:pt x="560811" y="731031"/>
                        </a:cubicBezTo>
                        <a:cubicBezTo>
                          <a:pt x="560811" y="730317"/>
                          <a:pt x="559382" y="728889"/>
                          <a:pt x="557954" y="728889"/>
                        </a:cubicBezTo>
                        <a:cubicBezTo>
                          <a:pt x="292944" y="695336"/>
                          <a:pt x="352232" y="609668"/>
                          <a:pt x="339374" y="532567"/>
                        </a:cubicBezTo>
                        <a:cubicBezTo>
                          <a:pt x="328660" y="471172"/>
                          <a:pt x="419377" y="430480"/>
                          <a:pt x="457950" y="416202"/>
                        </a:cubicBezTo>
                        <a:cubicBezTo>
                          <a:pt x="460093" y="415488"/>
                          <a:pt x="460093" y="412633"/>
                          <a:pt x="457950" y="411919"/>
                        </a:cubicBezTo>
                        <a:cubicBezTo>
                          <a:pt x="452236" y="408349"/>
                          <a:pt x="446521" y="399069"/>
                          <a:pt x="445807" y="375510"/>
                        </a:cubicBezTo>
                        <a:cubicBezTo>
                          <a:pt x="443664" y="325537"/>
                          <a:pt x="551525" y="281276"/>
                          <a:pt x="563668" y="276278"/>
                        </a:cubicBezTo>
                        <a:cubicBezTo>
                          <a:pt x="564383" y="276278"/>
                          <a:pt x="565097" y="275564"/>
                          <a:pt x="565097" y="274850"/>
                        </a:cubicBezTo>
                        <a:cubicBezTo>
                          <a:pt x="567954" y="265570"/>
                          <a:pt x="587241" y="200605"/>
                          <a:pt x="593669" y="200605"/>
                        </a:cubicBezTo>
                        <a:cubicBezTo>
                          <a:pt x="600098" y="200605"/>
                          <a:pt x="700102" y="167766"/>
                          <a:pt x="682244" y="139210"/>
                        </a:cubicBezTo>
                        <a:cubicBezTo>
                          <a:pt x="664386" y="109940"/>
                          <a:pt x="582955" y="129929"/>
                          <a:pt x="533667" y="156344"/>
                        </a:cubicBezTo>
                        <a:cubicBezTo>
                          <a:pt x="485094" y="182758"/>
                          <a:pt x="412234" y="204889"/>
                          <a:pt x="398662" y="169908"/>
                        </a:cubicBezTo>
                        <a:cubicBezTo>
                          <a:pt x="385805" y="134213"/>
                          <a:pt x="462950" y="105657"/>
                          <a:pt x="493666" y="89951"/>
                        </a:cubicBezTo>
                        <a:cubicBezTo>
                          <a:pt x="520095" y="76387"/>
                          <a:pt x="500095" y="22845"/>
                          <a:pt x="495094" y="9281"/>
                        </a:cubicBezTo>
                        <a:cubicBezTo>
                          <a:pt x="494380" y="7853"/>
                          <a:pt x="495094" y="6425"/>
                          <a:pt x="496523" y="5711"/>
                        </a:cubicBezTo>
                        <a:cubicBezTo>
                          <a:pt x="523667" y="2142"/>
                          <a:pt x="551525" y="0"/>
                          <a:pt x="579383" y="0"/>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8" name="Grupo 167">
              <a:extLst>
                <a:ext uri="{FF2B5EF4-FFF2-40B4-BE49-F238E27FC236}">
                  <a16:creationId xmlns:a16="http://schemas.microsoft.com/office/drawing/2014/main" id="{AFFCB6E1-C202-5BD8-FFB4-7DEAE77329D2}"/>
                </a:ext>
              </a:extLst>
            </p:cNvPr>
            <p:cNvGrpSpPr/>
            <p:nvPr/>
          </p:nvGrpSpPr>
          <p:grpSpPr>
            <a:xfrm>
              <a:off x="7639053" y="1494503"/>
              <a:ext cx="972002" cy="1122694"/>
              <a:chOff x="7164251" y="1669461"/>
              <a:chExt cx="1047299" cy="1122694"/>
            </a:xfrm>
          </p:grpSpPr>
          <p:sp>
            <p:nvSpPr>
              <p:cNvPr id="214" name="Rectangle: Rounded Corners 213">
                <a:extLst>
                  <a:ext uri="{FF2B5EF4-FFF2-40B4-BE49-F238E27FC236}">
                    <a16:creationId xmlns:a16="http://schemas.microsoft.com/office/drawing/2014/main" id="{F0446FA8-8EAE-0C47-A148-26746E20C28B}"/>
                  </a:ext>
                </a:extLst>
              </p:cNvPr>
              <p:cNvSpPr/>
              <p:nvPr/>
            </p:nvSpPr>
            <p:spPr>
              <a:xfrm>
                <a:off x="722921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I+D</a:t>
                </a:r>
              </a:p>
            </p:txBody>
          </p:sp>
          <p:sp>
            <p:nvSpPr>
              <p:cNvPr id="226" name="Oval 20">
                <a:extLst>
                  <a:ext uri="{FF2B5EF4-FFF2-40B4-BE49-F238E27FC236}">
                    <a16:creationId xmlns:a16="http://schemas.microsoft.com/office/drawing/2014/main" id="{C037AC07-43B1-1A24-2193-6B96E731BB3F}"/>
                  </a:ext>
                </a:extLst>
              </p:cNvPr>
              <p:cNvSpPr>
                <a:spLocks noChangeAspect="1" noChangeArrowheads="1"/>
              </p:cNvSpPr>
              <p:nvPr/>
            </p:nvSpPr>
            <p:spPr bwMode="auto">
              <a:xfrm>
                <a:off x="71642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10</a:t>
                </a:r>
              </a:p>
            </p:txBody>
          </p:sp>
          <p:grpSp>
            <p:nvGrpSpPr>
              <p:cNvPr id="258" name="bcgIcons_Data Analysis ">
                <a:extLst>
                  <a:ext uri="{FF2B5EF4-FFF2-40B4-BE49-F238E27FC236}">
                    <a16:creationId xmlns:a16="http://schemas.microsoft.com/office/drawing/2014/main" id="{F52818F9-95AA-45F9-B847-442053A2A493}"/>
                  </a:ext>
                </a:extLst>
              </p:cNvPr>
              <p:cNvGrpSpPr>
                <a:grpSpLocks noChangeAspect="1"/>
              </p:cNvGrpSpPr>
              <p:nvPr/>
            </p:nvGrpSpPr>
            <p:grpSpPr>
              <a:xfrm>
                <a:off x="7510950" y="1827711"/>
                <a:ext cx="418857" cy="418454"/>
                <a:chOff x="6464300" y="2606675"/>
                <a:chExt cx="1646238" cy="1644650"/>
              </a:xfrm>
            </p:grpSpPr>
            <p:sp>
              <p:nvSpPr>
                <p:cNvPr id="259" name="AutoShape 15">
                  <a:extLst>
                    <a:ext uri="{FF2B5EF4-FFF2-40B4-BE49-F238E27FC236}">
                      <a16:creationId xmlns:a16="http://schemas.microsoft.com/office/drawing/2014/main" id="{F9A93F3A-A231-6D37-E706-07AB50F3ADC6}"/>
                    </a:ext>
                  </a:extLst>
                </p:cNvPr>
                <p:cNvSpPr>
                  <a:spLocks noChangeAspec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60" name="Group 259">
                  <a:extLst>
                    <a:ext uri="{FF2B5EF4-FFF2-40B4-BE49-F238E27FC236}">
                      <a16:creationId xmlns:a16="http://schemas.microsoft.com/office/drawing/2014/main" id="{120323D5-2B78-EE09-5700-06486FDA55FE}"/>
                    </a:ext>
                  </a:extLst>
                </p:cNvPr>
                <p:cNvGrpSpPr>
                  <a:grpSpLocks/>
                </p:cNvGrpSpPr>
                <p:nvPr/>
              </p:nvGrpSpPr>
              <p:grpSpPr>
                <a:xfrm>
                  <a:off x="6635750" y="2963862"/>
                  <a:ext cx="1367015" cy="1238250"/>
                  <a:chOff x="6635750" y="2963862"/>
                  <a:chExt cx="1367015" cy="1238250"/>
                </a:xfrm>
              </p:grpSpPr>
              <p:sp>
                <p:nvSpPr>
                  <p:cNvPr id="261" name="Freeform 10">
                    <a:extLst>
                      <a:ext uri="{FF2B5EF4-FFF2-40B4-BE49-F238E27FC236}">
                        <a16:creationId xmlns:a16="http://schemas.microsoft.com/office/drawing/2014/main" id="{B2A098F1-3CD0-ACC0-9A74-7D647C1A3B0B}"/>
                      </a:ext>
                    </a:extLst>
                  </p:cNvPr>
                  <p:cNvSpPr>
                    <a:spLocks/>
                  </p:cNvSpPr>
                  <p:nvPr/>
                </p:nvSpPr>
                <p:spPr bwMode="auto">
                  <a:xfrm>
                    <a:off x="6635750" y="2963862"/>
                    <a:ext cx="1367015" cy="1238250"/>
                  </a:xfrm>
                  <a:custGeom>
                    <a:avLst/>
                    <a:gdLst>
                      <a:gd name="connsiteX0" fmla="*/ 1124567 w 1367015"/>
                      <a:gd name="connsiteY0" fmla="*/ 922337 h 1238250"/>
                      <a:gd name="connsiteX1" fmla="*/ 1113855 w 1367015"/>
                      <a:gd name="connsiteY1" fmla="*/ 931647 h 1238250"/>
                      <a:gd name="connsiteX2" fmla="*/ 1058863 w 1367015"/>
                      <a:gd name="connsiteY2" fmla="*/ 985360 h 1238250"/>
                      <a:gd name="connsiteX3" fmla="*/ 1269544 w 1367015"/>
                      <a:gd name="connsiteY3" fmla="*/ 1205939 h 1238250"/>
                      <a:gd name="connsiteX4" fmla="*/ 1282399 w 1367015"/>
                      <a:gd name="connsiteY4" fmla="*/ 1205939 h 1238250"/>
                      <a:gd name="connsiteX5" fmla="*/ 1313109 w 1367015"/>
                      <a:gd name="connsiteY5" fmla="*/ 1185886 h 1238250"/>
                      <a:gd name="connsiteX6" fmla="*/ 1333820 w 1367015"/>
                      <a:gd name="connsiteY6" fmla="*/ 1155807 h 1238250"/>
                      <a:gd name="connsiteX7" fmla="*/ 1335248 w 1367015"/>
                      <a:gd name="connsiteY7" fmla="*/ 1142916 h 1238250"/>
                      <a:gd name="connsiteX8" fmla="*/ 1133851 w 1367015"/>
                      <a:gd name="connsiteY8" fmla="*/ 931647 h 1238250"/>
                      <a:gd name="connsiteX9" fmla="*/ 1124567 w 1367015"/>
                      <a:gd name="connsiteY9" fmla="*/ 922337 h 1238250"/>
                      <a:gd name="connsiteX10" fmla="*/ 925229 w 1367015"/>
                      <a:gd name="connsiteY10" fmla="*/ 906462 h 1238250"/>
                      <a:gd name="connsiteX11" fmla="*/ 949325 w 1367015"/>
                      <a:gd name="connsiteY11" fmla="*/ 931862 h 1238250"/>
                      <a:gd name="connsiteX12" fmla="*/ 869950 w 1367015"/>
                      <a:gd name="connsiteY12" fmla="*/ 931862 h 1238250"/>
                      <a:gd name="connsiteX13" fmla="*/ 925229 w 1367015"/>
                      <a:gd name="connsiteY13" fmla="*/ 906462 h 1238250"/>
                      <a:gd name="connsiteX14" fmla="*/ 1124927 w 1367015"/>
                      <a:gd name="connsiteY14" fmla="*/ 884237 h 1238250"/>
                      <a:gd name="connsiteX15" fmla="*/ 1135645 w 1367015"/>
                      <a:gd name="connsiteY15" fmla="*/ 889243 h 1238250"/>
                      <a:gd name="connsiteX16" fmla="*/ 1146363 w 1367015"/>
                      <a:gd name="connsiteY16" fmla="*/ 900686 h 1238250"/>
                      <a:gd name="connsiteX17" fmla="*/ 1176374 w 1367015"/>
                      <a:gd name="connsiteY17" fmla="*/ 932154 h 1238250"/>
                      <a:gd name="connsiteX18" fmla="*/ 1357152 w 1367015"/>
                      <a:gd name="connsiteY18" fmla="*/ 1121676 h 1238250"/>
                      <a:gd name="connsiteX19" fmla="*/ 1363582 w 1367015"/>
                      <a:gd name="connsiteY19" fmla="*/ 1166017 h 1238250"/>
                      <a:gd name="connsiteX20" fmla="*/ 1335001 w 1367015"/>
                      <a:gd name="connsiteY20" fmla="*/ 1208928 h 1238250"/>
                      <a:gd name="connsiteX21" fmla="*/ 1290700 w 1367015"/>
                      <a:gd name="connsiteY21" fmla="*/ 1236105 h 1238250"/>
                      <a:gd name="connsiteX22" fmla="*/ 1273551 w 1367015"/>
                      <a:gd name="connsiteY22" fmla="*/ 1238250 h 1238250"/>
                      <a:gd name="connsiteX23" fmla="*/ 1246398 w 1367015"/>
                      <a:gd name="connsiteY23" fmla="*/ 1227522 h 1238250"/>
                      <a:gd name="connsiteX24" fmla="*/ 1024892 w 1367015"/>
                      <a:gd name="connsiteY24" fmla="*/ 996520 h 1238250"/>
                      <a:gd name="connsiteX25" fmla="*/ 1025606 w 1367015"/>
                      <a:gd name="connsiteY25" fmla="*/ 974350 h 1238250"/>
                      <a:gd name="connsiteX26" fmla="*/ 1068478 w 1367015"/>
                      <a:gd name="connsiteY26" fmla="*/ 932154 h 1238250"/>
                      <a:gd name="connsiteX27" fmla="*/ 1076338 w 1367015"/>
                      <a:gd name="connsiteY27" fmla="*/ 925002 h 1238250"/>
                      <a:gd name="connsiteX28" fmla="*/ 1100633 w 1367015"/>
                      <a:gd name="connsiteY28" fmla="*/ 900686 h 1238250"/>
                      <a:gd name="connsiteX29" fmla="*/ 1104205 w 1367015"/>
                      <a:gd name="connsiteY29" fmla="*/ 897826 h 1238250"/>
                      <a:gd name="connsiteX30" fmla="*/ 1113494 w 1367015"/>
                      <a:gd name="connsiteY30" fmla="*/ 889243 h 1238250"/>
                      <a:gd name="connsiteX31" fmla="*/ 1124927 w 1367015"/>
                      <a:gd name="connsiteY31" fmla="*/ 884237 h 1238250"/>
                      <a:gd name="connsiteX32" fmla="*/ 346518 w 1367015"/>
                      <a:gd name="connsiteY32" fmla="*/ 565150 h 1238250"/>
                      <a:gd name="connsiteX33" fmla="*/ 306388 w 1367015"/>
                      <a:gd name="connsiteY33" fmla="*/ 606784 h 1238250"/>
                      <a:gd name="connsiteX34" fmla="*/ 306388 w 1367015"/>
                      <a:gd name="connsiteY34" fmla="*/ 608938 h 1238250"/>
                      <a:gd name="connsiteX35" fmla="*/ 319765 w 1367015"/>
                      <a:gd name="connsiteY35" fmla="*/ 636933 h 1238250"/>
                      <a:gd name="connsiteX36" fmla="*/ 346518 w 1367015"/>
                      <a:gd name="connsiteY36" fmla="*/ 647700 h 1238250"/>
                      <a:gd name="connsiteX37" fmla="*/ 387351 w 1367015"/>
                      <a:gd name="connsiteY37" fmla="*/ 606784 h 1238250"/>
                      <a:gd name="connsiteX38" fmla="*/ 383127 w 1367015"/>
                      <a:gd name="connsiteY38" fmla="*/ 588838 h 1238250"/>
                      <a:gd name="connsiteX39" fmla="*/ 360598 w 1367015"/>
                      <a:gd name="connsiteY39" fmla="*/ 568021 h 1238250"/>
                      <a:gd name="connsiteX40" fmla="*/ 346518 w 1367015"/>
                      <a:gd name="connsiteY40" fmla="*/ 565150 h 1238250"/>
                      <a:gd name="connsiteX41" fmla="*/ 760846 w 1367015"/>
                      <a:gd name="connsiteY41" fmla="*/ 492125 h 1238250"/>
                      <a:gd name="connsiteX42" fmla="*/ 735591 w 1367015"/>
                      <a:gd name="connsiteY42" fmla="*/ 499181 h 1238250"/>
                      <a:gd name="connsiteX43" fmla="*/ 710335 w 1367015"/>
                      <a:gd name="connsiteY43" fmla="*/ 535164 h 1238250"/>
                      <a:gd name="connsiteX44" fmla="*/ 709613 w 1367015"/>
                      <a:gd name="connsiteY44" fmla="*/ 542925 h 1238250"/>
                      <a:gd name="connsiteX45" fmla="*/ 760846 w 1367015"/>
                      <a:gd name="connsiteY45" fmla="*/ 593725 h 1238250"/>
                      <a:gd name="connsiteX46" fmla="*/ 767341 w 1367015"/>
                      <a:gd name="connsiteY46" fmla="*/ 593725 h 1238250"/>
                      <a:gd name="connsiteX47" fmla="*/ 804864 w 1367015"/>
                      <a:gd name="connsiteY47" fmla="*/ 570442 h 1238250"/>
                      <a:gd name="connsiteX48" fmla="*/ 812801 w 1367015"/>
                      <a:gd name="connsiteY48" fmla="*/ 542925 h 1238250"/>
                      <a:gd name="connsiteX49" fmla="*/ 812801 w 1367015"/>
                      <a:gd name="connsiteY49" fmla="*/ 539397 h 1238250"/>
                      <a:gd name="connsiteX50" fmla="*/ 768062 w 1367015"/>
                      <a:gd name="connsiteY50" fmla="*/ 492831 h 1238250"/>
                      <a:gd name="connsiteX51" fmla="*/ 760846 w 1367015"/>
                      <a:gd name="connsiteY51" fmla="*/ 492125 h 1238250"/>
                      <a:gd name="connsiteX52" fmla="*/ 891455 w 1367015"/>
                      <a:gd name="connsiteY52" fmla="*/ 415925 h 1238250"/>
                      <a:gd name="connsiteX53" fmla="*/ 915035 w 1367015"/>
                      <a:gd name="connsiteY53" fmla="*/ 434485 h 1238250"/>
                      <a:gd name="connsiteX54" fmla="*/ 920751 w 1367015"/>
                      <a:gd name="connsiteY54" fmla="*/ 439482 h 1238250"/>
                      <a:gd name="connsiteX55" fmla="*/ 877164 w 1367015"/>
                      <a:gd name="connsiteY55" fmla="*/ 474460 h 1238250"/>
                      <a:gd name="connsiteX56" fmla="*/ 850012 w 1367015"/>
                      <a:gd name="connsiteY56" fmla="*/ 496589 h 1238250"/>
                      <a:gd name="connsiteX57" fmla="*/ 838579 w 1367015"/>
                      <a:gd name="connsiteY57" fmla="*/ 505155 h 1238250"/>
                      <a:gd name="connsiteX58" fmla="*/ 844296 w 1367015"/>
                      <a:gd name="connsiteY58" fmla="*/ 519432 h 1238250"/>
                      <a:gd name="connsiteX59" fmla="*/ 847154 w 1367015"/>
                      <a:gd name="connsiteY59" fmla="*/ 542989 h 1238250"/>
                      <a:gd name="connsiteX60" fmla="*/ 845725 w 1367015"/>
                      <a:gd name="connsiteY60" fmla="*/ 561549 h 1238250"/>
                      <a:gd name="connsiteX61" fmla="*/ 824289 w 1367015"/>
                      <a:gd name="connsiteY61" fmla="*/ 601524 h 1238250"/>
                      <a:gd name="connsiteX62" fmla="*/ 761409 w 1367015"/>
                      <a:gd name="connsiteY62" fmla="*/ 628650 h 1238250"/>
                      <a:gd name="connsiteX63" fmla="*/ 676379 w 1367015"/>
                      <a:gd name="connsiteY63" fmla="*/ 542989 h 1238250"/>
                      <a:gd name="connsiteX64" fmla="*/ 678523 w 1367015"/>
                      <a:gd name="connsiteY64" fmla="*/ 523715 h 1238250"/>
                      <a:gd name="connsiteX65" fmla="*/ 582775 w 1367015"/>
                      <a:gd name="connsiteY65" fmla="*/ 477316 h 1238250"/>
                      <a:gd name="connsiteX66" fmla="*/ 569913 w 1367015"/>
                      <a:gd name="connsiteY66" fmla="*/ 470891 h 1238250"/>
                      <a:gd name="connsiteX67" fmla="*/ 594208 w 1367015"/>
                      <a:gd name="connsiteY67" fmla="*/ 441623 h 1238250"/>
                      <a:gd name="connsiteX68" fmla="*/ 694957 w 1367015"/>
                      <a:gd name="connsiteY68" fmla="*/ 490165 h 1238250"/>
                      <a:gd name="connsiteX69" fmla="*/ 715679 w 1367015"/>
                      <a:gd name="connsiteY69" fmla="*/ 470891 h 1238250"/>
                      <a:gd name="connsiteX70" fmla="*/ 761409 w 1367015"/>
                      <a:gd name="connsiteY70" fmla="*/ 457328 h 1238250"/>
                      <a:gd name="connsiteX71" fmla="*/ 789991 w 1367015"/>
                      <a:gd name="connsiteY71" fmla="*/ 462325 h 1238250"/>
                      <a:gd name="connsiteX72" fmla="*/ 815714 w 1367015"/>
                      <a:gd name="connsiteY72" fmla="*/ 476602 h 1238250"/>
                      <a:gd name="connsiteX73" fmla="*/ 831434 w 1367015"/>
                      <a:gd name="connsiteY73" fmla="*/ 464466 h 1238250"/>
                      <a:gd name="connsiteX74" fmla="*/ 891455 w 1367015"/>
                      <a:gd name="connsiteY74" fmla="*/ 415925 h 1238250"/>
                      <a:gd name="connsiteX75" fmla="*/ 772661 w 1367015"/>
                      <a:gd name="connsiteY75" fmla="*/ 346605 h 1238250"/>
                      <a:gd name="connsiteX76" fmla="*/ 628158 w 1367015"/>
                      <a:gd name="connsiteY76" fmla="*/ 379415 h 1238250"/>
                      <a:gd name="connsiteX77" fmla="*/ 571784 w 1367015"/>
                      <a:gd name="connsiteY77" fmla="*/ 420783 h 1238250"/>
                      <a:gd name="connsiteX78" fmla="*/ 546809 w 1367015"/>
                      <a:gd name="connsiteY78" fmla="*/ 449314 h 1238250"/>
                      <a:gd name="connsiteX79" fmla="*/ 524687 w 1367015"/>
                      <a:gd name="connsiteY79" fmla="*/ 482123 h 1238250"/>
                      <a:gd name="connsiteX80" fmla="*/ 564648 w 1367015"/>
                      <a:gd name="connsiteY80" fmla="*/ 800235 h 1238250"/>
                      <a:gd name="connsiteX81" fmla="*/ 678110 w 1367015"/>
                      <a:gd name="connsiteY81" fmla="*/ 869420 h 1238250"/>
                      <a:gd name="connsiteX82" fmla="*/ 837955 w 1367015"/>
                      <a:gd name="connsiteY82" fmla="*/ 869420 h 1238250"/>
                      <a:gd name="connsiteX83" fmla="*/ 921445 w 1367015"/>
                      <a:gd name="connsiteY83" fmla="*/ 826625 h 1238250"/>
                      <a:gd name="connsiteX84" fmla="*/ 944280 w 1367015"/>
                      <a:gd name="connsiteY84" fmla="*/ 807367 h 1238250"/>
                      <a:gd name="connsiteX85" fmla="*/ 967115 w 1367015"/>
                      <a:gd name="connsiteY85" fmla="*/ 783117 h 1238250"/>
                      <a:gd name="connsiteX86" fmla="*/ 959979 w 1367015"/>
                      <a:gd name="connsiteY86" fmla="*/ 437902 h 1238250"/>
                      <a:gd name="connsiteX87" fmla="*/ 951416 w 1367015"/>
                      <a:gd name="connsiteY87" fmla="*/ 427916 h 1238250"/>
                      <a:gd name="connsiteX88" fmla="*/ 937858 w 1367015"/>
                      <a:gd name="connsiteY88" fmla="*/ 415791 h 1238250"/>
                      <a:gd name="connsiteX89" fmla="*/ 912882 w 1367015"/>
                      <a:gd name="connsiteY89" fmla="*/ 395106 h 1238250"/>
                      <a:gd name="connsiteX90" fmla="*/ 772661 w 1367015"/>
                      <a:gd name="connsiteY90" fmla="*/ 346605 h 1238250"/>
                      <a:gd name="connsiteX91" fmla="*/ 785477 w 1367015"/>
                      <a:gd name="connsiteY91" fmla="*/ 308032 h 1238250"/>
                      <a:gd name="connsiteX92" fmla="*/ 945296 w 1367015"/>
                      <a:gd name="connsiteY92" fmla="*/ 370115 h 1238250"/>
                      <a:gd name="connsiteX93" fmla="*/ 969609 w 1367015"/>
                      <a:gd name="connsiteY93" fmla="*/ 390809 h 1238250"/>
                      <a:gd name="connsiteX94" fmla="*/ 980335 w 1367015"/>
                      <a:gd name="connsiteY94" fmla="*/ 400799 h 1238250"/>
                      <a:gd name="connsiteX95" fmla="*/ 991061 w 1367015"/>
                      <a:gd name="connsiteY95" fmla="*/ 413644 h 1238250"/>
                      <a:gd name="connsiteX96" fmla="*/ 1008223 w 1367015"/>
                      <a:gd name="connsiteY96" fmla="*/ 791852 h 1238250"/>
                      <a:gd name="connsiteX97" fmla="*/ 1080445 w 1367015"/>
                      <a:gd name="connsiteY97" fmla="*/ 866780 h 1238250"/>
                      <a:gd name="connsiteX98" fmla="*/ 1081875 w 1367015"/>
                      <a:gd name="connsiteY98" fmla="*/ 868921 h 1238250"/>
                      <a:gd name="connsiteX99" fmla="*/ 1081875 w 1367015"/>
                      <a:gd name="connsiteY99" fmla="*/ 876770 h 1238250"/>
                      <a:gd name="connsiteX100" fmla="*/ 1056848 w 1367015"/>
                      <a:gd name="connsiteY100" fmla="*/ 900319 h 1238250"/>
                      <a:gd name="connsiteX101" fmla="*/ 1055418 w 1367015"/>
                      <a:gd name="connsiteY101" fmla="*/ 901746 h 1238250"/>
                      <a:gd name="connsiteX102" fmla="*/ 1023954 w 1367015"/>
                      <a:gd name="connsiteY102" fmla="*/ 931717 h 1238250"/>
                      <a:gd name="connsiteX103" fmla="*/ 1014658 w 1367015"/>
                      <a:gd name="connsiteY103" fmla="*/ 940994 h 1238250"/>
                      <a:gd name="connsiteX104" fmla="*/ 1003217 w 1367015"/>
                      <a:gd name="connsiteY104" fmla="*/ 940994 h 1238250"/>
                      <a:gd name="connsiteX105" fmla="*/ 993921 w 1367015"/>
                      <a:gd name="connsiteY105" fmla="*/ 931717 h 1238250"/>
                      <a:gd name="connsiteX106" fmla="*/ 963888 w 1367015"/>
                      <a:gd name="connsiteY106" fmla="*/ 900319 h 1238250"/>
                      <a:gd name="connsiteX107" fmla="*/ 933140 w 1367015"/>
                      <a:gd name="connsiteY107" fmla="*/ 868921 h 1238250"/>
                      <a:gd name="connsiteX108" fmla="*/ 930995 w 1367015"/>
                      <a:gd name="connsiteY108" fmla="*/ 866780 h 1238250"/>
                      <a:gd name="connsiteX109" fmla="*/ 926704 w 1367015"/>
                      <a:gd name="connsiteY109" fmla="*/ 868921 h 1238250"/>
                      <a:gd name="connsiteX110" fmla="*/ 864493 w 1367015"/>
                      <a:gd name="connsiteY110" fmla="*/ 900319 h 1238250"/>
                      <a:gd name="connsiteX111" fmla="*/ 651400 w 1367015"/>
                      <a:gd name="connsiteY111" fmla="*/ 900319 h 1238250"/>
                      <a:gd name="connsiteX112" fmla="*/ 589189 w 1367015"/>
                      <a:gd name="connsiteY112" fmla="*/ 868921 h 1238250"/>
                      <a:gd name="connsiteX113" fmla="*/ 536988 w 1367015"/>
                      <a:gd name="connsiteY113" fmla="*/ 826105 h 1238250"/>
                      <a:gd name="connsiteX114" fmla="*/ 457615 w 1367015"/>
                      <a:gd name="connsiteY114" fmla="*/ 554937 h 1238250"/>
                      <a:gd name="connsiteX115" fmla="*/ 481213 w 1367015"/>
                      <a:gd name="connsiteY115" fmla="*/ 482863 h 1238250"/>
                      <a:gd name="connsiteX116" fmla="*/ 530553 w 1367015"/>
                      <a:gd name="connsiteY116" fmla="*/ 408649 h 1238250"/>
                      <a:gd name="connsiteX117" fmla="*/ 545569 w 1367015"/>
                      <a:gd name="connsiteY117" fmla="*/ 392236 h 1238250"/>
                      <a:gd name="connsiteX118" fmla="*/ 592049 w 1367015"/>
                      <a:gd name="connsiteY118" fmla="*/ 355843 h 1238250"/>
                      <a:gd name="connsiteX119" fmla="*/ 619222 w 1367015"/>
                      <a:gd name="connsiteY119" fmla="*/ 340143 h 1238250"/>
                      <a:gd name="connsiteX120" fmla="*/ 785477 w 1367015"/>
                      <a:gd name="connsiteY120" fmla="*/ 308032 h 1238250"/>
                      <a:gd name="connsiteX121" fmla="*/ 555676 w 1367015"/>
                      <a:gd name="connsiteY121" fmla="*/ 304800 h 1238250"/>
                      <a:gd name="connsiteX122" fmla="*/ 595313 w 1367015"/>
                      <a:gd name="connsiteY122" fmla="*/ 316982 h 1238250"/>
                      <a:gd name="connsiteX123" fmla="*/ 563462 w 1367015"/>
                      <a:gd name="connsiteY123" fmla="*/ 337046 h 1238250"/>
                      <a:gd name="connsiteX124" fmla="*/ 555676 w 1367015"/>
                      <a:gd name="connsiteY124" fmla="*/ 336330 h 1238250"/>
                      <a:gd name="connsiteX125" fmla="*/ 515331 w 1367015"/>
                      <a:gd name="connsiteY125" fmla="*/ 377175 h 1238250"/>
                      <a:gd name="connsiteX126" fmla="*/ 515331 w 1367015"/>
                      <a:gd name="connsiteY126" fmla="*/ 379325 h 1238250"/>
                      <a:gd name="connsiteX127" fmla="*/ 490558 w 1367015"/>
                      <a:gd name="connsiteY127" fmla="*/ 407988 h 1238250"/>
                      <a:gd name="connsiteX128" fmla="*/ 484188 w 1367015"/>
                      <a:gd name="connsiteY128" fmla="*/ 377175 h 1238250"/>
                      <a:gd name="connsiteX129" fmla="*/ 555676 w 1367015"/>
                      <a:gd name="connsiteY129" fmla="*/ 304800 h 1238250"/>
                      <a:gd name="connsiteX130" fmla="*/ 1089384 w 1367015"/>
                      <a:gd name="connsiteY130" fmla="*/ 233362 h 1238250"/>
                      <a:gd name="connsiteX131" fmla="*/ 1047750 w 1367015"/>
                      <a:gd name="connsiteY131" fmla="*/ 274996 h 1238250"/>
                      <a:gd name="connsiteX132" fmla="*/ 1049186 w 1367015"/>
                      <a:gd name="connsiteY132" fmla="*/ 286481 h 1238250"/>
                      <a:gd name="connsiteX133" fmla="*/ 1069285 w 1367015"/>
                      <a:gd name="connsiteY133" fmla="*/ 310887 h 1238250"/>
                      <a:gd name="connsiteX134" fmla="*/ 1089384 w 1367015"/>
                      <a:gd name="connsiteY134" fmla="*/ 315912 h 1238250"/>
                      <a:gd name="connsiteX135" fmla="*/ 1130300 w 1367015"/>
                      <a:gd name="connsiteY135" fmla="*/ 274996 h 1238250"/>
                      <a:gd name="connsiteX136" fmla="*/ 1128865 w 1367015"/>
                      <a:gd name="connsiteY136" fmla="*/ 264229 h 1238250"/>
                      <a:gd name="connsiteX137" fmla="*/ 1109483 w 1367015"/>
                      <a:gd name="connsiteY137" fmla="*/ 239105 h 1238250"/>
                      <a:gd name="connsiteX138" fmla="*/ 1089384 w 1367015"/>
                      <a:gd name="connsiteY138" fmla="*/ 233362 h 1238250"/>
                      <a:gd name="connsiteX139" fmla="*/ 15705 w 1367015"/>
                      <a:gd name="connsiteY139" fmla="*/ 0 h 1238250"/>
                      <a:gd name="connsiteX140" fmla="*/ 1289220 w 1367015"/>
                      <a:gd name="connsiteY140" fmla="*/ 0 h 1238250"/>
                      <a:gd name="connsiteX141" fmla="*/ 1304925 w 1367015"/>
                      <a:gd name="connsiteY141" fmla="*/ 15698 h 1238250"/>
                      <a:gd name="connsiteX142" fmla="*/ 1304925 w 1367015"/>
                      <a:gd name="connsiteY142" fmla="*/ 916166 h 1238250"/>
                      <a:gd name="connsiteX143" fmla="*/ 1289220 w 1367015"/>
                      <a:gd name="connsiteY143" fmla="*/ 931863 h 1238250"/>
                      <a:gd name="connsiteX144" fmla="*/ 1219977 w 1367015"/>
                      <a:gd name="connsiteY144" fmla="*/ 931863 h 1238250"/>
                      <a:gd name="connsiteX145" fmla="*/ 1189995 w 1367015"/>
                      <a:gd name="connsiteY145" fmla="*/ 900468 h 1238250"/>
                      <a:gd name="connsiteX146" fmla="*/ 1273516 w 1367015"/>
                      <a:gd name="connsiteY146" fmla="*/ 900468 h 1238250"/>
                      <a:gd name="connsiteX147" fmla="*/ 1273516 w 1367015"/>
                      <a:gd name="connsiteY147" fmla="*/ 151267 h 1238250"/>
                      <a:gd name="connsiteX148" fmla="*/ 1242106 w 1367015"/>
                      <a:gd name="connsiteY148" fmla="*/ 175527 h 1238250"/>
                      <a:gd name="connsiteX149" fmla="*/ 1154302 w 1367015"/>
                      <a:gd name="connsiteY149" fmla="*/ 243312 h 1238250"/>
                      <a:gd name="connsiteX150" fmla="*/ 1161441 w 1367015"/>
                      <a:gd name="connsiteY150" fmla="*/ 274707 h 1238250"/>
                      <a:gd name="connsiteX151" fmla="*/ 1089341 w 1367015"/>
                      <a:gd name="connsiteY151" fmla="*/ 346773 h 1238250"/>
                      <a:gd name="connsiteX152" fmla="*/ 1043655 w 1367015"/>
                      <a:gd name="connsiteY152" fmla="*/ 331076 h 1238250"/>
                      <a:gd name="connsiteX153" fmla="*/ 993685 w 1367015"/>
                      <a:gd name="connsiteY153" fmla="*/ 371033 h 1238250"/>
                      <a:gd name="connsiteX154" fmla="*/ 969414 w 1367015"/>
                      <a:gd name="connsiteY154" fmla="*/ 349627 h 1238250"/>
                      <a:gd name="connsiteX155" fmla="*/ 1024381 w 1367015"/>
                      <a:gd name="connsiteY155" fmla="*/ 306102 h 1238250"/>
                      <a:gd name="connsiteX156" fmla="*/ 1016528 w 1367015"/>
                      <a:gd name="connsiteY156" fmla="*/ 274707 h 1238250"/>
                      <a:gd name="connsiteX157" fmla="*/ 1089341 w 1367015"/>
                      <a:gd name="connsiteY157" fmla="*/ 201928 h 1238250"/>
                      <a:gd name="connsiteX158" fmla="*/ 1135028 w 1367015"/>
                      <a:gd name="connsiteY158" fmla="*/ 219052 h 1238250"/>
                      <a:gd name="connsiteX159" fmla="*/ 1242106 w 1367015"/>
                      <a:gd name="connsiteY159" fmla="*/ 136283 h 1238250"/>
                      <a:gd name="connsiteX160" fmla="*/ 1269946 w 1367015"/>
                      <a:gd name="connsiteY160" fmla="*/ 114878 h 1238250"/>
                      <a:gd name="connsiteX161" fmla="*/ 1273516 w 1367015"/>
                      <a:gd name="connsiteY161" fmla="*/ 112737 h 1238250"/>
                      <a:gd name="connsiteX162" fmla="*/ 1273516 w 1367015"/>
                      <a:gd name="connsiteY162" fmla="*/ 31395 h 1238250"/>
                      <a:gd name="connsiteX163" fmla="*/ 31410 w 1367015"/>
                      <a:gd name="connsiteY163" fmla="*/ 31395 h 1238250"/>
                      <a:gd name="connsiteX164" fmla="*/ 31410 w 1367015"/>
                      <a:gd name="connsiteY164" fmla="*/ 741352 h 1238250"/>
                      <a:gd name="connsiteX165" fmla="*/ 62819 w 1367015"/>
                      <a:gd name="connsiteY165" fmla="*/ 726368 h 1238250"/>
                      <a:gd name="connsiteX166" fmla="*/ 276976 w 1367015"/>
                      <a:gd name="connsiteY166" fmla="*/ 623621 h 1238250"/>
                      <a:gd name="connsiteX167" fmla="*/ 274834 w 1367015"/>
                      <a:gd name="connsiteY167" fmla="*/ 607210 h 1238250"/>
                      <a:gd name="connsiteX168" fmla="*/ 346933 w 1367015"/>
                      <a:gd name="connsiteY168" fmla="*/ 534430 h 1238250"/>
                      <a:gd name="connsiteX169" fmla="*/ 383340 w 1367015"/>
                      <a:gd name="connsiteY169" fmla="*/ 543706 h 1238250"/>
                      <a:gd name="connsiteX170" fmla="*/ 454725 w 1367015"/>
                      <a:gd name="connsiteY170" fmla="*/ 465218 h 1238250"/>
                      <a:gd name="connsiteX171" fmla="*/ 429026 w 1367015"/>
                      <a:gd name="connsiteY171" fmla="*/ 540138 h 1238250"/>
                      <a:gd name="connsiteX172" fmla="*/ 406183 w 1367015"/>
                      <a:gd name="connsiteY172" fmla="*/ 565112 h 1238250"/>
                      <a:gd name="connsiteX173" fmla="*/ 419746 w 1367015"/>
                      <a:gd name="connsiteY173" fmla="*/ 607210 h 1238250"/>
                      <a:gd name="connsiteX174" fmla="*/ 346933 w 1367015"/>
                      <a:gd name="connsiteY174" fmla="*/ 679275 h 1238250"/>
                      <a:gd name="connsiteX175" fmla="*/ 290539 w 1367015"/>
                      <a:gd name="connsiteY175" fmla="*/ 651448 h 1238250"/>
                      <a:gd name="connsiteX176" fmla="*/ 62819 w 1367015"/>
                      <a:gd name="connsiteY176" fmla="*/ 761331 h 1238250"/>
                      <a:gd name="connsiteX177" fmla="*/ 31410 w 1367015"/>
                      <a:gd name="connsiteY177" fmla="*/ 776315 h 1238250"/>
                      <a:gd name="connsiteX178" fmla="*/ 31410 w 1367015"/>
                      <a:gd name="connsiteY178" fmla="*/ 900468 h 1238250"/>
                      <a:gd name="connsiteX179" fmla="*/ 579650 w 1367015"/>
                      <a:gd name="connsiteY179" fmla="*/ 900468 h 1238250"/>
                      <a:gd name="connsiteX180" fmla="*/ 645324 w 1367015"/>
                      <a:gd name="connsiteY180" fmla="*/ 931863 h 1238250"/>
                      <a:gd name="connsiteX181" fmla="*/ 15705 w 1367015"/>
                      <a:gd name="connsiteY181" fmla="*/ 931863 h 1238250"/>
                      <a:gd name="connsiteX182" fmla="*/ 0 w 1367015"/>
                      <a:gd name="connsiteY182" fmla="*/ 916166 h 1238250"/>
                      <a:gd name="connsiteX183" fmla="*/ 0 w 1367015"/>
                      <a:gd name="connsiteY183" fmla="*/ 15698 h 1238250"/>
                      <a:gd name="connsiteX184" fmla="*/ 15705 w 1367015"/>
                      <a:gd name="connsiteY184" fmla="*/ 0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367015" h="1238250">
                        <a:moveTo>
                          <a:pt x="1124567" y="922337"/>
                        </a:moveTo>
                        <a:cubicBezTo>
                          <a:pt x="1124567" y="922337"/>
                          <a:pt x="1124567" y="922337"/>
                          <a:pt x="1113855" y="931647"/>
                        </a:cubicBezTo>
                        <a:cubicBezTo>
                          <a:pt x="1113855" y="931647"/>
                          <a:pt x="1113855" y="931647"/>
                          <a:pt x="1058863" y="985360"/>
                        </a:cubicBezTo>
                        <a:cubicBezTo>
                          <a:pt x="1269544" y="1205939"/>
                          <a:pt x="1269544" y="1205939"/>
                          <a:pt x="1269544" y="1205939"/>
                        </a:cubicBezTo>
                        <a:cubicBezTo>
                          <a:pt x="1270258" y="1206655"/>
                          <a:pt x="1274543" y="1208087"/>
                          <a:pt x="1282399" y="1205939"/>
                        </a:cubicBezTo>
                        <a:cubicBezTo>
                          <a:pt x="1292398" y="1203074"/>
                          <a:pt x="1303110" y="1195912"/>
                          <a:pt x="1313109" y="1185886"/>
                        </a:cubicBezTo>
                        <a:cubicBezTo>
                          <a:pt x="1323107" y="1176576"/>
                          <a:pt x="1330963" y="1165833"/>
                          <a:pt x="1333820" y="1155807"/>
                        </a:cubicBezTo>
                        <a:cubicBezTo>
                          <a:pt x="1336676" y="1147929"/>
                          <a:pt x="1335962" y="1143632"/>
                          <a:pt x="1335248" y="1142916"/>
                        </a:cubicBezTo>
                        <a:cubicBezTo>
                          <a:pt x="1198841" y="1000399"/>
                          <a:pt x="1150277" y="949551"/>
                          <a:pt x="1133851" y="931647"/>
                        </a:cubicBezTo>
                        <a:cubicBezTo>
                          <a:pt x="1124567" y="922337"/>
                          <a:pt x="1124567" y="922337"/>
                          <a:pt x="1124567" y="922337"/>
                        </a:cubicBezTo>
                        <a:close/>
                        <a:moveTo>
                          <a:pt x="925229" y="906462"/>
                        </a:moveTo>
                        <a:cubicBezTo>
                          <a:pt x="925229" y="906462"/>
                          <a:pt x="925229" y="906462"/>
                          <a:pt x="949325" y="931862"/>
                        </a:cubicBezTo>
                        <a:cubicBezTo>
                          <a:pt x="949325" y="931862"/>
                          <a:pt x="949325" y="931862"/>
                          <a:pt x="869950" y="931862"/>
                        </a:cubicBezTo>
                        <a:cubicBezTo>
                          <a:pt x="889085" y="925331"/>
                          <a:pt x="907512" y="916622"/>
                          <a:pt x="925229" y="906462"/>
                        </a:cubicBezTo>
                        <a:close/>
                        <a:moveTo>
                          <a:pt x="1124927" y="884237"/>
                        </a:moveTo>
                        <a:cubicBezTo>
                          <a:pt x="1129214" y="884952"/>
                          <a:pt x="1132787" y="886383"/>
                          <a:pt x="1135645" y="889243"/>
                        </a:cubicBezTo>
                        <a:cubicBezTo>
                          <a:pt x="1139218" y="893534"/>
                          <a:pt x="1142790" y="897110"/>
                          <a:pt x="1146363" y="900686"/>
                        </a:cubicBezTo>
                        <a:cubicBezTo>
                          <a:pt x="1157081" y="912129"/>
                          <a:pt x="1167085" y="922857"/>
                          <a:pt x="1176374" y="932154"/>
                        </a:cubicBezTo>
                        <a:cubicBezTo>
                          <a:pt x="1357152" y="1121676"/>
                          <a:pt x="1357152" y="1121676"/>
                          <a:pt x="1357152" y="1121676"/>
                        </a:cubicBezTo>
                        <a:cubicBezTo>
                          <a:pt x="1367155" y="1131689"/>
                          <a:pt x="1370013" y="1148138"/>
                          <a:pt x="1363582" y="1166017"/>
                        </a:cubicBezTo>
                        <a:cubicBezTo>
                          <a:pt x="1358581" y="1181036"/>
                          <a:pt x="1348577" y="1196055"/>
                          <a:pt x="1335001" y="1208928"/>
                        </a:cubicBezTo>
                        <a:cubicBezTo>
                          <a:pt x="1321425" y="1221801"/>
                          <a:pt x="1305705" y="1231814"/>
                          <a:pt x="1290700" y="1236105"/>
                        </a:cubicBezTo>
                        <a:cubicBezTo>
                          <a:pt x="1284983" y="1237535"/>
                          <a:pt x="1279267" y="1238250"/>
                          <a:pt x="1273551" y="1238250"/>
                        </a:cubicBezTo>
                        <a:cubicBezTo>
                          <a:pt x="1262833" y="1238250"/>
                          <a:pt x="1252829" y="1234674"/>
                          <a:pt x="1246398" y="1227522"/>
                        </a:cubicBezTo>
                        <a:cubicBezTo>
                          <a:pt x="1024892" y="996520"/>
                          <a:pt x="1024892" y="996520"/>
                          <a:pt x="1024892" y="996520"/>
                        </a:cubicBezTo>
                        <a:cubicBezTo>
                          <a:pt x="1019175" y="990083"/>
                          <a:pt x="1019175" y="980071"/>
                          <a:pt x="1025606" y="974350"/>
                        </a:cubicBezTo>
                        <a:cubicBezTo>
                          <a:pt x="1042755" y="957185"/>
                          <a:pt x="1057046" y="943597"/>
                          <a:pt x="1068478" y="932154"/>
                        </a:cubicBezTo>
                        <a:cubicBezTo>
                          <a:pt x="1071336" y="930009"/>
                          <a:pt x="1073480" y="927148"/>
                          <a:pt x="1076338" y="925002"/>
                        </a:cubicBezTo>
                        <a:cubicBezTo>
                          <a:pt x="1087771" y="914275"/>
                          <a:pt x="1095631" y="906408"/>
                          <a:pt x="1100633" y="900686"/>
                        </a:cubicBezTo>
                        <a:cubicBezTo>
                          <a:pt x="1102062" y="899971"/>
                          <a:pt x="1103491" y="898541"/>
                          <a:pt x="1104205" y="897826"/>
                        </a:cubicBezTo>
                        <a:cubicBezTo>
                          <a:pt x="1113494" y="889243"/>
                          <a:pt x="1113494" y="889243"/>
                          <a:pt x="1113494" y="889243"/>
                        </a:cubicBezTo>
                        <a:cubicBezTo>
                          <a:pt x="1116352" y="886383"/>
                          <a:pt x="1120640" y="884237"/>
                          <a:pt x="1124927" y="884237"/>
                        </a:cubicBezTo>
                        <a:close/>
                        <a:moveTo>
                          <a:pt x="346518" y="565150"/>
                        </a:moveTo>
                        <a:cubicBezTo>
                          <a:pt x="324693" y="565150"/>
                          <a:pt x="306388" y="583814"/>
                          <a:pt x="306388" y="606784"/>
                        </a:cubicBezTo>
                        <a:cubicBezTo>
                          <a:pt x="306388" y="607502"/>
                          <a:pt x="306388" y="608220"/>
                          <a:pt x="306388" y="608938"/>
                        </a:cubicBezTo>
                        <a:cubicBezTo>
                          <a:pt x="307092" y="619705"/>
                          <a:pt x="312020" y="630472"/>
                          <a:pt x="319765" y="636933"/>
                        </a:cubicBezTo>
                        <a:cubicBezTo>
                          <a:pt x="326805" y="643393"/>
                          <a:pt x="336661" y="647700"/>
                          <a:pt x="346518" y="647700"/>
                        </a:cubicBezTo>
                        <a:cubicBezTo>
                          <a:pt x="369047" y="647700"/>
                          <a:pt x="387351" y="629037"/>
                          <a:pt x="387351" y="606784"/>
                        </a:cubicBezTo>
                        <a:cubicBezTo>
                          <a:pt x="387351" y="600324"/>
                          <a:pt x="385943" y="594581"/>
                          <a:pt x="383127" y="588838"/>
                        </a:cubicBezTo>
                        <a:cubicBezTo>
                          <a:pt x="378903" y="578789"/>
                          <a:pt x="370455" y="571611"/>
                          <a:pt x="360598" y="568021"/>
                        </a:cubicBezTo>
                        <a:cubicBezTo>
                          <a:pt x="356374" y="565868"/>
                          <a:pt x="351446" y="565150"/>
                          <a:pt x="346518" y="565150"/>
                        </a:cubicBezTo>
                        <a:close/>
                        <a:moveTo>
                          <a:pt x="760846" y="492125"/>
                        </a:moveTo>
                        <a:cubicBezTo>
                          <a:pt x="752187" y="492125"/>
                          <a:pt x="743528" y="494947"/>
                          <a:pt x="735591" y="499181"/>
                        </a:cubicBezTo>
                        <a:cubicBezTo>
                          <a:pt x="722602" y="506236"/>
                          <a:pt x="713221" y="519642"/>
                          <a:pt x="710335" y="535164"/>
                        </a:cubicBezTo>
                        <a:cubicBezTo>
                          <a:pt x="710335" y="537986"/>
                          <a:pt x="709613" y="540103"/>
                          <a:pt x="709613" y="542925"/>
                        </a:cubicBezTo>
                        <a:cubicBezTo>
                          <a:pt x="709613" y="571147"/>
                          <a:pt x="732704" y="593725"/>
                          <a:pt x="760846" y="593725"/>
                        </a:cubicBezTo>
                        <a:cubicBezTo>
                          <a:pt x="763011" y="593725"/>
                          <a:pt x="765176" y="593725"/>
                          <a:pt x="767341" y="593725"/>
                        </a:cubicBezTo>
                        <a:cubicBezTo>
                          <a:pt x="783216" y="591608"/>
                          <a:pt x="796926" y="583142"/>
                          <a:pt x="804864" y="570442"/>
                        </a:cubicBezTo>
                        <a:cubicBezTo>
                          <a:pt x="809915" y="562681"/>
                          <a:pt x="812801" y="553508"/>
                          <a:pt x="812801" y="542925"/>
                        </a:cubicBezTo>
                        <a:cubicBezTo>
                          <a:pt x="812801" y="542220"/>
                          <a:pt x="812801" y="540808"/>
                          <a:pt x="812801" y="539397"/>
                        </a:cubicBezTo>
                        <a:cubicBezTo>
                          <a:pt x="811358" y="515408"/>
                          <a:pt x="792597" y="495653"/>
                          <a:pt x="768062" y="492831"/>
                        </a:cubicBezTo>
                        <a:cubicBezTo>
                          <a:pt x="765898" y="492831"/>
                          <a:pt x="763733" y="492125"/>
                          <a:pt x="760846" y="492125"/>
                        </a:cubicBezTo>
                        <a:close/>
                        <a:moveTo>
                          <a:pt x="891455" y="415925"/>
                        </a:moveTo>
                        <a:cubicBezTo>
                          <a:pt x="899315" y="421636"/>
                          <a:pt x="907175" y="428060"/>
                          <a:pt x="915035" y="434485"/>
                        </a:cubicBezTo>
                        <a:cubicBezTo>
                          <a:pt x="917179" y="435913"/>
                          <a:pt x="918608" y="438054"/>
                          <a:pt x="920751" y="439482"/>
                        </a:cubicBezTo>
                        <a:cubicBezTo>
                          <a:pt x="920751" y="439482"/>
                          <a:pt x="920751" y="439482"/>
                          <a:pt x="877164" y="474460"/>
                        </a:cubicBezTo>
                        <a:cubicBezTo>
                          <a:pt x="869305" y="480885"/>
                          <a:pt x="860730" y="488023"/>
                          <a:pt x="850012" y="496589"/>
                        </a:cubicBezTo>
                        <a:cubicBezTo>
                          <a:pt x="846439" y="499445"/>
                          <a:pt x="842867" y="502300"/>
                          <a:pt x="838579" y="505155"/>
                        </a:cubicBezTo>
                        <a:cubicBezTo>
                          <a:pt x="840723" y="510152"/>
                          <a:pt x="842867" y="514435"/>
                          <a:pt x="844296" y="519432"/>
                        </a:cubicBezTo>
                        <a:cubicBezTo>
                          <a:pt x="846439" y="527285"/>
                          <a:pt x="847154" y="535137"/>
                          <a:pt x="847154" y="542989"/>
                        </a:cubicBezTo>
                        <a:cubicBezTo>
                          <a:pt x="847154" y="549414"/>
                          <a:pt x="846439" y="555124"/>
                          <a:pt x="845725" y="561549"/>
                        </a:cubicBezTo>
                        <a:cubicBezTo>
                          <a:pt x="842152" y="576540"/>
                          <a:pt x="835007" y="590103"/>
                          <a:pt x="824289" y="601524"/>
                        </a:cubicBezTo>
                        <a:cubicBezTo>
                          <a:pt x="809283" y="617942"/>
                          <a:pt x="786418" y="628650"/>
                          <a:pt x="761409" y="628650"/>
                        </a:cubicBezTo>
                        <a:cubicBezTo>
                          <a:pt x="714250" y="628650"/>
                          <a:pt x="676379" y="590103"/>
                          <a:pt x="676379" y="542989"/>
                        </a:cubicBezTo>
                        <a:cubicBezTo>
                          <a:pt x="676379" y="536564"/>
                          <a:pt x="677094" y="529426"/>
                          <a:pt x="678523" y="523715"/>
                        </a:cubicBezTo>
                        <a:cubicBezTo>
                          <a:pt x="678523" y="523715"/>
                          <a:pt x="678523" y="523715"/>
                          <a:pt x="582775" y="477316"/>
                        </a:cubicBezTo>
                        <a:cubicBezTo>
                          <a:pt x="578488" y="475174"/>
                          <a:pt x="574200" y="473033"/>
                          <a:pt x="569913" y="470891"/>
                        </a:cubicBezTo>
                        <a:cubicBezTo>
                          <a:pt x="577059" y="460183"/>
                          <a:pt x="585633" y="450903"/>
                          <a:pt x="594208" y="441623"/>
                        </a:cubicBezTo>
                        <a:cubicBezTo>
                          <a:pt x="594208" y="441623"/>
                          <a:pt x="594208" y="441623"/>
                          <a:pt x="694957" y="490165"/>
                        </a:cubicBezTo>
                        <a:cubicBezTo>
                          <a:pt x="700674" y="483026"/>
                          <a:pt x="707819" y="476602"/>
                          <a:pt x="715679" y="470891"/>
                        </a:cubicBezTo>
                        <a:cubicBezTo>
                          <a:pt x="728541" y="462325"/>
                          <a:pt x="744975" y="457328"/>
                          <a:pt x="761409" y="457328"/>
                        </a:cubicBezTo>
                        <a:cubicBezTo>
                          <a:pt x="771413" y="457328"/>
                          <a:pt x="781416" y="459470"/>
                          <a:pt x="789991" y="462325"/>
                        </a:cubicBezTo>
                        <a:cubicBezTo>
                          <a:pt x="799280" y="465894"/>
                          <a:pt x="808569" y="470891"/>
                          <a:pt x="815714" y="476602"/>
                        </a:cubicBezTo>
                        <a:cubicBezTo>
                          <a:pt x="815714" y="476602"/>
                          <a:pt x="815714" y="476602"/>
                          <a:pt x="831434" y="464466"/>
                        </a:cubicBezTo>
                        <a:cubicBezTo>
                          <a:pt x="842152" y="455900"/>
                          <a:pt x="860730" y="440910"/>
                          <a:pt x="891455" y="415925"/>
                        </a:cubicBezTo>
                        <a:close/>
                        <a:moveTo>
                          <a:pt x="772661" y="346605"/>
                        </a:moveTo>
                        <a:cubicBezTo>
                          <a:pt x="723066" y="343930"/>
                          <a:pt x="672758" y="354807"/>
                          <a:pt x="628158" y="379415"/>
                        </a:cubicBezTo>
                        <a:cubicBezTo>
                          <a:pt x="608178" y="390827"/>
                          <a:pt x="589624" y="404379"/>
                          <a:pt x="571784" y="420783"/>
                        </a:cubicBezTo>
                        <a:cubicBezTo>
                          <a:pt x="562508" y="430056"/>
                          <a:pt x="554658" y="439328"/>
                          <a:pt x="546809" y="449314"/>
                        </a:cubicBezTo>
                        <a:cubicBezTo>
                          <a:pt x="538245" y="460012"/>
                          <a:pt x="531109" y="470711"/>
                          <a:pt x="524687" y="482123"/>
                        </a:cubicBezTo>
                        <a:cubicBezTo>
                          <a:pt x="468313" y="582692"/>
                          <a:pt x="481158" y="712504"/>
                          <a:pt x="564648" y="800235"/>
                        </a:cubicBezTo>
                        <a:cubicBezTo>
                          <a:pt x="597474" y="833758"/>
                          <a:pt x="636008" y="856582"/>
                          <a:pt x="678110" y="869420"/>
                        </a:cubicBezTo>
                        <a:cubicBezTo>
                          <a:pt x="729488" y="885825"/>
                          <a:pt x="785862" y="885825"/>
                          <a:pt x="837955" y="869420"/>
                        </a:cubicBezTo>
                        <a:cubicBezTo>
                          <a:pt x="867212" y="860861"/>
                          <a:pt x="895756" y="845883"/>
                          <a:pt x="921445" y="826625"/>
                        </a:cubicBezTo>
                        <a:cubicBezTo>
                          <a:pt x="930008" y="820919"/>
                          <a:pt x="937144" y="814500"/>
                          <a:pt x="944280" y="807367"/>
                        </a:cubicBezTo>
                        <a:cubicBezTo>
                          <a:pt x="952130" y="799521"/>
                          <a:pt x="959979" y="791676"/>
                          <a:pt x="967115" y="783117"/>
                        </a:cubicBezTo>
                        <a:cubicBezTo>
                          <a:pt x="1047751" y="682548"/>
                          <a:pt x="1046324" y="537044"/>
                          <a:pt x="959979" y="437902"/>
                        </a:cubicBezTo>
                        <a:cubicBezTo>
                          <a:pt x="957125" y="435048"/>
                          <a:pt x="954270" y="431482"/>
                          <a:pt x="951416" y="427916"/>
                        </a:cubicBezTo>
                        <a:cubicBezTo>
                          <a:pt x="947135" y="423636"/>
                          <a:pt x="942853" y="419357"/>
                          <a:pt x="937858" y="415791"/>
                        </a:cubicBezTo>
                        <a:cubicBezTo>
                          <a:pt x="930008" y="408658"/>
                          <a:pt x="921445" y="401526"/>
                          <a:pt x="912882" y="395106"/>
                        </a:cubicBezTo>
                        <a:cubicBezTo>
                          <a:pt x="871137" y="365506"/>
                          <a:pt x="822256" y="349280"/>
                          <a:pt x="772661" y="346605"/>
                        </a:cubicBezTo>
                        <a:close/>
                        <a:moveTo>
                          <a:pt x="785477" y="308032"/>
                        </a:moveTo>
                        <a:cubicBezTo>
                          <a:pt x="842147" y="313027"/>
                          <a:pt x="897744" y="333721"/>
                          <a:pt x="945296" y="370115"/>
                        </a:cubicBezTo>
                        <a:cubicBezTo>
                          <a:pt x="953162" y="376537"/>
                          <a:pt x="961743" y="382959"/>
                          <a:pt x="969609" y="390809"/>
                        </a:cubicBezTo>
                        <a:cubicBezTo>
                          <a:pt x="973184" y="394377"/>
                          <a:pt x="976759" y="397231"/>
                          <a:pt x="980335" y="400799"/>
                        </a:cubicBezTo>
                        <a:cubicBezTo>
                          <a:pt x="983910" y="405081"/>
                          <a:pt x="987486" y="409363"/>
                          <a:pt x="991061" y="413644"/>
                        </a:cubicBezTo>
                        <a:cubicBezTo>
                          <a:pt x="1084021" y="521398"/>
                          <a:pt x="1089026" y="678390"/>
                          <a:pt x="1008223" y="791852"/>
                        </a:cubicBezTo>
                        <a:cubicBezTo>
                          <a:pt x="1080445" y="866780"/>
                          <a:pt x="1080445" y="866780"/>
                          <a:pt x="1080445" y="866780"/>
                        </a:cubicBezTo>
                        <a:cubicBezTo>
                          <a:pt x="1081160" y="867493"/>
                          <a:pt x="1081160" y="868207"/>
                          <a:pt x="1081875" y="868921"/>
                        </a:cubicBezTo>
                        <a:cubicBezTo>
                          <a:pt x="1083306" y="871775"/>
                          <a:pt x="1083306" y="874629"/>
                          <a:pt x="1081875" y="876770"/>
                        </a:cubicBezTo>
                        <a:cubicBezTo>
                          <a:pt x="1081875" y="876770"/>
                          <a:pt x="1081875" y="876770"/>
                          <a:pt x="1056848" y="900319"/>
                        </a:cubicBezTo>
                        <a:cubicBezTo>
                          <a:pt x="1056848" y="900319"/>
                          <a:pt x="1056848" y="900319"/>
                          <a:pt x="1055418" y="901746"/>
                        </a:cubicBezTo>
                        <a:cubicBezTo>
                          <a:pt x="1039686" y="917445"/>
                          <a:pt x="1029675" y="926722"/>
                          <a:pt x="1023954" y="931717"/>
                        </a:cubicBezTo>
                        <a:cubicBezTo>
                          <a:pt x="1014658" y="940994"/>
                          <a:pt x="1014658" y="940994"/>
                          <a:pt x="1014658" y="940994"/>
                        </a:cubicBezTo>
                        <a:cubicBezTo>
                          <a:pt x="1011798" y="944562"/>
                          <a:pt x="1006078" y="944562"/>
                          <a:pt x="1003217" y="940994"/>
                        </a:cubicBezTo>
                        <a:cubicBezTo>
                          <a:pt x="999642" y="938140"/>
                          <a:pt x="996782" y="934572"/>
                          <a:pt x="993921" y="931717"/>
                        </a:cubicBezTo>
                        <a:cubicBezTo>
                          <a:pt x="981765" y="919586"/>
                          <a:pt x="971754" y="908882"/>
                          <a:pt x="963888" y="900319"/>
                        </a:cubicBezTo>
                        <a:cubicBezTo>
                          <a:pt x="944581" y="881052"/>
                          <a:pt x="936715" y="872489"/>
                          <a:pt x="933140" y="868921"/>
                        </a:cubicBezTo>
                        <a:cubicBezTo>
                          <a:pt x="930995" y="866780"/>
                          <a:pt x="930995" y="866780"/>
                          <a:pt x="930995" y="866780"/>
                        </a:cubicBezTo>
                        <a:cubicBezTo>
                          <a:pt x="929565" y="867493"/>
                          <a:pt x="928134" y="868207"/>
                          <a:pt x="926704" y="868921"/>
                        </a:cubicBezTo>
                        <a:cubicBezTo>
                          <a:pt x="906682" y="882479"/>
                          <a:pt x="885945" y="892469"/>
                          <a:pt x="864493" y="900319"/>
                        </a:cubicBezTo>
                        <a:cubicBezTo>
                          <a:pt x="795846" y="926009"/>
                          <a:pt x="720048" y="926009"/>
                          <a:pt x="651400" y="900319"/>
                        </a:cubicBezTo>
                        <a:cubicBezTo>
                          <a:pt x="629948" y="892469"/>
                          <a:pt x="609211" y="882479"/>
                          <a:pt x="589189" y="868921"/>
                        </a:cubicBezTo>
                        <a:cubicBezTo>
                          <a:pt x="570597" y="856789"/>
                          <a:pt x="553435" y="842517"/>
                          <a:pt x="536988" y="826105"/>
                        </a:cubicBezTo>
                        <a:cubicBezTo>
                          <a:pt x="466196" y="751177"/>
                          <a:pt x="439738" y="649846"/>
                          <a:pt x="457615" y="554937"/>
                        </a:cubicBezTo>
                        <a:cubicBezTo>
                          <a:pt x="462621" y="529961"/>
                          <a:pt x="470486" y="505699"/>
                          <a:pt x="481213" y="482863"/>
                        </a:cubicBezTo>
                        <a:cubicBezTo>
                          <a:pt x="493369" y="456460"/>
                          <a:pt x="509816" y="430771"/>
                          <a:pt x="530553" y="408649"/>
                        </a:cubicBezTo>
                        <a:cubicBezTo>
                          <a:pt x="535558" y="402940"/>
                          <a:pt x="540564" y="397945"/>
                          <a:pt x="545569" y="392236"/>
                        </a:cubicBezTo>
                        <a:cubicBezTo>
                          <a:pt x="560586" y="378678"/>
                          <a:pt x="575602" y="366547"/>
                          <a:pt x="592049" y="355843"/>
                        </a:cubicBezTo>
                        <a:cubicBezTo>
                          <a:pt x="600630" y="350134"/>
                          <a:pt x="609926" y="345139"/>
                          <a:pt x="619222" y="340143"/>
                        </a:cubicBezTo>
                        <a:cubicBezTo>
                          <a:pt x="671065" y="313740"/>
                          <a:pt x="728807" y="303036"/>
                          <a:pt x="785477" y="308032"/>
                        </a:cubicBezTo>
                        <a:close/>
                        <a:moveTo>
                          <a:pt x="555676" y="304800"/>
                        </a:moveTo>
                        <a:cubicBezTo>
                          <a:pt x="570540" y="304800"/>
                          <a:pt x="583988" y="309099"/>
                          <a:pt x="595313" y="316982"/>
                        </a:cubicBezTo>
                        <a:cubicBezTo>
                          <a:pt x="584696" y="323431"/>
                          <a:pt x="574079" y="329880"/>
                          <a:pt x="563462" y="337046"/>
                        </a:cubicBezTo>
                        <a:cubicBezTo>
                          <a:pt x="561338" y="336330"/>
                          <a:pt x="558507" y="336330"/>
                          <a:pt x="555676" y="336330"/>
                        </a:cubicBezTo>
                        <a:cubicBezTo>
                          <a:pt x="533026" y="336330"/>
                          <a:pt x="515331" y="354961"/>
                          <a:pt x="515331" y="377175"/>
                        </a:cubicBezTo>
                        <a:cubicBezTo>
                          <a:pt x="515331" y="377891"/>
                          <a:pt x="515331" y="378608"/>
                          <a:pt x="515331" y="379325"/>
                        </a:cubicBezTo>
                        <a:cubicBezTo>
                          <a:pt x="506130" y="388640"/>
                          <a:pt x="498344" y="397956"/>
                          <a:pt x="490558" y="407988"/>
                        </a:cubicBezTo>
                        <a:cubicBezTo>
                          <a:pt x="486311" y="398672"/>
                          <a:pt x="484188" y="388640"/>
                          <a:pt x="484188" y="377175"/>
                        </a:cubicBezTo>
                        <a:cubicBezTo>
                          <a:pt x="484188" y="337046"/>
                          <a:pt x="516039" y="304800"/>
                          <a:pt x="555676" y="304800"/>
                        </a:cubicBezTo>
                        <a:close/>
                        <a:moveTo>
                          <a:pt x="1089384" y="233362"/>
                        </a:moveTo>
                        <a:cubicBezTo>
                          <a:pt x="1066414" y="233362"/>
                          <a:pt x="1047750" y="252026"/>
                          <a:pt x="1047750" y="274996"/>
                        </a:cubicBezTo>
                        <a:cubicBezTo>
                          <a:pt x="1047750" y="278585"/>
                          <a:pt x="1048468" y="282892"/>
                          <a:pt x="1049186" y="286481"/>
                        </a:cubicBezTo>
                        <a:cubicBezTo>
                          <a:pt x="1052775" y="296531"/>
                          <a:pt x="1059953" y="305863"/>
                          <a:pt x="1069285" y="310887"/>
                        </a:cubicBezTo>
                        <a:cubicBezTo>
                          <a:pt x="1075028" y="314476"/>
                          <a:pt x="1082206" y="315912"/>
                          <a:pt x="1089384" y="315912"/>
                        </a:cubicBezTo>
                        <a:cubicBezTo>
                          <a:pt x="1111637" y="315912"/>
                          <a:pt x="1130300" y="297249"/>
                          <a:pt x="1130300" y="274996"/>
                        </a:cubicBezTo>
                        <a:cubicBezTo>
                          <a:pt x="1130300" y="271407"/>
                          <a:pt x="1129582" y="267100"/>
                          <a:pt x="1128865" y="264229"/>
                        </a:cubicBezTo>
                        <a:cubicBezTo>
                          <a:pt x="1125993" y="253461"/>
                          <a:pt x="1118815" y="244130"/>
                          <a:pt x="1109483" y="239105"/>
                        </a:cubicBezTo>
                        <a:cubicBezTo>
                          <a:pt x="1103741" y="235516"/>
                          <a:pt x="1096562" y="233362"/>
                          <a:pt x="1089384" y="233362"/>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219977" y="931863"/>
                        </a:cubicBezTo>
                        <a:cubicBezTo>
                          <a:pt x="1219977" y="931863"/>
                          <a:pt x="1219977" y="931863"/>
                          <a:pt x="1189995" y="900468"/>
                        </a:cubicBezTo>
                        <a:cubicBezTo>
                          <a:pt x="1273516" y="900468"/>
                          <a:pt x="1273516" y="900468"/>
                          <a:pt x="1273516" y="900468"/>
                        </a:cubicBezTo>
                        <a:cubicBezTo>
                          <a:pt x="1273516" y="480916"/>
                          <a:pt x="1273516" y="264004"/>
                          <a:pt x="1273516" y="151267"/>
                        </a:cubicBezTo>
                        <a:cubicBezTo>
                          <a:pt x="1273516" y="151267"/>
                          <a:pt x="1273516" y="151267"/>
                          <a:pt x="1242106" y="175527"/>
                        </a:cubicBezTo>
                        <a:cubicBezTo>
                          <a:pt x="1242106" y="175527"/>
                          <a:pt x="1242106" y="175527"/>
                          <a:pt x="1154302" y="243312"/>
                        </a:cubicBezTo>
                        <a:cubicBezTo>
                          <a:pt x="1159299" y="253301"/>
                          <a:pt x="1161441" y="263291"/>
                          <a:pt x="1161441" y="274707"/>
                        </a:cubicBezTo>
                        <a:cubicBezTo>
                          <a:pt x="1161441" y="314664"/>
                          <a:pt x="1129317" y="346773"/>
                          <a:pt x="1089341" y="346773"/>
                        </a:cubicBezTo>
                        <a:cubicBezTo>
                          <a:pt x="1071495" y="346773"/>
                          <a:pt x="1055790" y="341065"/>
                          <a:pt x="1043655" y="331076"/>
                        </a:cubicBezTo>
                        <a:cubicBezTo>
                          <a:pt x="1043655" y="331076"/>
                          <a:pt x="1043655" y="331076"/>
                          <a:pt x="993685" y="371033"/>
                        </a:cubicBezTo>
                        <a:cubicBezTo>
                          <a:pt x="985833" y="363898"/>
                          <a:pt x="977980" y="356762"/>
                          <a:pt x="969414" y="349627"/>
                        </a:cubicBezTo>
                        <a:cubicBezTo>
                          <a:pt x="969414" y="349627"/>
                          <a:pt x="969414" y="349627"/>
                          <a:pt x="1024381" y="306102"/>
                        </a:cubicBezTo>
                        <a:cubicBezTo>
                          <a:pt x="1019384" y="296826"/>
                          <a:pt x="1016528" y="286123"/>
                          <a:pt x="1016528" y="274707"/>
                        </a:cubicBezTo>
                        <a:cubicBezTo>
                          <a:pt x="1016528" y="234750"/>
                          <a:pt x="1049365" y="201928"/>
                          <a:pt x="1089341" y="201928"/>
                        </a:cubicBezTo>
                        <a:cubicBezTo>
                          <a:pt x="1106474" y="201928"/>
                          <a:pt x="1122892" y="208349"/>
                          <a:pt x="1135028" y="219052"/>
                        </a:cubicBezTo>
                        <a:cubicBezTo>
                          <a:pt x="1135028" y="219052"/>
                          <a:pt x="1135028" y="219052"/>
                          <a:pt x="1242106" y="136283"/>
                        </a:cubicBezTo>
                        <a:cubicBezTo>
                          <a:pt x="1242106" y="136283"/>
                          <a:pt x="1242106" y="136283"/>
                          <a:pt x="1269946" y="114878"/>
                        </a:cubicBezTo>
                        <a:cubicBezTo>
                          <a:pt x="1270660" y="114164"/>
                          <a:pt x="1272088" y="113451"/>
                          <a:pt x="1273516" y="112737"/>
                        </a:cubicBezTo>
                        <a:cubicBezTo>
                          <a:pt x="1273516" y="31395"/>
                          <a:pt x="1273516" y="31395"/>
                          <a:pt x="1273516" y="31395"/>
                        </a:cubicBezTo>
                        <a:cubicBezTo>
                          <a:pt x="31410" y="31395"/>
                          <a:pt x="31410" y="31395"/>
                          <a:pt x="31410" y="31395"/>
                        </a:cubicBezTo>
                        <a:cubicBezTo>
                          <a:pt x="31410" y="406709"/>
                          <a:pt x="31410" y="620766"/>
                          <a:pt x="31410" y="741352"/>
                        </a:cubicBezTo>
                        <a:cubicBezTo>
                          <a:pt x="31410" y="741352"/>
                          <a:pt x="31410" y="741352"/>
                          <a:pt x="62819" y="726368"/>
                        </a:cubicBezTo>
                        <a:cubicBezTo>
                          <a:pt x="62819" y="726368"/>
                          <a:pt x="62819" y="726368"/>
                          <a:pt x="276976" y="623621"/>
                        </a:cubicBezTo>
                        <a:cubicBezTo>
                          <a:pt x="275548" y="617912"/>
                          <a:pt x="274834" y="612918"/>
                          <a:pt x="274834" y="607210"/>
                        </a:cubicBezTo>
                        <a:cubicBezTo>
                          <a:pt x="274834" y="567252"/>
                          <a:pt x="306957" y="534430"/>
                          <a:pt x="346933" y="534430"/>
                        </a:cubicBezTo>
                        <a:cubicBezTo>
                          <a:pt x="360496" y="534430"/>
                          <a:pt x="372632" y="537998"/>
                          <a:pt x="383340" y="543706"/>
                        </a:cubicBezTo>
                        <a:cubicBezTo>
                          <a:pt x="383340" y="543706"/>
                          <a:pt x="383340" y="543706"/>
                          <a:pt x="454725" y="465218"/>
                        </a:cubicBezTo>
                        <a:cubicBezTo>
                          <a:pt x="443304" y="489478"/>
                          <a:pt x="434737" y="514451"/>
                          <a:pt x="429026" y="540138"/>
                        </a:cubicBezTo>
                        <a:cubicBezTo>
                          <a:pt x="429026" y="540138"/>
                          <a:pt x="429026" y="540138"/>
                          <a:pt x="406183" y="565112"/>
                        </a:cubicBezTo>
                        <a:cubicBezTo>
                          <a:pt x="414749" y="577241"/>
                          <a:pt x="419746" y="591512"/>
                          <a:pt x="419746" y="607210"/>
                        </a:cubicBezTo>
                        <a:cubicBezTo>
                          <a:pt x="419746" y="647167"/>
                          <a:pt x="386909" y="679275"/>
                          <a:pt x="346933" y="679275"/>
                        </a:cubicBezTo>
                        <a:cubicBezTo>
                          <a:pt x="324090" y="679275"/>
                          <a:pt x="303388" y="668573"/>
                          <a:pt x="290539" y="651448"/>
                        </a:cubicBezTo>
                        <a:cubicBezTo>
                          <a:pt x="290539" y="651448"/>
                          <a:pt x="290539" y="651448"/>
                          <a:pt x="62819" y="761331"/>
                        </a:cubicBezTo>
                        <a:cubicBezTo>
                          <a:pt x="62819" y="761331"/>
                          <a:pt x="62819" y="761331"/>
                          <a:pt x="31410" y="776315"/>
                        </a:cubicBezTo>
                        <a:cubicBezTo>
                          <a:pt x="31410" y="900468"/>
                          <a:pt x="31410" y="900468"/>
                          <a:pt x="31410" y="900468"/>
                        </a:cubicBezTo>
                        <a:cubicBezTo>
                          <a:pt x="250563" y="900468"/>
                          <a:pt x="431168" y="900468"/>
                          <a:pt x="579650" y="900468"/>
                        </a:cubicBezTo>
                        <a:cubicBezTo>
                          <a:pt x="600351" y="913312"/>
                          <a:pt x="622481" y="924014"/>
                          <a:pt x="645324" y="931863"/>
                        </a:cubicBezTo>
                        <a:cubicBezTo>
                          <a:pt x="645324" y="931863"/>
                          <a:pt x="645324"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54727" tIns="27364" rIns="54727" bIns="27364" numCol="1" anchor="t" anchorCtr="0" compatLnSpc="1">
                    <a:prstTxWarp prst="textNoShape">
                      <a:avLst/>
                    </a:prstTxWarp>
                    <a:noAutofit/>
                  </a:bodyPr>
                  <a:lstStyle/>
                  <a:p>
                    <a:endParaRPr lang="es-CL"/>
                  </a:p>
                </p:txBody>
              </p:sp>
              <p:sp>
                <p:nvSpPr>
                  <p:cNvPr id="262" name="Freeform 11">
                    <a:extLst>
                      <a:ext uri="{FF2B5EF4-FFF2-40B4-BE49-F238E27FC236}">
                        <a16:creationId xmlns:a16="http://schemas.microsoft.com/office/drawing/2014/main" id="{5DE04D6F-EBA5-49FA-B161-919E601CC5FB}"/>
                      </a:ext>
                    </a:extLst>
                  </p:cNvPr>
                  <p:cNvSpPr>
                    <a:spLocks/>
                  </p:cNvSpPr>
                  <p:nvPr/>
                </p:nvSpPr>
                <p:spPr bwMode="auto">
                  <a:xfrm>
                    <a:off x="6697662" y="3179762"/>
                    <a:ext cx="1181100" cy="654050"/>
                  </a:xfrm>
                  <a:custGeom>
                    <a:avLst/>
                    <a:gdLst>
                      <a:gd name="connsiteX0" fmla="*/ 363861 w 1181100"/>
                      <a:gd name="connsiteY0" fmla="*/ 458787 h 654050"/>
                      <a:gd name="connsiteX1" fmla="*/ 452503 w 1181100"/>
                      <a:gd name="connsiteY1" fmla="*/ 632593 h 654050"/>
                      <a:gd name="connsiteX2" fmla="*/ 474663 w 1181100"/>
                      <a:gd name="connsiteY2" fmla="*/ 654050 h 654050"/>
                      <a:gd name="connsiteX3" fmla="*/ 0 w 1181100"/>
                      <a:gd name="connsiteY3" fmla="*/ 654050 h 654050"/>
                      <a:gd name="connsiteX4" fmla="*/ 0 w 1181100"/>
                      <a:gd name="connsiteY4" fmla="*/ 581095 h 654050"/>
                      <a:gd name="connsiteX5" fmla="*/ 221605 w 1181100"/>
                      <a:gd name="connsiteY5" fmla="*/ 473807 h 654050"/>
                      <a:gd name="connsiteX6" fmla="*/ 284512 w 1181100"/>
                      <a:gd name="connsiteY6" fmla="*/ 495265 h 654050"/>
                      <a:gd name="connsiteX7" fmla="*/ 363861 w 1181100"/>
                      <a:gd name="connsiteY7" fmla="*/ 458787 h 654050"/>
                      <a:gd name="connsiteX8" fmla="*/ 881470 w 1181100"/>
                      <a:gd name="connsiteY8" fmla="*/ 250825 h 654050"/>
                      <a:gd name="connsiteX9" fmla="*/ 879327 w 1181100"/>
                      <a:gd name="connsiteY9" fmla="*/ 543393 h 654050"/>
                      <a:gd name="connsiteX10" fmla="*/ 859328 w 1181100"/>
                      <a:gd name="connsiteY10" fmla="*/ 564748 h 654050"/>
                      <a:gd name="connsiteX11" fmla="*/ 840757 w 1181100"/>
                      <a:gd name="connsiteY11" fmla="*/ 581121 h 654050"/>
                      <a:gd name="connsiteX12" fmla="*/ 840043 w 1181100"/>
                      <a:gd name="connsiteY12" fmla="*/ 581833 h 654050"/>
                      <a:gd name="connsiteX13" fmla="*/ 696476 w 1181100"/>
                      <a:gd name="connsiteY13" fmla="*/ 630238 h 654050"/>
                      <a:gd name="connsiteX14" fmla="*/ 526481 w 1181100"/>
                      <a:gd name="connsiteY14" fmla="*/ 558342 h 654050"/>
                      <a:gd name="connsiteX15" fmla="*/ 489339 w 1181100"/>
                      <a:gd name="connsiteY15" fmla="*/ 284993 h 654050"/>
                      <a:gd name="connsiteX16" fmla="*/ 586479 w 1181100"/>
                      <a:gd name="connsiteY16" fmla="*/ 331975 h 654050"/>
                      <a:gd name="connsiteX17" fmla="*/ 699333 w 1181100"/>
                      <a:gd name="connsiteY17" fmla="*/ 441599 h 654050"/>
                      <a:gd name="connsiteX18" fmla="*/ 805044 w 1181100"/>
                      <a:gd name="connsiteY18" fmla="*/ 368279 h 654050"/>
                      <a:gd name="connsiteX19" fmla="*/ 812901 w 1181100"/>
                      <a:gd name="connsiteY19" fmla="*/ 328416 h 654050"/>
                      <a:gd name="connsiteX20" fmla="*/ 811472 w 1181100"/>
                      <a:gd name="connsiteY20" fmla="*/ 314179 h 654050"/>
                      <a:gd name="connsiteX21" fmla="*/ 810758 w 1181100"/>
                      <a:gd name="connsiteY21" fmla="*/ 307061 h 654050"/>
                      <a:gd name="connsiteX22" fmla="*/ 815758 w 1181100"/>
                      <a:gd name="connsiteY22" fmla="*/ 302790 h 654050"/>
                      <a:gd name="connsiteX23" fmla="*/ 850043 w 1181100"/>
                      <a:gd name="connsiteY23" fmla="*/ 275739 h 654050"/>
                      <a:gd name="connsiteX24" fmla="*/ 881470 w 1181100"/>
                      <a:gd name="connsiteY24" fmla="*/ 250825 h 654050"/>
                      <a:gd name="connsiteX25" fmla="*/ 1181100 w 1181100"/>
                      <a:gd name="connsiteY25" fmla="*/ 0 h 654050"/>
                      <a:gd name="connsiteX26" fmla="*/ 1181100 w 1181100"/>
                      <a:gd name="connsiteY26" fmla="*/ 654050 h 654050"/>
                      <a:gd name="connsiteX27" fmla="*/ 1099004 w 1181100"/>
                      <a:gd name="connsiteY27" fmla="*/ 654050 h 654050"/>
                      <a:gd name="connsiteX28" fmla="*/ 1096863 w 1181100"/>
                      <a:gd name="connsiteY28" fmla="*/ 651908 h 654050"/>
                      <a:gd name="connsiteX29" fmla="*/ 1069022 w 1181100"/>
                      <a:gd name="connsiteY29" fmla="*/ 638342 h 654050"/>
                      <a:gd name="connsiteX30" fmla="*/ 1066166 w 1181100"/>
                      <a:gd name="connsiteY30" fmla="*/ 637628 h 654050"/>
                      <a:gd name="connsiteX31" fmla="*/ 1064024 w 1181100"/>
                      <a:gd name="connsiteY31" fmla="*/ 637628 h 654050"/>
                      <a:gd name="connsiteX32" fmla="*/ 1048319 w 1181100"/>
                      <a:gd name="connsiteY32" fmla="*/ 640484 h 654050"/>
                      <a:gd name="connsiteX33" fmla="*/ 1040466 w 1181100"/>
                      <a:gd name="connsiteY33" fmla="*/ 629773 h 654050"/>
                      <a:gd name="connsiteX34" fmla="*/ 986212 w 1181100"/>
                      <a:gd name="connsiteY34" fmla="*/ 573365 h 654050"/>
                      <a:gd name="connsiteX35" fmla="*/ 954087 w 1181100"/>
                      <a:gd name="connsiteY35" fmla="*/ 178507 h 654050"/>
                      <a:gd name="connsiteX36" fmla="*/ 985498 w 1181100"/>
                      <a:gd name="connsiteY36" fmla="*/ 153516 h 654050"/>
                      <a:gd name="connsiteX37" fmla="*/ 1028330 w 1181100"/>
                      <a:gd name="connsiteY37" fmla="*/ 162798 h 654050"/>
                      <a:gd name="connsiteX38" fmla="*/ 1131843 w 1181100"/>
                      <a:gd name="connsiteY38" fmla="*/ 59264 h 654050"/>
                      <a:gd name="connsiteX39" fmla="*/ 1129701 w 1181100"/>
                      <a:gd name="connsiteY39" fmla="*/ 39985 h 65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1100" h="654050">
                        <a:moveTo>
                          <a:pt x="363861" y="458787"/>
                        </a:moveTo>
                        <a:cubicBezTo>
                          <a:pt x="375299" y="521729"/>
                          <a:pt x="404608" y="582525"/>
                          <a:pt x="452503" y="632593"/>
                        </a:cubicBezTo>
                        <a:cubicBezTo>
                          <a:pt x="459651" y="640460"/>
                          <a:pt x="466800" y="647613"/>
                          <a:pt x="474663" y="654050"/>
                        </a:cubicBezTo>
                        <a:cubicBezTo>
                          <a:pt x="474663" y="654050"/>
                          <a:pt x="474663" y="654050"/>
                          <a:pt x="0" y="654050"/>
                        </a:cubicBezTo>
                        <a:cubicBezTo>
                          <a:pt x="0" y="654050"/>
                          <a:pt x="0" y="654050"/>
                          <a:pt x="0" y="581095"/>
                        </a:cubicBezTo>
                        <a:cubicBezTo>
                          <a:pt x="0" y="581095"/>
                          <a:pt x="0" y="581095"/>
                          <a:pt x="221605" y="473807"/>
                        </a:cubicBezTo>
                        <a:cubicBezTo>
                          <a:pt x="239476" y="487397"/>
                          <a:pt x="261637" y="495265"/>
                          <a:pt x="284512" y="495265"/>
                        </a:cubicBezTo>
                        <a:cubicBezTo>
                          <a:pt x="316681" y="495265"/>
                          <a:pt x="344560" y="480960"/>
                          <a:pt x="363861" y="458787"/>
                        </a:cubicBezTo>
                        <a:close/>
                        <a:moveTo>
                          <a:pt x="881470" y="250825"/>
                        </a:moveTo>
                        <a:cubicBezTo>
                          <a:pt x="948611" y="336246"/>
                          <a:pt x="949325" y="457972"/>
                          <a:pt x="879327" y="543393"/>
                        </a:cubicBezTo>
                        <a:cubicBezTo>
                          <a:pt x="873613" y="551223"/>
                          <a:pt x="866471" y="558342"/>
                          <a:pt x="859328" y="564748"/>
                        </a:cubicBezTo>
                        <a:cubicBezTo>
                          <a:pt x="852185" y="571867"/>
                          <a:pt x="846471" y="577562"/>
                          <a:pt x="840757" y="581121"/>
                        </a:cubicBezTo>
                        <a:cubicBezTo>
                          <a:pt x="840757" y="581121"/>
                          <a:pt x="840757" y="581121"/>
                          <a:pt x="840043" y="581833"/>
                        </a:cubicBezTo>
                        <a:cubicBezTo>
                          <a:pt x="799330" y="613154"/>
                          <a:pt x="747903" y="630238"/>
                          <a:pt x="696476" y="630238"/>
                        </a:cubicBezTo>
                        <a:cubicBezTo>
                          <a:pt x="631478" y="630238"/>
                          <a:pt x="571480" y="604612"/>
                          <a:pt x="526481" y="558342"/>
                        </a:cubicBezTo>
                        <a:cubicBezTo>
                          <a:pt x="455055" y="483598"/>
                          <a:pt x="442912" y="372550"/>
                          <a:pt x="489339" y="284993"/>
                        </a:cubicBezTo>
                        <a:cubicBezTo>
                          <a:pt x="489339" y="284993"/>
                          <a:pt x="489339" y="284993"/>
                          <a:pt x="586479" y="331975"/>
                        </a:cubicBezTo>
                        <a:cubicBezTo>
                          <a:pt x="588622" y="392482"/>
                          <a:pt x="638621" y="441599"/>
                          <a:pt x="699333" y="441599"/>
                        </a:cubicBezTo>
                        <a:cubicBezTo>
                          <a:pt x="747903" y="441599"/>
                          <a:pt x="789330" y="410990"/>
                          <a:pt x="805044" y="368279"/>
                        </a:cubicBezTo>
                        <a:cubicBezTo>
                          <a:pt x="810044" y="356178"/>
                          <a:pt x="812901" y="342653"/>
                          <a:pt x="812901" y="328416"/>
                        </a:cubicBezTo>
                        <a:cubicBezTo>
                          <a:pt x="812901" y="323433"/>
                          <a:pt x="812187" y="319162"/>
                          <a:pt x="811472" y="314179"/>
                        </a:cubicBezTo>
                        <a:cubicBezTo>
                          <a:pt x="811472" y="312043"/>
                          <a:pt x="811472" y="309196"/>
                          <a:pt x="810758" y="307061"/>
                        </a:cubicBezTo>
                        <a:cubicBezTo>
                          <a:pt x="810758" y="307061"/>
                          <a:pt x="810758" y="307061"/>
                          <a:pt x="815758" y="302790"/>
                        </a:cubicBezTo>
                        <a:cubicBezTo>
                          <a:pt x="820758" y="299230"/>
                          <a:pt x="830757" y="291400"/>
                          <a:pt x="850043" y="275739"/>
                        </a:cubicBezTo>
                        <a:cubicBezTo>
                          <a:pt x="857899" y="269333"/>
                          <a:pt x="868613" y="260791"/>
                          <a:pt x="881470" y="250825"/>
                        </a:cubicBezTo>
                        <a:close/>
                        <a:moveTo>
                          <a:pt x="1181100" y="0"/>
                        </a:moveTo>
                        <a:cubicBezTo>
                          <a:pt x="1181100" y="0"/>
                          <a:pt x="1181100" y="0"/>
                          <a:pt x="1181100" y="654050"/>
                        </a:cubicBezTo>
                        <a:cubicBezTo>
                          <a:pt x="1181100" y="654050"/>
                          <a:pt x="1181100" y="654050"/>
                          <a:pt x="1099004" y="654050"/>
                        </a:cubicBezTo>
                        <a:cubicBezTo>
                          <a:pt x="1099004" y="654050"/>
                          <a:pt x="1099004" y="654050"/>
                          <a:pt x="1096863" y="651908"/>
                        </a:cubicBezTo>
                        <a:cubicBezTo>
                          <a:pt x="1089724" y="644768"/>
                          <a:pt x="1079730" y="639770"/>
                          <a:pt x="1069022" y="638342"/>
                        </a:cubicBezTo>
                        <a:cubicBezTo>
                          <a:pt x="1069022" y="638342"/>
                          <a:pt x="1069022" y="638342"/>
                          <a:pt x="1066166" y="637628"/>
                        </a:cubicBezTo>
                        <a:cubicBezTo>
                          <a:pt x="1066166" y="637628"/>
                          <a:pt x="1066166" y="637628"/>
                          <a:pt x="1064024" y="637628"/>
                        </a:cubicBezTo>
                        <a:cubicBezTo>
                          <a:pt x="1058313" y="637628"/>
                          <a:pt x="1053316" y="638342"/>
                          <a:pt x="1048319" y="640484"/>
                        </a:cubicBezTo>
                        <a:cubicBezTo>
                          <a:pt x="1046177" y="636913"/>
                          <a:pt x="1043322" y="633343"/>
                          <a:pt x="1040466" y="629773"/>
                        </a:cubicBezTo>
                        <a:cubicBezTo>
                          <a:pt x="1040466" y="629773"/>
                          <a:pt x="1040466" y="629773"/>
                          <a:pt x="986212" y="573365"/>
                        </a:cubicBezTo>
                        <a:cubicBezTo>
                          <a:pt x="1061169" y="448410"/>
                          <a:pt x="1048319" y="289181"/>
                          <a:pt x="954087" y="178507"/>
                        </a:cubicBezTo>
                        <a:cubicBezTo>
                          <a:pt x="954087" y="178507"/>
                          <a:pt x="954087" y="178507"/>
                          <a:pt x="985498" y="153516"/>
                        </a:cubicBezTo>
                        <a:cubicBezTo>
                          <a:pt x="998348" y="159942"/>
                          <a:pt x="1013339" y="162798"/>
                          <a:pt x="1028330" y="162798"/>
                        </a:cubicBezTo>
                        <a:cubicBezTo>
                          <a:pt x="1085441" y="162798"/>
                          <a:pt x="1131843" y="116386"/>
                          <a:pt x="1131843" y="59264"/>
                        </a:cubicBezTo>
                        <a:cubicBezTo>
                          <a:pt x="1131843" y="52838"/>
                          <a:pt x="1131129" y="45698"/>
                          <a:pt x="1129701" y="39985"/>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9" name="Grupo 168">
              <a:extLst>
                <a:ext uri="{FF2B5EF4-FFF2-40B4-BE49-F238E27FC236}">
                  <a16:creationId xmlns:a16="http://schemas.microsoft.com/office/drawing/2014/main" id="{A34078BA-730A-F58D-9393-E9A5860287F3}"/>
                </a:ext>
              </a:extLst>
            </p:cNvPr>
            <p:cNvGrpSpPr/>
            <p:nvPr/>
          </p:nvGrpSpPr>
          <p:grpSpPr>
            <a:xfrm>
              <a:off x="8691300" y="1494503"/>
              <a:ext cx="972003" cy="1122694"/>
              <a:chOff x="8247171" y="1669461"/>
              <a:chExt cx="1047300" cy="1122694"/>
            </a:xfrm>
          </p:grpSpPr>
          <p:sp>
            <p:nvSpPr>
              <p:cNvPr id="215" name="Rectangle: Rounded Corners 214">
                <a:extLst>
                  <a:ext uri="{FF2B5EF4-FFF2-40B4-BE49-F238E27FC236}">
                    <a16:creationId xmlns:a16="http://schemas.microsoft.com/office/drawing/2014/main" id="{0B16C981-704A-3D93-EBFB-95F2D7FD6032}"/>
                  </a:ext>
                </a:extLst>
              </p:cNvPr>
              <p:cNvSpPr/>
              <p:nvPr/>
            </p:nvSpPr>
            <p:spPr>
              <a:xfrm>
                <a:off x="8312135"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Relaciones</a:t>
                </a:r>
                <a:br>
                  <a:rPr lang="es-CL" sz="855" spc="-25">
                    <a:solidFill>
                      <a:schemeClr val="tx1"/>
                    </a:solidFill>
                  </a:rPr>
                </a:br>
                <a:r>
                  <a:rPr lang="es-CL" sz="855" spc="-25">
                    <a:solidFill>
                      <a:schemeClr val="tx1"/>
                    </a:solidFill>
                  </a:rPr>
                  <a:t>Partes Interesadas</a:t>
                </a:r>
              </a:p>
            </p:txBody>
          </p:sp>
          <p:sp>
            <p:nvSpPr>
              <p:cNvPr id="222" name="Oval 20">
                <a:extLst>
                  <a:ext uri="{FF2B5EF4-FFF2-40B4-BE49-F238E27FC236}">
                    <a16:creationId xmlns:a16="http://schemas.microsoft.com/office/drawing/2014/main" id="{E19CDDB4-9F38-30F2-60ED-E8D11E35F99D}"/>
                  </a:ext>
                </a:extLst>
              </p:cNvPr>
              <p:cNvSpPr>
                <a:spLocks noChangeAspect="1" noChangeArrowheads="1"/>
              </p:cNvSpPr>
              <p:nvPr/>
            </p:nvSpPr>
            <p:spPr bwMode="auto">
              <a:xfrm>
                <a:off x="82471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11</a:t>
                </a:r>
              </a:p>
            </p:txBody>
          </p:sp>
          <p:grpSp>
            <p:nvGrpSpPr>
              <p:cNvPr id="263" name="bcgIcons_Handshake ">
                <a:extLst>
                  <a:ext uri="{FF2B5EF4-FFF2-40B4-BE49-F238E27FC236}">
                    <a16:creationId xmlns:a16="http://schemas.microsoft.com/office/drawing/2014/main" id="{FA79379B-E788-CE95-8330-D1E4B5A70E00}"/>
                  </a:ext>
                </a:extLst>
              </p:cNvPr>
              <p:cNvGrpSpPr>
                <a:grpSpLocks noChangeAspect="1"/>
              </p:cNvGrpSpPr>
              <p:nvPr/>
            </p:nvGrpSpPr>
            <p:grpSpPr bwMode="auto">
              <a:xfrm>
                <a:off x="8594264" y="1827711"/>
                <a:ext cx="418067" cy="418454"/>
                <a:chOff x="1682" y="0"/>
                <a:chExt cx="4316" cy="4320"/>
              </a:xfrm>
            </p:grpSpPr>
            <p:sp>
              <p:nvSpPr>
                <p:cNvPr id="264" name="AutoShape 3">
                  <a:extLst>
                    <a:ext uri="{FF2B5EF4-FFF2-40B4-BE49-F238E27FC236}">
                      <a16:creationId xmlns:a16="http://schemas.microsoft.com/office/drawing/2014/main" id="{ECCB5178-4725-4D39-9F5D-BCE990F61721}"/>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65" name="Freeform 5">
                  <a:extLst>
                    <a:ext uri="{FF2B5EF4-FFF2-40B4-BE49-F238E27FC236}">
                      <a16:creationId xmlns:a16="http://schemas.microsoft.com/office/drawing/2014/main" id="{C39EE801-95D8-9083-4576-063DC8BE7A69}"/>
                    </a:ext>
                  </a:extLst>
                </p:cNvPr>
                <p:cNvSpPr>
                  <a:spLocks/>
                </p:cNvSpPr>
                <p:nvPr/>
              </p:nvSpPr>
              <p:spPr bwMode="auto">
                <a:xfrm>
                  <a:off x="2699" y="763"/>
                  <a:ext cx="2730" cy="2428"/>
                </a:xfrm>
                <a:custGeom>
                  <a:avLst/>
                  <a:gdLst>
                    <a:gd name="T0" fmla="*/ 182 w 1457"/>
                    <a:gd name="T1" fmla="*/ 441 h 1295"/>
                    <a:gd name="T2" fmla="*/ 163 w 1457"/>
                    <a:gd name="T3" fmla="*/ 326 h 1295"/>
                    <a:gd name="T4" fmla="*/ 724 w 1457"/>
                    <a:gd name="T5" fmla="*/ 120 h 1295"/>
                    <a:gd name="T6" fmla="*/ 1145 w 1457"/>
                    <a:gd name="T7" fmla="*/ 295 h 1295"/>
                    <a:gd name="T8" fmla="*/ 1419 w 1457"/>
                    <a:gd name="T9" fmla="*/ 153 h 1295"/>
                    <a:gd name="T10" fmla="*/ 1457 w 1457"/>
                    <a:gd name="T11" fmla="*/ 172 h 1295"/>
                    <a:gd name="T12" fmla="*/ 1457 w 1457"/>
                    <a:gd name="T13" fmla="*/ 660 h 1295"/>
                    <a:gd name="T14" fmla="*/ 1449 w 1457"/>
                    <a:gd name="T15" fmla="*/ 672 h 1295"/>
                    <a:gd name="T16" fmla="*/ 1275 w 1457"/>
                    <a:gd name="T17" fmla="*/ 716 h 1295"/>
                    <a:gd name="T18" fmla="*/ 1263 w 1457"/>
                    <a:gd name="T19" fmla="*/ 715 h 1295"/>
                    <a:gd name="T20" fmla="*/ 668 w 1457"/>
                    <a:gd name="T21" fmla="*/ 358 h 1295"/>
                    <a:gd name="T22" fmla="*/ 462 w 1457"/>
                    <a:gd name="T23" fmla="*/ 341 h 1295"/>
                    <a:gd name="T24" fmla="*/ 421 w 1457"/>
                    <a:gd name="T25" fmla="*/ 361 h 1295"/>
                    <a:gd name="T26" fmla="*/ 182 w 1457"/>
                    <a:gd name="T27" fmla="*/ 441 h 1295"/>
                    <a:gd name="T28" fmla="*/ 592 w 1457"/>
                    <a:gd name="T29" fmla="*/ 1039 h 1295"/>
                    <a:gd name="T30" fmla="*/ 528 w 1457"/>
                    <a:gd name="T31" fmla="*/ 1079 h 1295"/>
                    <a:gd name="T32" fmla="*/ 472 w 1457"/>
                    <a:gd name="T33" fmla="*/ 1191 h 1295"/>
                    <a:gd name="T34" fmla="*/ 505 w 1457"/>
                    <a:gd name="T35" fmla="*/ 1287 h 1295"/>
                    <a:gd name="T36" fmla="*/ 505 w 1457"/>
                    <a:gd name="T37" fmla="*/ 1287 h 1295"/>
                    <a:gd name="T38" fmla="*/ 536 w 1457"/>
                    <a:gd name="T39" fmla="*/ 1295 h 1295"/>
                    <a:gd name="T40" fmla="*/ 601 w 1457"/>
                    <a:gd name="T41" fmla="*/ 1255 h 1295"/>
                    <a:gd name="T42" fmla="*/ 657 w 1457"/>
                    <a:gd name="T43" fmla="*/ 1143 h 1295"/>
                    <a:gd name="T44" fmla="*/ 624 w 1457"/>
                    <a:gd name="T45" fmla="*/ 1046 h 1295"/>
                    <a:gd name="T46" fmla="*/ 592 w 1457"/>
                    <a:gd name="T47" fmla="*/ 1039 h 1295"/>
                    <a:gd name="T48" fmla="*/ 462 w 1457"/>
                    <a:gd name="T49" fmla="*/ 901 h 1295"/>
                    <a:gd name="T50" fmla="*/ 397 w 1457"/>
                    <a:gd name="T51" fmla="*/ 941 h 1295"/>
                    <a:gd name="T52" fmla="*/ 307 w 1457"/>
                    <a:gd name="T53" fmla="*/ 1123 h 1295"/>
                    <a:gd name="T54" fmla="*/ 339 w 1457"/>
                    <a:gd name="T55" fmla="*/ 1219 h 1295"/>
                    <a:gd name="T56" fmla="*/ 339 w 1457"/>
                    <a:gd name="T57" fmla="*/ 1219 h 1295"/>
                    <a:gd name="T58" fmla="*/ 371 w 1457"/>
                    <a:gd name="T59" fmla="*/ 1227 h 1295"/>
                    <a:gd name="T60" fmla="*/ 435 w 1457"/>
                    <a:gd name="T61" fmla="*/ 1187 h 1295"/>
                    <a:gd name="T62" fmla="*/ 526 w 1457"/>
                    <a:gd name="T63" fmla="*/ 1005 h 1295"/>
                    <a:gd name="T64" fmla="*/ 493 w 1457"/>
                    <a:gd name="T65" fmla="*/ 909 h 1295"/>
                    <a:gd name="T66" fmla="*/ 493 w 1457"/>
                    <a:gd name="T67" fmla="*/ 909 h 1295"/>
                    <a:gd name="T68" fmla="*/ 462 w 1457"/>
                    <a:gd name="T69" fmla="*/ 901 h 1295"/>
                    <a:gd name="T70" fmla="*/ 298 w 1457"/>
                    <a:gd name="T71" fmla="*/ 829 h 1295"/>
                    <a:gd name="T72" fmla="*/ 233 w 1457"/>
                    <a:gd name="T73" fmla="*/ 869 h 1295"/>
                    <a:gd name="T74" fmla="*/ 150 w 1457"/>
                    <a:gd name="T75" fmla="*/ 1036 h 1295"/>
                    <a:gd name="T76" fmla="*/ 183 w 1457"/>
                    <a:gd name="T77" fmla="*/ 1132 h 1295"/>
                    <a:gd name="T78" fmla="*/ 215 w 1457"/>
                    <a:gd name="T79" fmla="*/ 1140 h 1295"/>
                    <a:gd name="T80" fmla="*/ 279 w 1457"/>
                    <a:gd name="T81" fmla="*/ 1100 h 1295"/>
                    <a:gd name="T82" fmla="*/ 362 w 1457"/>
                    <a:gd name="T83" fmla="*/ 933 h 1295"/>
                    <a:gd name="T84" fmla="*/ 330 w 1457"/>
                    <a:gd name="T85" fmla="*/ 837 h 1295"/>
                    <a:gd name="T86" fmla="*/ 330 w 1457"/>
                    <a:gd name="T87" fmla="*/ 837 h 1295"/>
                    <a:gd name="T88" fmla="*/ 298 w 1457"/>
                    <a:gd name="T89" fmla="*/ 829 h 1295"/>
                    <a:gd name="T90" fmla="*/ 131 w 1457"/>
                    <a:gd name="T91" fmla="*/ 762 h 1295"/>
                    <a:gd name="T92" fmla="*/ 66 w 1457"/>
                    <a:gd name="T93" fmla="*/ 802 h 1295"/>
                    <a:gd name="T94" fmla="*/ 18 w 1457"/>
                    <a:gd name="T95" fmla="*/ 900 h 1295"/>
                    <a:gd name="T96" fmla="*/ 50 w 1457"/>
                    <a:gd name="T97" fmla="*/ 996 h 1295"/>
                    <a:gd name="T98" fmla="*/ 82 w 1457"/>
                    <a:gd name="T99" fmla="*/ 1004 h 1295"/>
                    <a:gd name="T100" fmla="*/ 146 w 1457"/>
                    <a:gd name="T101" fmla="*/ 964 h 1295"/>
                    <a:gd name="T102" fmla="*/ 195 w 1457"/>
                    <a:gd name="T103" fmla="*/ 866 h 1295"/>
                    <a:gd name="T104" fmla="*/ 162 w 1457"/>
                    <a:gd name="T105" fmla="*/ 770 h 1295"/>
                    <a:gd name="T106" fmla="*/ 131 w 1457"/>
                    <a:gd name="T107" fmla="*/ 762 h 1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57" h="1295">
                      <a:moveTo>
                        <a:pt x="182" y="441"/>
                      </a:moveTo>
                      <a:cubicBezTo>
                        <a:pt x="138" y="419"/>
                        <a:pt x="128" y="361"/>
                        <a:pt x="163" y="326"/>
                      </a:cubicBezTo>
                      <a:cubicBezTo>
                        <a:pt x="484" y="0"/>
                        <a:pt x="654" y="98"/>
                        <a:pt x="724" y="120"/>
                      </a:cubicBezTo>
                      <a:cubicBezTo>
                        <a:pt x="823" y="149"/>
                        <a:pt x="1071" y="278"/>
                        <a:pt x="1145" y="295"/>
                      </a:cubicBezTo>
                      <a:cubicBezTo>
                        <a:pt x="1199" y="308"/>
                        <a:pt x="1348" y="206"/>
                        <a:pt x="1419" y="153"/>
                      </a:cubicBezTo>
                      <a:cubicBezTo>
                        <a:pt x="1435" y="142"/>
                        <a:pt x="1457" y="153"/>
                        <a:pt x="1457" y="172"/>
                      </a:cubicBezTo>
                      <a:cubicBezTo>
                        <a:pt x="1457" y="172"/>
                        <a:pt x="1457" y="172"/>
                        <a:pt x="1457" y="660"/>
                      </a:cubicBezTo>
                      <a:cubicBezTo>
                        <a:pt x="1457" y="666"/>
                        <a:pt x="1454" y="670"/>
                        <a:pt x="1449" y="672"/>
                      </a:cubicBezTo>
                      <a:cubicBezTo>
                        <a:pt x="1449" y="672"/>
                        <a:pt x="1449" y="672"/>
                        <a:pt x="1275" y="716"/>
                      </a:cubicBezTo>
                      <a:cubicBezTo>
                        <a:pt x="1271" y="718"/>
                        <a:pt x="1266" y="717"/>
                        <a:pt x="1263" y="715"/>
                      </a:cubicBezTo>
                      <a:cubicBezTo>
                        <a:pt x="1207" y="679"/>
                        <a:pt x="737" y="382"/>
                        <a:pt x="668" y="358"/>
                      </a:cubicBezTo>
                      <a:cubicBezTo>
                        <a:pt x="614" y="338"/>
                        <a:pt x="510" y="340"/>
                        <a:pt x="462" y="341"/>
                      </a:cubicBezTo>
                      <a:cubicBezTo>
                        <a:pt x="446" y="342"/>
                        <a:pt x="431" y="349"/>
                        <a:pt x="421" y="361"/>
                      </a:cubicBezTo>
                      <a:cubicBezTo>
                        <a:pt x="320" y="472"/>
                        <a:pt x="237" y="468"/>
                        <a:pt x="182" y="441"/>
                      </a:cubicBezTo>
                      <a:close/>
                      <a:moveTo>
                        <a:pt x="592" y="1039"/>
                      </a:moveTo>
                      <a:cubicBezTo>
                        <a:pt x="566" y="1039"/>
                        <a:pt x="541" y="1054"/>
                        <a:pt x="528" y="1079"/>
                      </a:cubicBezTo>
                      <a:cubicBezTo>
                        <a:pt x="472" y="1191"/>
                        <a:pt x="472" y="1191"/>
                        <a:pt x="472" y="1191"/>
                      </a:cubicBezTo>
                      <a:cubicBezTo>
                        <a:pt x="455" y="1227"/>
                        <a:pt x="469" y="1270"/>
                        <a:pt x="505" y="1287"/>
                      </a:cubicBezTo>
                      <a:cubicBezTo>
                        <a:pt x="505" y="1287"/>
                        <a:pt x="505" y="1287"/>
                        <a:pt x="505" y="1287"/>
                      </a:cubicBezTo>
                      <a:cubicBezTo>
                        <a:pt x="515" y="1292"/>
                        <a:pt x="526" y="1295"/>
                        <a:pt x="536" y="1295"/>
                      </a:cubicBezTo>
                      <a:cubicBezTo>
                        <a:pt x="563" y="1295"/>
                        <a:pt x="588" y="1280"/>
                        <a:pt x="601" y="1255"/>
                      </a:cubicBezTo>
                      <a:cubicBezTo>
                        <a:pt x="657" y="1143"/>
                        <a:pt x="657" y="1143"/>
                        <a:pt x="657" y="1143"/>
                      </a:cubicBezTo>
                      <a:cubicBezTo>
                        <a:pt x="674" y="1107"/>
                        <a:pt x="660" y="1064"/>
                        <a:pt x="624" y="1046"/>
                      </a:cubicBezTo>
                      <a:cubicBezTo>
                        <a:pt x="614" y="1041"/>
                        <a:pt x="603" y="1039"/>
                        <a:pt x="592" y="1039"/>
                      </a:cubicBezTo>
                      <a:moveTo>
                        <a:pt x="462" y="901"/>
                      </a:moveTo>
                      <a:cubicBezTo>
                        <a:pt x="435" y="901"/>
                        <a:pt x="410" y="916"/>
                        <a:pt x="397" y="941"/>
                      </a:cubicBezTo>
                      <a:cubicBezTo>
                        <a:pt x="307" y="1123"/>
                        <a:pt x="307" y="1123"/>
                        <a:pt x="307" y="1123"/>
                      </a:cubicBezTo>
                      <a:cubicBezTo>
                        <a:pt x="289" y="1159"/>
                        <a:pt x="304" y="1202"/>
                        <a:pt x="339" y="1219"/>
                      </a:cubicBezTo>
                      <a:cubicBezTo>
                        <a:pt x="339" y="1219"/>
                        <a:pt x="339" y="1219"/>
                        <a:pt x="339" y="1219"/>
                      </a:cubicBezTo>
                      <a:cubicBezTo>
                        <a:pt x="350" y="1224"/>
                        <a:pt x="360" y="1227"/>
                        <a:pt x="371" y="1227"/>
                      </a:cubicBezTo>
                      <a:cubicBezTo>
                        <a:pt x="397" y="1227"/>
                        <a:pt x="423" y="1212"/>
                        <a:pt x="435" y="1187"/>
                      </a:cubicBezTo>
                      <a:cubicBezTo>
                        <a:pt x="526" y="1005"/>
                        <a:pt x="526" y="1005"/>
                        <a:pt x="526" y="1005"/>
                      </a:cubicBezTo>
                      <a:cubicBezTo>
                        <a:pt x="543" y="970"/>
                        <a:pt x="529" y="927"/>
                        <a:pt x="493" y="909"/>
                      </a:cubicBezTo>
                      <a:cubicBezTo>
                        <a:pt x="493" y="909"/>
                        <a:pt x="493" y="909"/>
                        <a:pt x="493" y="909"/>
                      </a:cubicBezTo>
                      <a:cubicBezTo>
                        <a:pt x="483" y="904"/>
                        <a:pt x="472" y="901"/>
                        <a:pt x="462" y="901"/>
                      </a:cubicBezTo>
                      <a:moveTo>
                        <a:pt x="298" y="829"/>
                      </a:moveTo>
                      <a:cubicBezTo>
                        <a:pt x="271" y="829"/>
                        <a:pt x="246" y="844"/>
                        <a:pt x="233" y="869"/>
                      </a:cubicBezTo>
                      <a:cubicBezTo>
                        <a:pt x="150" y="1036"/>
                        <a:pt x="150" y="1036"/>
                        <a:pt x="150" y="1036"/>
                      </a:cubicBezTo>
                      <a:cubicBezTo>
                        <a:pt x="133" y="1072"/>
                        <a:pt x="147" y="1115"/>
                        <a:pt x="183" y="1132"/>
                      </a:cubicBezTo>
                      <a:cubicBezTo>
                        <a:pt x="193" y="1138"/>
                        <a:pt x="204" y="1140"/>
                        <a:pt x="215" y="1140"/>
                      </a:cubicBezTo>
                      <a:cubicBezTo>
                        <a:pt x="241" y="1140"/>
                        <a:pt x="266" y="1125"/>
                        <a:pt x="279" y="1100"/>
                      </a:cubicBezTo>
                      <a:cubicBezTo>
                        <a:pt x="362" y="933"/>
                        <a:pt x="362" y="933"/>
                        <a:pt x="362" y="933"/>
                      </a:cubicBezTo>
                      <a:cubicBezTo>
                        <a:pt x="379" y="898"/>
                        <a:pt x="365" y="855"/>
                        <a:pt x="330" y="837"/>
                      </a:cubicBezTo>
                      <a:cubicBezTo>
                        <a:pt x="330" y="837"/>
                        <a:pt x="330" y="837"/>
                        <a:pt x="330" y="837"/>
                      </a:cubicBezTo>
                      <a:cubicBezTo>
                        <a:pt x="319" y="832"/>
                        <a:pt x="308" y="829"/>
                        <a:pt x="298" y="829"/>
                      </a:cubicBezTo>
                      <a:moveTo>
                        <a:pt x="131" y="762"/>
                      </a:moveTo>
                      <a:cubicBezTo>
                        <a:pt x="104" y="762"/>
                        <a:pt x="79" y="777"/>
                        <a:pt x="66" y="802"/>
                      </a:cubicBezTo>
                      <a:cubicBezTo>
                        <a:pt x="18" y="900"/>
                        <a:pt x="18" y="900"/>
                        <a:pt x="18" y="900"/>
                      </a:cubicBezTo>
                      <a:cubicBezTo>
                        <a:pt x="0" y="936"/>
                        <a:pt x="14" y="979"/>
                        <a:pt x="50" y="996"/>
                      </a:cubicBezTo>
                      <a:cubicBezTo>
                        <a:pt x="60" y="1002"/>
                        <a:pt x="71" y="1004"/>
                        <a:pt x="82" y="1004"/>
                      </a:cubicBezTo>
                      <a:cubicBezTo>
                        <a:pt x="108" y="1004"/>
                        <a:pt x="133" y="989"/>
                        <a:pt x="146" y="964"/>
                      </a:cubicBezTo>
                      <a:cubicBezTo>
                        <a:pt x="195" y="866"/>
                        <a:pt x="195" y="866"/>
                        <a:pt x="195" y="866"/>
                      </a:cubicBezTo>
                      <a:cubicBezTo>
                        <a:pt x="212" y="830"/>
                        <a:pt x="198" y="787"/>
                        <a:pt x="162" y="770"/>
                      </a:cubicBezTo>
                      <a:cubicBezTo>
                        <a:pt x="152" y="765"/>
                        <a:pt x="141" y="762"/>
                        <a:pt x="131" y="762"/>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66" name="Freeform 6">
                  <a:extLst>
                    <a:ext uri="{FF2B5EF4-FFF2-40B4-BE49-F238E27FC236}">
                      <a16:creationId xmlns:a16="http://schemas.microsoft.com/office/drawing/2014/main" id="{96C09F45-FE87-A9D8-A596-DB4B91CED474}"/>
                    </a:ext>
                  </a:extLst>
                </p:cNvPr>
                <p:cNvSpPr>
                  <a:spLocks/>
                </p:cNvSpPr>
                <p:nvPr/>
              </p:nvSpPr>
              <p:spPr bwMode="auto">
                <a:xfrm>
                  <a:off x="2251" y="921"/>
                  <a:ext cx="3007" cy="2422"/>
                </a:xfrm>
                <a:custGeom>
                  <a:avLst/>
                  <a:gdLst>
                    <a:gd name="T0" fmla="*/ 262 w 1605"/>
                    <a:gd name="T1" fmla="*/ 725 h 1292"/>
                    <a:gd name="T2" fmla="*/ 15 w 1605"/>
                    <a:gd name="T3" fmla="*/ 587 h 1292"/>
                    <a:gd name="T4" fmla="*/ 0 w 1605"/>
                    <a:gd name="T5" fmla="*/ 37 h 1292"/>
                    <a:gd name="T6" fmla="*/ 36 w 1605"/>
                    <a:gd name="T7" fmla="*/ 0 h 1292"/>
                    <a:gd name="T8" fmla="*/ 155 w 1605"/>
                    <a:gd name="T9" fmla="*/ 96 h 1292"/>
                    <a:gd name="T10" fmla="*/ 324 w 1605"/>
                    <a:gd name="T11" fmla="*/ 190 h 1292"/>
                    <a:gd name="T12" fmla="*/ 364 w 1605"/>
                    <a:gd name="T13" fmla="*/ 178 h 1292"/>
                    <a:gd name="T14" fmla="*/ 366 w 1605"/>
                    <a:gd name="T15" fmla="*/ 207 h 1292"/>
                    <a:gd name="T16" fmla="*/ 324 w 1605"/>
                    <a:gd name="T17" fmla="*/ 226 h 1292"/>
                    <a:gd name="T18" fmla="*/ 36 w 1605"/>
                    <a:gd name="T19" fmla="*/ 36 h 1292"/>
                    <a:gd name="T20" fmla="*/ 1538 w 1605"/>
                    <a:gd name="T21" fmla="*/ 719 h 1292"/>
                    <a:gd name="T22" fmla="*/ 785 w 1605"/>
                    <a:gd name="T23" fmla="*/ 307 h 1292"/>
                    <a:gd name="T24" fmla="*/ 1544 w 1605"/>
                    <a:gd name="T25" fmla="*/ 848 h 1292"/>
                    <a:gd name="T26" fmla="*/ 1482 w 1605"/>
                    <a:gd name="T27" fmla="*/ 883 h 1292"/>
                    <a:gd name="T28" fmla="*/ 1236 w 1605"/>
                    <a:gd name="T29" fmla="*/ 747 h 1292"/>
                    <a:gd name="T30" fmla="*/ 1210 w 1605"/>
                    <a:gd name="T31" fmla="*/ 752 h 1292"/>
                    <a:gd name="T32" fmla="*/ 1380 w 1605"/>
                    <a:gd name="T33" fmla="*/ 881 h 1292"/>
                    <a:gd name="T34" fmla="*/ 1345 w 1605"/>
                    <a:gd name="T35" fmla="*/ 1015 h 1292"/>
                    <a:gd name="T36" fmla="*/ 1123 w 1605"/>
                    <a:gd name="T37" fmla="*/ 893 h 1292"/>
                    <a:gd name="T38" fmla="*/ 1098 w 1605"/>
                    <a:gd name="T39" fmla="*/ 898 h 1292"/>
                    <a:gd name="T40" fmla="*/ 1229 w 1605"/>
                    <a:gd name="T41" fmla="*/ 1002 h 1292"/>
                    <a:gd name="T42" fmla="*/ 1253 w 1605"/>
                    <a:gd name="T43" fmla="*/ 1100 h 1292"/>
                    <a:gd name="T44" fmla="*/ 1155 w 1605"/>
                    <a:gd name="T45" fmla="*/ 1124 h 1292"/>
                    <a:gd name="T46" fmla="*/ 986 w 1605"/>
                    <a:gd name="T47" fmla="*/ 1044 h 1292"/>
                    <a:gd name="T48" fmla="*/ 992 w 1605"/>
                    <a:gd name="T49" fmla="*/ 1075 h 1292"/>
                    <a:gd name="T50" fmla="*/ 1097 w 1605"/>
                    <a:gd name="T51" fmla="*/ 1222 h 1292"/>
                    <a:gd name="T52" fmla="*/ 998 w 1605"/>
                    <a:gd name="T53" fmla="*/ 1246 h 1292"/>
                    <a:gd name="T54" fmla="*/ 862 w 1605"/>
                    <a:gd name="T55" fmla="*/ 1206 h 1292"/>
                    <a:gd name="T56" fmla="*/ 1035 w 1605"/>
                    <a:gd name="T57" fmla="*/ 1292 h 1292"/>
                    <a:gd name="T58" fmla="*/ 1139 w 1605"/>
                    <a:gd name="T59" fmla="*/ 1157 h 1292"/>
                    <a:gd name="T60" fmla="*/ 1284 w 1605"/>
                    <a:gd name="T61" fmla="*/ 1119 h 1292"/>
                    <a:gd name="T62" fmla="*/ 1345 w 1605"/>
                    <a:gd name="T63" fmla="*/ 1051 h 1292"/>
                    <a:gd name="T64" fmla="*/ 1450 w 1605"/>
                    <a:gd name="T65" fmla="*/ 917 h 1292"/>
                    <a:gd name="T66" fmla="*/ 1482 w 1605"/>
                    <a:gd name="T67" fmla="*/ 919 h 1292"/>
                    <a:gd name="T68" fmla="*/ 1538 w 1605"/>
                    <a:gd name="T69" fmla="*/ 71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5" h="1292">
                      <a:moveTo>
                        <a:pt x="36" y="558"/>
                      </a:moveTo>
                      <a:cubicBezTo>
                        <a:pt x="262" y="725"/>
                        <a:pt x="262" y="725"/>
                        <a:pt x="262" y="725"/>
                      </a:cubicBezTo>
                      <a:cubicBezTo>
                        <a:pt x="246" y="757"/>
                        <a:pt x="246" y="757"/>
                        <a:pt x="246" y="757"/>
                      </a:cubicBezTo>
                      <a:cubicBezTo>
                        <a:pt x="15" y="587"/>
                        <a:pt x="15" y="587"/>
                        <a:pt x="15" y="587"/>
                      </a:cubicBezTo>
                      <a:cubicBezTo>
                        <a:pt x="6" y="580"/>
                        <a:pt x="0" y="569"/>
                        <a:pt x="0" y="558"/>
                      </a:cubicBezTo>
                      <a:cubicBezTo>
                        <a:pt x="0" y="37"/>
                        <a:pt x="0" y="37"/>
                        <a:pt x="0" y="37"/>
                      </a:cubicBezTo>
                      <a:cubicBezTo>
                        <a:pt x="0" y="24"/>
                        <a:pt x="7" y="11"/>
                        <a:pt x="18" y="5"/>
                      </a:cubicBezTo>
                      <a:cubicBezTo>
                        <a:pt x="24" y="1"/>
                        <a:pt x="30" y="0"/>
                        <a:pt x="36" y="0"/>
                      </a:cubicBezTo>
                      <a:cubicBezTo>
                        <a:pt x="45" y="0"/>
                        <a:pt x="54" y="3"/>
                        <a:pt x="61" y="9"/>
                      </a:cubicBezTo>
                      <a:cubicBezTo>
                        <a:pt x="155" y="96"/>
                        <a:pt x="155" y="96"/>
                        <a:pt x="155" y="96"/>
                      </a:cubicBezTo>
                      <a:cubicBezTo>
                        <a:pt x="156" y="97"/>
                        <a:pt x="156" y="97"/>
                        <a:pt x="156" y="97"/>
                      </a:cubicBezTo>
                      <a:cubicBezTo>
                        <a:pt x="182" y="123"/>
                        <a:pt x="263" y="190"/>
                        <a:pt x="324" y="190"/>
                      </a:cubicBezTo>
                      <a:cubicBezTo>
                        <a:pt x="336" y="190"/>
                        <a:pt x="346" y="187"/>
                        <a:pt x="355" y="182"/>
                      </a:cubicBezTo>
                      <a:cubicBezTo>
                        <a:pt x="358" y="180"/>
                        <a:pt x="361" y="179"/>
                        <a:pt x="364" y="178"/>
                      </a:cubicBezTo>
                      <a:cubicBezTo>
                        <a:pt x="413" y="161"/>
                        <a:pt x="413" y="161"/>
                        <a:pt x="413" y="161"/>
                      </a:cubicBezTo>
                      <a:cubicBezTo>
                        <a:pt x="397" y="176"/>
                        <a:pt x="382" y="191"/>
                        <a:pt x="366" y="207"/>
                      </a:cubicBezTo>
                      <a:cubicBezTo>
                        <a:pt x="361" y="212"/>
                        <a:pt x="357" y="217"/>
                        <a:pt x="353" y="222"/>
                      </a:cubicBezTo>
                      <a:cubicBezTo>
                        <a:pt x="344" y="225"/>
                        <a:pt x="334" y="226"/>
                        <a:pt x="324" y="226"/>
                      </a:cubicBezTo>
                      <a:cubicBezTo>
                        <a:pt x="234" y="226"/>
                        <a:pt x="131" y="123"/>
                        <a:pt x="131" y="123"/>
                      </a:cubicBezTo>
                      <a:cubicBezTo>
                        <a:pt x="36" y="36"/>
                        <a:pt x="36" y="36"/>
                        <a:pt x="36" y="36"/>
                      </a:cubicBezTo>
                      <a:lnTo>
                        <a:pt x="36" y="558"/>
                      </a:lnTo>
                      <a:close/>
                      <a:moveTo>
                        <a:pt x="1538" y="719"/>
                      </a:moveTo>
                      <a:cubicBezTo>
                        <a:pt x="868" y="315"/>
                        <a:pt x="868" y="315"/>
                        <a:pt x="868" y="315"/>
                      </a:cubicBezTo>
                      <a:cubicBezTo>
                        <a:pt x="850" y="312"/>
                        <a:pt x="824" y="309"/>
                        <a:pt x="785" y="307"/>
                      </a:cubicBezTo>
                      <a:cubicBezTo>
                        <a:pt x="1520" y="750"/>
                        <a:pt x="1520" y="750"/>
                        <a:pt x="1520" y="750"/>
                      </a:cubicBezTo>
                      <a:cubicBezTo>
                        <a:pt x="1553" y="770"/>
                        <a:pt x="1564" y="814"/>
                        <a:pt x="1544" y="848"/>
                      </a:cubicBezTo>
                      <a:cubicBezTo>
                        <a:pt x="1544" y="848"/>
                        <a:pt x="1544" y="848"/>
                        <a:pt x="1544" y="848"/>
                      </a:cubicBezTo>
                      <a:cubicBezTo>
                        <a:pt x="1531" y="871"/>
                        <a:pt x="1507" y="883"/>
                        <a:pt x="1482" y="883"/>
                      </a:cubicBezTo>
                      <a:cubicBezTo>
                        <a:pt x="1470" y="883"/>
                        <a:pt x="1457" y="880"/>
                        <a:pt x="1446" y="873"/>
                      </a:cubicBezTo>
                      <a:cubicBezTo>
                        <a:pt x="1236" y="747"/>
                        <a:pt x="1236" y="747"/>
                        <a:pt x="1236" y="747"/>
                      </a:cubicBezTo>
                      <a:cubicBezTo>
                        <a:pt x="1227" y="741"/>
                        <a:pt x="1216" y="743"/>
                        <a:pt x="1210" y="752"/>
                      </a:cubicBezTo>
                      <a:cubicBezTo>
                        <a:pt x="1210" y="752"/>
                        <a:pt x="1210" y="752"/>
                        <a:pt x="1210" y="752"/>
                      </a:cubicBezTo>
                      <a:cubicBezTo>
                        <a:pt x="1202" y="761"/>
                        <a:pt x="1205" y="775"/>
                        <a:pt x="1215" y="781"/>
                      </a:cubicBezTo>
                      <a:cubicBezTo>
                        <a:pt x="1380" y="881"/>
                        <a:pt x="1380" y="881"/>
                        <a:pt x="1380" y="881"/>
                      </a:cubicBezTo>
                      <a:cubicBezTo>
                        <a:pt x="1414" y="901"/>
                        <a:pt x="1427" y="947"/>
                        <a:pt x="1406" y="981"/>
                      </a:cubicBezTo>
                      <a:cubicBezTo>
                        <a:pt x="1393" y="1003"/>
                        <a:pt x="1369" y="1015"/>
                        <a:pt x="1345" y="1015"/>
                      </a:cubicBezTo>
                      <a:cubicBezTo>
                        <a:pt x="1332" y="1015"/>
                        <a:pt x="1320" y="1012"/>
                        <a:pt x="1308" y="1005"/>
                      </a:cubicBezTo>
                      <a:cubicBezTo>
                        <a:pt x="1123" y="893"/>
                        <a:pt x="1123" y="893"/>
                        <a:pt x="1123" y="893"/>
                      </a:cubicBezTo>
                      <a:cubicBezTo>
                        <a:pt x="1115" y="888"/>
                        <a:pt x="1104" y="890"/>
                        <a:pt x="1098" y="898"/>
                      </a:cubicBezTo>
                      <a:cubicBezTo>
                        <a:pt x="1098" y="898"/>
                        <a:pt x="1098" y="898"/>
                        <a:pt x="1098" y="898"/>
                      </a:cubicBezTo>
                      <a:cubicBezTo>
                        <a:pt x="1091" y="907"/>
                        <a:pt x="1093" y="920"/>
                        <a:pt x="1103" y="926"/>
                      </a:cubicBezTo>
                      <a:cubicBezTo>
                        <a:pt x="1229" y="1002"/>
                        <a:pt x="1229" y="1002"/>
                        <a:pt x="1229" y="1002"/>
                      </a:cubicBezTo>
                      <a:cubicBezTo>
                        <a:pt x="1263" y="1022"/>
                        <a:pt x="1274" y="1066"/>
                        <a:pt x="1253" y="1100"/>
                      </a:cubicBezTo>
                      <a:cubicBezTo>
                        <a:pt x="1253" y="1100"/>
                        <a:pt x="1253" y="1100"/>
                        <a:pt x="1253" y="1100"/>
                      </a:cubicBezTo>
                      <a:cubicBezTo>
                        <a:pt x="1240" y="1122"/>
                        <a:pt x="1216" y="1135"/>
                        <a:pt x="1192" y="1135"/>
                      </a:cubicBezTo>
                      <a:cubicBezTo>
                        <a:pt x="1179" y="1135"/>
                        <a:pt x="1167" y="1131"/>
                        <a:pt x="1155" y="1124"/>
                      </a:cubicBezTo>
                      <a:cubicBezTo>
                        <a:pt x="1013" y="1039"/>
                        <a:pt x="1013" y="1039"/>
                        <a:pt x="1013" y="1039"/>
                      </a:cubicBezTo>
                      <a:cubicBezTo>
                        <a:pt x="1004" y="1033"/>
                        <a:pt x="992" y="1036"/>
                        <a:pt x="986" y="1044"/>
                      </a:cubicBezTo>
                      <a:cubicBezTo>
                        <a:pt x="986" y="1044"/>
                        <a:pt x="986" y="1044"/>
                        <a:pt x="986" y="1044"/>
                      </a:cubicBezTo>
                      <a:cubicBezTo>
                        <a:pt x="978" y="1054"/>
                        <a:pt x="981" y="1068"/>
                        <a:pt x="992" y="1075"/>
                      </a:cubicBezTo>
                      <a:cubicBezTo>
                        <a:pt x="1071" y="1122"/>
                        <a:pt x="1071" y="1122"/>
                        <a:pt x="1071" y="1122"/>
                      </a:cubicBezTo>
                      <a:cubicBezTo>
                        <a:pt x="1105" y="1143"/>
                        <a:pt x="1117" y="1188"/>
                        <a:pt x="1097" y="1222"/>
                      </a:cubicBezTo>
                      <a:cubicBezTo>
                        <a:pt x="1083" y="1244"/>
                        <a:pt x="1059" y="1256"/>
                        <a:pt x="1035" y="1256"/>
                      </a:cubicBezTo>
                      <a:cubicBezTo>
                        <a:pt x="1023" y="1256"/>
                        <a:pt x="1010" y="1253"/>
                        <a:pt x="998" y="1246"/>
                      </a:cubicBezTo>
                      <a:cubicBezTo>
                        <a:pt x="884" y="1177"/>
                        <a:pt x="884" y="1177"/>
                        <a:pt x="884" y="1177"/>
                      </a:cubicBezTo>
                      <a:cubicBezTo>
                        <a:pt x="862" y="1206"/>
                        <a:pt x="862" y="1206"/>
                        <a:pt x="862" y="1206"/>
                      </a:cubicBezTo>
                      <a:cubicBezTo>
                        <a:pt x="980" y="1277"/>
                        <a:pt x="980" y="1277"/>
                        <a:pt x="980" y="1277"/>
                      </a:cubicBezTo>
                      <a:cubicBezTo>
                        <a:pt x="997" y="1287"/>
                        <a:pt x="1016" y="1292"/>
                        <a:pt x="1035" y="1292"/>
                      </a:cubicBezTo>
                      <a:cubicBezTo>
                        <a:pt x="1073" y="1292"/>
                        <a:pt x="1108" y="1272"/>
                        <a:pt x="1128" y="1240"/>
                      </a:cubicBezTo>
                      <a:cubicBezTo>
                        <a:pt x="1143" y="1214"/>
                        <a:pt x="1147" y="1184"/>
                        <a:pt x="1139" y="1157"/>
                      </a:cubicBezTo>
                      <a:cubicBezTo>
                        <a:pt x="1155" y="1166"/>
                        <a:pt x="1174" y="1171"/>
                        <a:pt x="1192" y="1171"/>
                      </a:cubicBezTo>
                      <a:cubicBezTo>
                        <a:pt x="1230" y="1171"/>
                        <a:pt x="1265" y="1151"/>
                        <a:pt x="1284" y="1119"/>
                      </a:cubicBezTo>
                      <a:cubicBezTo>
                        <a:pt x="1299" y="1094"/>
                        <a:pt x="1303" y="1066"/>
                        <a:pt x="1297" y="1040"/>
                      </a:cubicBezTo>
                      <a:cubicBezTo>
                        <a:pt x="1312" y="1047"/>
                        <a:pt x="1328" y="1051"/>
                        <a:pt x="1345" y="1051"/>
                      </a:cubicBezTo>
                      <a:cubicBezTo>
                        <a:pt x="1383" y="1051"/>
                        <a:pt x="1418" y="1031"/>
                        <a:pt x="1437" y="999"/>
                      </a:cubicBezTo>
                      <a:cubicBezTo>
                        <a:pt x="1452" y="974"/>
                        <a:pt x="1457" y="945"/>
                        <a:pt x="1450" y="917"/>
                      </a:cubicBezTo>
                      <a:cubicBezTo>
                        <a:pt x="1449" y="916"/>
                        <a:pt x="1449" y="915"/>
                        <a:pt x="1449" y="913"/>
                      </a:cubicBezTo>
                      <a:cubicBezTo>
                        <a:pt x="1459" y="917"/>
                        <a:pt x="1471" y="919"/>
                        <a:pt x="1482" y="919"/>
                      </a:cubicBezTo>
                      <a:cubicBezTo>
                        <a:pt x="1520" y="919"/>
                        <a:pt x="1555" y="899"/>
                        <a:pt x="1575" y="867"/>
                      </a:cubicBezTo>
                      <a:cubicBezTo>
                        <a:pt x="1605" y="816"/>
                        <a:pt x="1589" y="750"/>
                        <a:pt x="1538" y="7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0" name="Grupo 169">
              <a:extLst>
                <a:ext uri="{FF2B5EF4-FFF2-40B4-BE49-F238E27FC236}">
                  <a16:creationId xmlns:a16="http://schemas.microsoft.com/office/drawing/2014/main" id="{3323E127-6B97-D300-C9EA-36AE3240262B}"/>
                </a:ext>
              </a:extLst>
            </p:cNvPr>
            <p:cNvGrpSpPr/>
            <p:nvPr/>
          </p:nvGrpSpPr>
          <p:grpSpPr>
            <a:xfrm>
              <a:off x="9743548" y="1494503"/>
              <a:ext cx="972002" cy="1122694"/>
              <a:chOff x="9330091" y="1669461"/>
              <a:chExt cx="1047299" cy="1122694"/>
            </a:xfrm>
          </p:grpSpPr>
          <p:sp>
            <p:nvSpPr>
              <p:cNvPr id="216" name="Rectangle: Rounded Corners 215">
                <a:extLst>
                  <a:ext uri="{FF2B5EF4-FFF2-40B4-BE49-F238E27FC236}">
                    <a16:creationId xmlns:a16="http://schemas.microsoft.com/office/drawing/2014/main" id="{A84B4708-82AB-B886-A580-321B6C8A82D7}"/>
                  </a:ext>
                </a:extLst>
              </p:cNvPr>
              <p:cNvSpPr/>
              <p:nvPr/>
            </p:nvSpPr>
            <p:spPr>
              <a:xfrm>
                <a:off x="93950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Sistemas TI</a:t>
                </a:r>
              </a:p>
            </p:txBody>
          </p:sp>
          <p:sp>
            <p:nvSpPr>
              <p:cNvPr id="223" name="Oval 20">
                <a:extLst>
                  <a:ext uri="{FF2B5EF4-FFF2-40B4-BE49-F238E27FC236}">
                    <a16:creationId xmlns:a16="http://schemas.microsoft.com/office/drawing/2014/main" id="{AF3B10B5-718D-69AB-351D-9FF71D87337C}"/>
                  </a:ext>
                </a:extLst>
              </p:cNvPr>
              <p:cNvSpPr>
                <a:spLocks noChangeAspect="1" noChangeArrowheads="1"/>
              </p:cNvSpPr>
              <p:nvPr/>
            </p:nvSpPr>
            <p:spPr bwMode="auto">
              <a:xfrm>
                <a:off x="93300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12</a:t>
                </a:r>
              </a:p>
            </p:txBody>
          </p:sp>
          <p:grpSp>
            <p:nvGrpSpPr>
              <p:cNvPr id="267" name="bcgIcons_Open Ecosystem ">
                <a:extLst>
                  <a:ext uri="{FF2B5EF4-FFF2-40B4-BE49-F238E27FC236}">
                    <a16:creationId xmlns:a16="http://schemas.microsoft.com/office/drawing/2014/main" id="{246DE3F2-EC29-4B5D-C058-339DE785A951}"/>
                  </a:ext>
                </a:extLst>
              </p:cNvPr>
              <p:cNvGrpSpPr>
                <a:grpSpLocks noChangeAspect="1"/>
              </p:cNvGrpSpPr>
              <p:nvPr/>
            </p:nvGrpSpPr>
            <p:grpSpPr bwMode="auto">
              <a:xfrm>
                <a:off x="9677187" y="1827711"/>
                <a:ext cx="418067" cy="418454"/>
                <a:chOff x="1682" y="0"/>
                <a:chExt cx="4316" cy="4320"/>
              </a:xfrm>
            </p:grpSpPr>
            <p:sp>
              <p:nvSpPr>
                <p:cNvPr id="268" name="AutoShape 3">
                  <a:extLst>
                    <a:ext uri="{FF2B5EF4-FFF2-40B4-BE49-F238E27FC236}">
                      <a16:creationId xmlns:a16="http://schemas.microsoft.com/office/drawing/2014/main" id="{F0328B96-B1FD-CD7B-3395-F5E6D0A084E6}"/>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69" name="Freeform 5">
                  <a:extLst>
                    <a:ext uri="{FF2B5EF4-FFF2-40B4-BE49-F238E27FC236}">
                      <a16:creationId xmlns:a16="http://schemas.microsoft.com/office/drawing/2014/main" id="{BFA21F42-3934-D5AD-618B-D3507D8A139D}"/>
                    </a:ext>
                  </a:extLst>
                </p:cNvPr>
                <p:cNvSpPr>
                  <a:spLocks/>
                </p:cNvSpPr>
                <p:nvPr/>
              </p:nvSpPr>
              <p:spPr bwMode="auto">
                <a:xfrm>
                  <a:off x="2250" y="351"/>
                  <a:ext cx="3177" cy="3615"/>
                </a:xfrm>
                <a:custGeom>
                  <a:avLst/>
                  <a:gdLst>
                    <a:gd name="T0" fmla="*/ 1394 w 1696"/>
                    <a:gd name="T1" fmla="*/ 1637 h 1928"/>
                    <a:gd name="T2" fmla="*/ 924 w 1696"/>
                    <a:gd name="T3" fmla="*/ 1891 h 1928"/>
                    <a:gd name="T4" fmla="*/ 908 w 1696"/>
                    <a:gd name="T5" fmla="*/ 1928 h 1928"/>
                    <a:gd name="T6" fmla="*/ 796 w 1696"/>
                    <a:gd name="T7" fmla="*/ 1823 h 1928"/>
                    <a:gd name="T8" fmla="*/ 895 w 1696"/>
                    <a:gd name="T9" fmla="*/ 1695 h 1928"/>
                    <a:gd name="T10" fmla="*/ 926 w 1696"/>
                    <a:gd name="T11" fmla="*/ 1726 h 1928"/>
                    <a:gd name="T12" fmla="*/ 1650 w 1696"/>
                    <a:gd name="T13" fmla="*/ 1143 h 1928"/>
                    <a:gd name="T14" fmla="*/ 1693 w 1696"/>
                    <a:gd name="T15" fmla="*/ 1152 h 1928"/>
                    <a:gd name="T16" fmla="*/ 804 w 1696"/>
                    <a:gd name="T17" fmla="*/ 8 h 1928"/>
                    <a:gd name="T18" fmla="*/ 772 w 1696"/>
                    <a:gd name="T19" fmla="*/ 39 h 1928"/>
                    <a:gd name="T20" fmla="*/ 302 w 1696"/>
                    <a:gd name="T21" fmla="*/ 293 h 1928"/>
                    <a:gd name="T22" fmla="*/ 19 w 1696"/>
                    <a:gd name="T23" fmla="*/ 804 h 1928"/>
                    <a:gd name="T24" fmla="*/ 46 w 1696"/>
                    <a:gd name="T25" fmla="*/ 787 h 1928"/>
                    <a:gd name="T26" fmla="*/ 770 w 1696"/>
                    <a:gd name="T27" fmla="*/ 204 h 1928"/>
                    <a:gd name="T28" fmla="*/ 786 w 1696"/>
                    <a:gd name="T29" fmla="*/ 241 h 1928"/>
                    <a:gd name="T30" fmla="*/ 900 w 1696"/>
                    <a:gd name="T31" fmla="*/ 139 h 1928"/>
                    <a:gd name="T32" fmla="*/ 1031 w 1696"/>
                    <a:gd name="T33" fmla="*/ 1376 h 1928"/>
                    <a:gd name="T34" fmla="*/ 945 w 1696"/>
                    <a:gd name="T35" fmla="*/ 1282 h 1928"/>
                    <a:gd name="T36" fmla="*/ 1397 w 1696"/>
                    <a:gd name="T37" fmla="*/ 1268 h 1928"/>
                    <a:gd name="T38" fmla="*/ 1419 w 1696"/>
                    <a:gd name="T39" fmla="*/ 636 h 1928"/>
                    <a:gd name="T40" fmla="*/ 303 w 1696"/>
                    <a:gd name="T41" fmla="*/ 614 h 1928"/>
                    <a:gd name="T42" fmla="*/ 281 w 1696"/>
                    <a:gd name="T43" fmla="*/ 1246 h 1928"/>
                    <a:gd name="T44" fmla="*/ 754 w 1696"/>
                    <a:gd name="T45" fmla="*/ 1268 h 1928"/>
                    <a:gd name="T46" fmla="*/ 675 w 1696"/>
                    <a:gd name="T47" fmla="*/ 1352 h 1928"/>
                    <a:gd name="T48" fmla="*/ 689 w 1696"/>
                    <a:gd name="T49" fmla="*/ 1390 h 1928"/>
                    <a:gd name="T50" fmla="*/ 1031 w 1696"/>
                    <a:gd name="T51" fmla="*/ 1376 h 1928"/>
                    <a:gd name="T52" fmla="*/ 798 w 1696"/>
                    <a:gd name="T53" fmla="*/ 1293 h 1928"/>
                    <a:gd name="T54" fmla="*/ 776 w 1696"/>
                    <a:gd name="T55" fmla="*/ 1224 h 1928"/>
                    <a:gd name="T56" fmla="*/ 325 w 1696"/>
                    <a:gd name="T57" fmla="*/ 658 h 1928"/>
                    <a:gd name="T58" fmla="*/ 1375 w 1696"/>
                    <a:gd name="T59" fmla="*/ 1224 h 1928"/>
                    <a:gd name="T60" fmla="*/ 901 w 1696"/>
                    <a:gd name="T61" fmla="*/ 1246 h 1928"/>
                    <a:gd name="T62" fmla="*/ 909 w 1696"/>
                    <a:gd name="T63" fmla="*/ 1309 h 1928"/>
                    <a:gd name="T64" fmla="*/ 748 w 1696"/>
                    <a:gd name="T65" fmla="*/ 1346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6"/>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moveTo>
                        <a:pt x="1031" y="1376"/>
                      </a:moveTo>
                      <a:cubicBezTo>
                        <a:pt x="1034" y="1367"/>
                        <a:pt x="1032" y="1358"/>
                        <a:pt x="1025" y="1352"/>
                      </a:cubicBezTo>
                      <a:cubicBezTo>
                        <a:pt x="945" y="1282"/>
                        <a:pt x="945" y="1282"/>
                        <a:pt x="945" y="1282"/>
                      </a:cubicBezTo>
                      <a:cubicBezTo>
                        <a:pt x="945" y="1268"/>
                        <a:pt x="945" y="1268"/>
                        <a:pt x="945" y="1268"/>
                      </a:cubicBezTo>
                      <a:cubicBezTo>
                        <a:pt x="1397" y="1268"/>
                        <a:pt x="1397" y="1268"/>
                        <a:pt x="1397" y="1268"/>
                      </a:cubicBezTo>
                      <a:cubicBezTo>
                        <a:pt x="1409" y="1268"/>
                        <a:pt x="1419" y="1258"/>
                        <a:pt x="1419" y="1246"/>
                      </a:cubicBezTo>
                      <a:cubicBezTo>
                        <a:pt x="1419" y="636"/>
                        <a:pt x="1419" y="636"/>
                        <a:pt x="1419" y="636"/>
                      </a:cubicBezTo>
                      <a:cubicBezTo>
                        <a:pt x="1419" y="624"/>
                        <a:pt x="1409" y="614"/>
                        <a:pt x="1397" y="614"/>
                      </a:cubicBezTo>
                      <a:cubicBezTo>
                        <a:pt x="303" y="614"/>
                        <a:pt x="303" y="614"/>
                        <a:pt x="303" y="614"/>
                      </a:cubicBezTo>
                      <a:cubicBezTo>
                        <a:pt x="291" y="614"/>
                        <a:pt x="281" y="624"/>
                        <a:pt x="281" y="636"/>
                      </a:cubicBezTo>
                      <a:cubicBezTo>
                        <a:pt x="281" y="1246"/>
                        <a:pt x="281" y="1246"/>
                        <a:pt x="281" y="1246"/>
                      </a:cubicBezTo>
                      <a:cubicBezTo>
                        <a:pt x="281" y="1258"/>
                        <a:pt x="291" y="1268"/>
                        <a:pt x="303" y="1268"/>
                      </a:cubicBezTo>
                      <a:cubicBezTo>
                        <a:pt x="754" y="1268"/>
                        <a:pt x="754" y="1268"/>
                        <a:pt x="754" y="1268"/>
                      </a:cubicBezTo>
                      <a:cubicBezTo>
                        <a:pt x="754" y="1282"/>
                        <a:pt x="754" y="1282"/>
                        <a:pt x="754" y="1282"/>
                      </a:cubicBezTo>
                      <a:cubicBezTo>
                        <a:pt x="675" y="1352"/>
                        <a:pt x="675" y="1352"/>
                        <a:pt x="675" y="1352"/>
                      </a:cubicBezTo>
                      <a:cubicBezTo>
                        <a:pt x="668" y="1358"/>
                        <a:pt x="666" y="1367"/>
                        <a:pt x="669" y="1376"/>
                      </a:cubicBezTo>
                      <a:cubicBezTo>
                        <a:pt x="672" y="1384"/>
                        <a:pt x="680" y="1390"/>
                        <a:pt x="689" y="1390"/>
                      </a:cubicBezTo>
                      <a:cubicBezTo>
                        <a:pt x="1010" y="1390"/>
                        <a:pt x="1010" y="1390"/>
                        <a:pt x="1010" y="1390"/>
                      </a:cubicBezTo>
                      <a:cubicBezTo>
                        <a:pt x="1020" y="1390"/>
                        <a:pt x="1028" y="1384"/>
                        <a:pt x="1031" y="1376"/>
                      </a:cubicBezTo>
                      <a:close/>
                      <a:moveTo>
                        <a:pt x="791" y="1309"/>
                      </a:moveTo>
                      <a:cubicBezTo>
                        <a:pt x="796" y="1305"/>
                        <a:pt x="798" y="1299"/>
                        <a:pt x="798" y="1293"/>
                      </a:cubicBezTo>
                      <a:cubicBezTo>
                        <a:pt x="798" y="1246"/>
                        <a:pt x="798" y="1246"/>
                        <a:pt x="798" y="1246"/>
                      </a:cubicBezTo>
                      <a:cubicBezTo>
                        <a:pt x="798" y="1234"/>
                        <a:pt x="789" y="1224"/>
                        <a:pt x="776" y="1224"/>
                      </a:cubicBezTo>
                      <a:cubicBezTo>
                        <a:pt x="325" y="1224"/>
                        <a:pt x="325" y="1224"/>
                        <a:pt x="325" y="1224"/>
                      </a:cubicBezTo>
                      <a:cubicBezTo>
                        <a:pt x="325" y="658"/>
                        <a:pt x="325" y="658"/>
                        <a:pt x="325" y="658"/>
                      </a:cubicBezTo>
                      <a:cubicBezTo>
                        <a:pt x="1375" y="658"/>
                        <a:pt x="1375" y="658"/>
                        <a:pt x="1375" y="658"/>
                      </a:cubicBezTo>
                      <a:cubicBezTo>
                        <a:pt x="1375" y="1224"/>
                        <a:pt x="1375" y="1224"/>
                        <a:pt x="1375" y="1224"/>
                      </a:cubicBezTo>
                      <a:cubicBezTo>
                        <a:pt x="923" y="1224"/>
                        <a:pt x="923" y="1224"/>
                        <a:pt x="923" y="1224"/>
                      </a:cubicBezTo>
                      <a:cubicBezTo>
                        <a:pt x="911" y="1224"/>
                        <a:pt x="901" y="1234"/>
                        <a:pt x="901" y="1246"/>
                      </a:cubicBezTo>
                      <a:cubicBezTo>
                        <a:pt x="901" y="1293"/>
                        <a:pt x="901" y="1293"/>
                        <a:pt x="901" y="1293"/>
                      </a:cubicBezTo>
                      <a:cubicBezTo>
                        <a:pt x="901" y="1299"/>
                        <a:pt x="904" y="1305"/>
                        <a:pt x="909" y="1309"/>
                      </a:cubicBezTo>
                      <a:cubicBezTo>
                        <a:pt x="951" y="1346"/>
                        <a:pt x="951" y="1346"/>
                        <a:pt x="951" y="1346"/>
                      </a:cubicBezTo>
                      <a:cubicBezTo>
                        <a:pt x="748" y="1346"/>
                        <a:pt x="748" y="1346"/>
                        <a:pt x="748" y="1346"/>
                      </a:cubicBezTo>
                      <a:lnTo>
                        <a:pt x="791" y="130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70" name="Freeform 6">
                  <a:extLst>
                    <a:ext uri="{FF2B5EF4-FFF2-40B4-BE49-F238E27FC236}">
                      <a16:creationId xmlns:a16="http://schemas.microsoft.com/office/drawing/2014/main" id="{2C17C2B0-1997-E06E-FA83-0C2CBD81BF1F}"/>
                    </a:ext>
                  </a:extLst>
                </p:cNvPr>
                <p:cNvSpPr>
                  <a:spLocks/>
                </p:cNvSpPr>
                <p:nvPr/>
              </p:nvSpPr>
              <p:spPr bwMode="auto">
                <a:xfrm>
                  <a:off x="2030"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906 w 1930"/>
                    <a:gd name="T67" fmla="*/ 1062 h 1694"/>
                    <a:gd name="T68" fmla="*/ 1027 w 1930"/>
                    <a:gd name="T69" fmla="*/ 1062 h 1694"/>
                    <a:gd name="T70" fmla="*/ 1437 w 1930"/>
                    <a:gd name="T71" fmla="*/ 1062 h 1694"/>
                    <a:gd name="T72" fmla="*/ 1446 w 1930"/>
                    <a:gd name="T73" fmla="*/ 1052 h 1694"/>
                    <a:gd name="T74" fmla="*/ 1446 w 1930"/>
                    <a:gd name="T75" fmla="*/ 596 h 1694"/>
                    <a:gd name="T76" fmla="*/ 1437 w 1930"/>
                    <a:gd name="T77" fmla="*/ 586 h 1694"/>
                    <a:gd name="T78" fmla="*/ 496 w 1930"/>
                    <a:gd name="T79" fmla="*/ 586 h 1694"/>
                    <a:gd name="T80" fmla="*/ 486 w 1930"/>
                    <a:gd name="T81" fmla="*/ 596 h 1694"/>
                    <a:gd name="T82" fmla="*/ 486 w 1930"/>
                    <a:gd name="T83" fmla="*/ 1052 h 1694"/>
                    <a:gd name="T84" fmla="*/ 496 w 1930"/>
                    <a:gd name="T85" fmla="*/ 1062 h 1694"/>
                    <a:gd name="T86" fmla="*/ 906 w 1930"/>
                    <a:gd name="T87" fmla="*/ 1062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906" y="1062"/>
                      </a:moveTo>
                      <a:cubicBezTo>
                        <a:pt x="937" y="1062"/>
                        <a:pt x="996" y="1062"/>
                        <a:pt x="1027" y="1062"/>
                      </a:cubicBezTo>
                      <a:cubicBezTo>
                        <a:pt x="1437" y="1062"/>
                        <a:pt x="1437" y="1062"/>
                        <a:pt x="1437" y="1062"/>
                      </a:cubicBezTo>
                      <a:cubicBezTo>
                        <a:pt x="1442" y="1062"/>
                        <a:pt x="1446" y="1058"/>
                        <a:pt x="1446" y="1052"/>
                      </a:cubicBezTo>
                      <a:cubicBezTo>
                        <a:pt x="1446" y="596"/>
                        <a:pt x="1446" y="596"/>
                        <a:pt x="1446" y="596"/>
                      </a:cubicBezTo>
                      <a:cubicBezTo>
                        <a:pt x="1446" y="590"/>
                        <a:pt x="1442" y="586"/>
                        <a:pt x="1437" y="586"/>
                      </a:cubicBezTo>
                      <a:cubicBezTo>
                        <a:pt x="496" y="586"/>
                        <a:pt x="496" y="586"/>
                        <a:pt x="496" y="586"/>
                      </a:cubicBezTo>
                      <a:cubicBezTo>
                        <a:pt x="491" y="586"/>
                        <a:pt x="486" y="590"/>
                        <a:pt x="486" y="596"/>
                      </a:cubicBezTo>
                      <a:cubicBezTo>
                        <a:pt x="486" y="1052"/>
                        <a:pt x="486" y="1052"/>
                        <a:pt x="486" y="1052"/>
                      </a:cubicBezTo>
                      <a:cubicBezTo>
                        <a:pt x="486" y="1058"/>
                        <a:pt x="491" y="1062"/>
                        <a:pt x="496" y="1062"/>
                      </a:cubicBezTo>
                      <a:lnTo>
                        <a:pt x="906" y="106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1" name="Grupo 170">
              <a:extLst>
                <a:ext uri="{FF2B5EF4-FFF2-40B4-BE49-F238E27FC236}">
                  <a16:creationId xmlns:a16="http://schemas.microsoft.com/office/drawing/2014/main" id="{79B2C51F-A12F-3509-EB1D-8653F7095D47}"/>
                </a:ext>
              </a:extLst>
            </p:cNvPr>
            <p:cNvGrpSpPr/>
            <p:nvPr/>
          </p:nvGrpSpPr>
          <p:grpSpPr>
            <a:xfrm>
              <a:off x="10795797" y="1494503"/>
              <a:ext cx="972002" cy="1122694"/>
              <a:chOff x="10413010" y="1669461"/>
              <a:chExt cx="1047299" cy="1122694"/>
            </a:xfrm>
          </p:grpSpPr>
          <p:sp>
            <p:nvSpPr>
              <p:cNvPr id="217" name="Rectangle: Rounded Corners 216">
                <a:extLst>
                  <a:ext uri="{FF2B5EF4-FFF2-40B4-BE49-F238E27FC236}">
                    <a16:creationId xmlns:a16="http://schemas.microsoft.com/office/drawing/2014/main" id="{A283CEDD-8B4D-959D-6C70-C3EC67082789}"/>
                  </a:ext>
                </a:extLst>
              </p:cNvPr>
              <p:cNvSpPr/>
              <p:nvPr/>
            </p:nvSpPr>
            <p:spPr>
              <a:xfrm>
                <a:off x="1047797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Comercial</a:t>
                </a:r>
              </a:p>
            </p:txBody>
          </p:sp>
          <p:sp>
            <p:nvSpPr>
              <p:cNvPr id="227" name="Oval 226">
                <a:extLst>
                  <a:ext uri="{FF2B5EF4-FFF2-40B4-BE49-F238E27FC236}">
                    <a16:creationId xmlns:a16="http://schemas.microsoft.com/office/drawing/2014/main" id="{AB47F968-24D1-6948-897A-33087127F78A}"/>
                  </a:ext>
                </a:extLst>
              </p:cNvPr>
              <p:cNvSpPr>
                <a:spLocks noChangeAspect="1" noChangeArrowheads="1"/>
              </p:cNvSpPr>
              <p:nvPr/>
            </p:nvSpPr>
            <p:spPr bwMode="auto">
              <a:xfrm>
                <a:off x="10413010"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13</a:t>
                </a:r>
              </a:p>
            </p:txBody>
          </p:sp>
          <p:grpSp>
            <p:nvGrpSpPr>
              <p:cNvPr id="271" name="bcgIcons_Gears ">
                <a:extLst>
                  <a:ext uri="{FF2B5EF4-FFF2-40B4-BE49-F238E27FC236}">
                    <a16:creationId xmlns:a16="http://schemas.microsoft.com/office/drawing/2014/main" id="{F38EB931-5A65-2FE5-D07A-C181F78C69D0}"/>
                  </a:ext>
                </a:extLst>
              </p:cNvPr>
              <p:cNvGrpSpPr>
                <a:grpSpLocks noChangeAspect="1"/>
              </p:cNvGrpSpPr>
              <p:nvPr/>
            </p:nvGrpSpPr>
            <p:grpSpPr>
              <a:xfrm>
                <a:off x="10760106" y="1827711"/>
                <a:ext cx="418067" cy="418454"/>
                <a:chOff x="5273801" y="2606040"/>
                <a:chExt cx="1644396" cy="1645920"/>
              </a:xfrm>
            </p:grpSpPr>
            <p:sp>
              <p:nvSpPr>
                <p:cNvPr id="272" name="AutoShape 23">
                  <a:extLst>
                    <a:ext uri="{FF2B5EF4-FFF2-40B4-BE49-F238E27FC236}">
                      <a16:creationId xmlns:a16="http://schemas.microsoft.com/office/drawing/2014/main" id="{92136AB3-8359-41C3-62BC-43B4372C9347}"/>
                    </a:ext>
                  </a:extLst>
                </p:cNvPr>
                <p:cNvSpPr>
                  <a:spLocks noChangeAspec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73" name="Group 272">
                  <a:extLst>
                    <a:ext uri="{FF2B5EF4-FFF2-40B4-BE49-F238E27FC236}">
                      <a16:creationId xmlns:a16="http://schemas.microsoft.com/office/drawing/2014/main" id="{47094C7D-B7A0-E1C9-7F1E-34EFF623CF7E}"/>
                    </a:ext>
                  </a:extLst>
                </p:cNvPr>
                <p:cNvGrpSpPr>
                  <a:grpSpLocks/>
                </p:cNvGrpSpPr>
                <p:nvPr/>
              </p:nvGrpSpPr>
              <p:grpSpPr>
                <a:xfrm>
                  <a:off x="5343905" y="2928366"/>
                  <a:ext cx="1505712" cy="995553"/>
                  <a:chOff x="5343905" y="2928366"/>
                  <a:chExt cx="1505712" cy="995553"/>
                </a:xfrm>
              </p:grpSpPr>
              <p:sp>
                <p:nvSpPr>
                  <p:cNvPr id="274" name="Freeform 25">
                    <a:extLst>
                      <a:ext uri="{FF2B5EF4-FFF2-40B4-BE49-F238E27FC236}">
                        <a16:creationId xmlns:a16="http://schemas.microsoft.com/office/drawing/2014/main" id="{FFA55644-3E77-F1CE-3FAF-BE0D1699EB71}"/>
                      </a:ext>
                    </a:extLst>
                  </p:cNvPr>
                  <p:cNvSpPr>
                    <a:spLocks/>
                  </p:cNvSpPr>
                  <p:nvPr/>
                </p:nvSpPr>
                <p:spPr bwMode="auto">
                  <a:xfrm>
                    <a:off x="5696330" y="2928366"/>
                    <a:ext cx="1153287" cy="654177"/>
                  </a:xfrm>
                  <a:custGeom>
                    <a:avLst/>
                    <a:gdLst>
                      <a:gd name="T0" fmla="*/ 1610 w 1616"/>
                      <a:gd name="T1" fmla="*/ 362 h 916"/>
                      <a:gd name="T2" fmla="*/ 1552 w 1616"/>
                      <a:gd name="T3" fmla="*/ 327 h 916"/>
                      <a:gd name="T4" fmla="*/ 1530 w 1616"/>
                      <a:gd name="T5" fmla="*/ 261 h 916"/>
                      <a:gd name="T6" fmla="*/ 1495 w 1616"/>
                      <a:gd name="T7" fmla="*/ 196 h 916"/>
                      <a:gd name="T8" fmla="*/ 1508 w 1616"/>
                      <a:gd name="T9" fmla="*/ 130 h 916"/>
                      <a:gd name="T10" fmla="*/ 1369 w 1616"/>
                      <a:gd name="T11" fmla="*/ 28 h 916"/>
                      <a:gd name="T12" fmla="*/ 1309 w 1616"/>
                      <a:gd name="T13" fmla="*/ 62 h 916"/>
                      <a:gd name="T14" fmla="*/ 1178 w 1616"/>
                      <a:gd name="T15" fmla="*/ 47 h 916"/>
                      <a:gd name="T16" fmla="*/ 1127 w 1616"/>
                      <a:gd name="T17" fmla="*/ 0 h 916"/>
                      <a:gd name="T18" fmla="*/ 1043 w 1616"/>
                      <a:gd name="T19" fmla="*/ 26 h 916"/>
                      <a:gd name="T20" fmla="*/ 967 w 1616"/>
                      <a:gd name="T21" fmla="*/ 69 h 916"/>
                      <a:gd name="T22" fmla="*/ 967 w 1616"/>
                      <a:gd name="T23" fmla="*/ 140 h 916"/>
                      <a:gd name="T24" fmla="*/ 886 w 1616"/>
                      <a:gd name="T25" fmla="*/ 246 h 916"/>
                      <a:gd name="T26" fmla="*/ 821 w 1616"/>
                      <a:gd name="T27" fmla="*/ 267 h 916"/>
                      <a:gd name="T28" fmla="*/ 798 w 1616"/>
                      <a:gd name="T29" fmla="*/ 441 h 916"/>
                      <a:gd name="T30" fmla="*/ 856 w 1616"/>
                      <a:gd name="T31" fmla="*/ 475 h 916"/>
                      <a:gd name="T32" fmla="*/ 879 w 1616"/>
                      <a:gd name="T33" fmla="*/ 546 h 916"/>
                      <a:gd name="T34" fmla="*/ 912 w 1616"/>
                      <a:gd name="T35" fmla="*/ 607 h 916"/>
                      <a:gd name="T36" fmla="*/ 896 w 1616"/>
                      <a:gd name="T37" fmla="*/ 673 h 916"/>
                      <a:gd name="T38" fmla="*/ 1031 w 1616"/>
                      <a:gd name="T39" fmla="*/ 777 h 916"/>
                      <a:gd name="T40" fmla="*/ 1089 w 1616"/>
                      <a:gd name="T41" fmla="*/ 743 h 916"/>
                      <a:gd name="T42" fmla="*/ 1236 w 1616"/>
                      <a:gd name="T43" fmla="*/ 762 h 916"/>
                      <a:gd name="T44" fmla="*/ 1287 w 1616"/>
                      <a:gd name="T45" fmla="*/ 808 h 916"/>
                      <a:gd name="T46" fmla="*/ 1366 w 1616"/>
                      <a:gd name="T47" fmla="*/ 783 h 916"/>
                      <a:gd name="T48" fmla="*/ 1440 w 1616"/>
                      <a:gd name="T49" fmla="*/ 741 h 916"/>
                      <a:gd name="T50" fmla="*/ 1440 w 1616"/>
                      <a:gd name="T51" fmla="*/ 673 h 916"/>
                      <a:gd name="T52" fmla="*/ 1528 w 1616"/>
                      <a:gd name="T53" fmla="*/ 552 h 916"/>
                      <a:gd name="T54" fmla="*/ 1591 w 1616"/>
                      <a:gd name="T55" fmla="*/ 532 h 916"/>
                      <a:gd name="T56" fmla="*/ 1610 w 1616"/>
                      <a:gd name="T57" fmla="*/ 362 h 916"/>
                      <a:gd name="T58" fmla="*/ 1276 w 1616"/>
                      <a:gd name="T59" fmla="*/ 569 h 916"/>
                      <a:gd name="T60" fmla="*/ 1041 w 1616"/>
                      <a:gd name="T61" fmla="*/ 475 h 916"/>
                      <a:gd name="T62" fmla="*/ 1133 w 1616"/>
                      <a:gd name="T63" fmla="*/ 239 h 916"/>
                      <a:gd name="T64" fmla="*/ 1367 w 1616"/>
                      <a:gd name="T65" fmla="*/ 333 h 916"/>
                      <a:gd name="T66" fmla="*/ 1276 w 1616"/>
                      <a:gd name="T67" fmla="*/ 569 h 916"/>
                      <a:gd name="T68" fmla="*/ 187 w 1616"/>
                      <a:gd name="T69" fmla="*/ 916 h 916"/>
                      <a:gd name="T70" fmla="*/ 0 w 1616"/>
                      <a:gd name="T71" fmla="*/ 729 h 916"/>
                      <a:gd name="T72" fmla="*/ 187 w 1616"/>
                      <a:gd name="T73" fmla="*/ 541 h 916"/>
                      <a:gd name="T74" fmla="*/ 375 w 1616"/>
                      <a:gd name="T75" fmla="*/ 729 h 916"/>
                      <a:gd name="T76" fmla="*/ 187 w 1616"/>
                      <a:gd name="T77"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16" h="916">
                        <a:moveTo>
                          <a:pt x="1610" y="362"/>
                        </a:moveTo>
                        <a:cubicBezTo>
                          <a:pt x="1552" y="327"/>
                          <a:pt x="1552" y="327"/>
                          <a:pt x="1552" y="327"/>
                        </a:cubicBezTo>
                        <a:cubicBezTo>
                          <a:pt x="1547" y="305"/>
                          <a:pt x="1539" y="283"/>
                          <a:pt x="1530" y="261"/>
                        </a:cubicBezTo>
                        <a:cubicBezTo>
                          <a:pt x="1521" y="239"/>
                          <a:pt x="1508" y="217"/>
                          <a:pt x="1495" y="196"/>
                        </a:cubicBezTo>
                        <a:cubicBezTo>
                          <a:pt x="1508" y="130"/>
                          <a:pt x="1508" y="130"/>
                          <a:pt x="1508" y="130"/>
                        </a:cubicBezTo>
                        <a:cubicBezTo>
                          <a:pt x="1470" y="87"/>
                          <a:pt x="1421" y="51"/>
                          <a:pt x="1369" y="28"/>
                        </a:cubicBezTo>
                        <a:cubicBezTo>
                          <a:pt x="1309" y="62"/>
                          <a:pt x="1309" y="62"/>
                          <a:pt x="1309" y="62"/>
                        </a:cubicBezTo>
                        <a:cubicBezTo>
                          <a:pt x="1266" y="48"/>
                          <a:pt x="1223" y="43"/>
                          <a:pt x="1178" y="47"/>
                        </a:cubicBezTo>
                        <a:cubicBezTo>
                          <a:pt x="1127" y="0"/>
                          <a:pt x="1127" y="0"/>
                          <a:pt x="1127" y="0"/>
                        </a:cubicBezTo>
                        <a:cubicBezTo>
                          <a:pt x="1099" y="6"/>
                          <a:pt x="1071" y="13"/>
                          <a:pt x="1043" y="26"/>
                        </a:cubicBezTo>
                        <a:cubicBezTo>
                          <a:pt x="1016" y="38"/>
                          <a:pt x="989" y="53"/>
                          <a:pt x="967" y="69"/>
                        </a:cubicBezTo>
                        <a:cubicBezTo>
                          <a:pt x="967" y="140"/>
                          <a:pt x="967" y="140"/>
                          <a:pt x="967" y="140"/>
                        </a:cubicBezTo>
                        <a:cubicBezTo>
                          <a:pt x="933" y="171"/>
                          <a:pt x="905" y="206"/>
                          <a:pt x="886" y="246"/>
                        </a:cubicBezTo>
                        <a:cubicBezTo>
                          <a:pt x="821" y="267"/>
                          <a:pt x="821" y="267"/>
                          <a:pt x="821" y="267"/>
                        </a:cubicBezTo>
                        <a:cubicBezTo>
                          <a:pt x="801" y="321"/>
                          <a:pt x="794" y="380"/>
                          <a:pt x="798" y="441"/>
                        </a:cubicBezTo>
                        <a:cubicBezTo>
                          <a:pt x="856" y="475"/>
                          <a:pt x="856" y="475"/>
                          <a:pt x="856" y="475"/>
                        </a:cubicBezTo>
                        <a:cubicBezTo>
                          <a:pt x="861" y="498"/>
                          <a:pt x="868" y="523"/>
                          <a:pt x="879" y="546"/>
                        </a:cubicBezTo>
                        <a:cubicBezTo>
                          <a:pt x="889" y="567"/>
                          <a:pt x="899" y="588"/>
                          <a:pt x="912" y="607"/>
                        </a:cubicBezTo>
                        <a:cubicBezTo>
                          <a:pt x="896" y="673"/>
                          <a:pt x="896" y="673"/>
                          <a:pt x="896" y="673"/>
                        </a:cubicBezTo>
                        <a:cubicBezTo>
                          <a:pt x="934" y="718"/>
                          <a:pt x="980" y="752"/>
                          <a:pt x="1031" y="777"/>
                        </a:cubicBezTo>
                        <a:cubicBezTo>
                          <a:pt x="1089" y="743"/>
                          <a:pt x="1089" y="743"/>
                          <a:pt x="1089" y="743"/>
                        </a:cubicBezTo>
                        <a:cubicBezTo>
                          <a:pt x="1136" y="760"/>
                          <a:pt x="1185" y="766"/>
                          <a:pt x="1236" y="762"/>
                        </a:cubicBezTo>
                        <a:cubicBezTo>
                          <a:pt x="1287" y="808"/>
                          <a:pt x="1287" y="808"/>
                          <a:pt x="1287" y="808"/>
                        </a:cubicBezTo>
                        <a:cubicBezTo>
                          <a:pt x="1312" y="802"/>
                          <a:pt x="1340" y="794"/>
                          <a:pt x="1366" y="783"/>
                        </a:cubicBezTo>
                        <a:cubicBezTo>
                          <a:pt x="1392" y="771"/>
                          <a:pt x="1416" y="757"/>
                          <a:pt x="1440" y="741"/>
                        </a:cubicBezTo>
                        <a:cubicBezTo>
                          <a:pt x="1440" y="673"/>
                          <a:pt x="1440" y="673"/>
                          <a:pt x="1440" y="673"/>
                        </a:cubicBezTo>
                        <a:cubicBezTo>
                          <a:pt x="1477" y="639"/>
                          <a:pt x="1507" y="597"/>
                          <a:pt x="1528" y="552"/>
                        </a:cubicBezTo>
                        <a:cubicBezTo>
                          <a:pt x="1591" y="532"/>
                          <a:pt x="1591" y="532"/>
                          <a:pt x="1591" y="532"/>
                        </a:cubicBezTo>
                        <a:cubicBezTo>
                          <a:pt x="1610" y="479"/>
                          <a:pt x="1616" y="420"/>
                          <a:pt x="1610" y="362"/>
                        </a:cubicBezTo>
                        <a:close/>
                        <a:moveTo>
                          <a:pt x="1276" y="569"/>
                        </a:moveTo>
                        <a:cubicBezTo>
                          <a:pt x="1185" y="610"/>
                          <a:pt x="1080" y="566"/>
                          <a:pt x="1041" y="475"/>
                        </a:cubicBezTo>
                        <a:cubicBezTo>
                          <a:pt x="1002" y="383"/>
                          <a:pt x="1043" y="278"/>
                          <a:pt x="1133" y="239"/>
                        </a:cubicBezTo>
                        <a:cubicBezTo>
                          <a:pt x="1224" y="199"/>
                          <a:pt x="1330" y="242"/>
                          <a:pt x="1367" y="333"/>
                        </a:cubicBezTo>
                        <a:cubicBezTo>
                          <a:pt x="1407" y="424"/>
                          <a:pt x="1366" y="531"/>
                          <a:pt x="1276" y="569"/>
                        </a:cubicBezTo>
                        <a:close/>
                        <a:moveTo>
                          <a:pt x="187" y="916"/>
                        </a:moveTo>
                        <a:cubicBezTo>
                          <a:pt x="84" y="916"/>
                          <a:pt x="0" y="832"/>
                          <a:pt x="0" y="729"/>
                        </a:cubicBezTo>
                        <a:cubicBezTo>
                          <a:pt x="0" y="625"/>
                          <a:pt x="84" y="541"/>
                          <a:pt x="187" y="541"/>
                        </a:cubicBezTo>
                        <a:cubicBezTo>
                          <a:pt x="291" y="541"/>
                          <a:pt x="375" y="625"/>
                          <a:pt x="375" y="729"/>
                        </a:cubicBezTo>
                        <a:cubicBezTo>
                          <a:pt x="375" y="832"/>
                          <a:pt x="291" y="916"/>
                          <a:pt x="187" y="91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75" name="Freeform 26">
                    <a:extLst>
                      <a:ext uri="{FF2B5EF4-FFF2-40B4-BE49-F238E27FC236}">
                        <a16:creationId xmlns:a16="http://schemas.microsoft.com/office/drawing/2014/main" id="{1355740F-7CBE-D7DA-E807-098772A4F292}"/>
                      </a:ext>
                    </a:extLst>
                  </p:cNvPr>
                  <p:cNvSpPr>
                    <a:spLocks/>
                  </p:cNvSpPr>
                  <p:nvPr/>
                </p:nvSpPr>
                <p:spPr bwMode="auto">
                  <a:xfrm>
                    <a:off x="5343905" y="2961132"/>
                    <a:ext cx="971931" cy="962787"/>
                  </a:xfrm>
                  <a:custGeom>
                    <a:avLst/>
                    <a:gdLst>
                      <a:gd name="T0" fmla="*/ 638 w 1362"/>
                      <a:gd name="T1" fmla="*/ 1242 h 1348"/>
                      <a:gd name="T2" fmla="*/ 448 w 1362"/>
                      <a:gd name="T3" fmla="*/ 1319 h 1348"/>
                      <a:gd name="T4" fmla="*/ 352 w 1362"/>
                      <a:gd name="T5" fmla="*/ 1146 h 1348"/>
                      <a:gd name="T6" fmla="*/ 141 w 1362"/>
                      <a:gd name="T7" fmla="*/ 1095 h 1348"/>
                      <a:gd name="T8" fmla="*/ 46 w 1362"/>
                      <a:gd name="T9" fmla="*/ 928 h 1348"/>
                      <a:gd name="T10" fmla="*/ 0 w 1362"/>
                      <a:gd name="T11" fmla="*/ 664 h 1348"/>
                      <a:gd name="T12" fmla="*/ 32 w 1362"/>
                      <a:gd name="T13" fmla="*/ 474 h 1348"/>
                      <a:gd name="T14" fmla="*/ 212 w 1362"/>
                      <a:gd name="T15" fmla="*/ 351 h 1348"/>
                      <a:gd name="T16" fmla="*/ 244 w 1362"/>
                      <a:gd name="T17" fmla="*/ 159 h 1348"/>
                      <a:gd name="T18" fmla="*/ 451 w 1362"/>
                      <a:gd name="T19" fmla="*/ 167 h 1348"/>
                      <a:gd name="T20" fmla="*/ 592 w 1362"/>
                      <a:gd name="T21" fmla="*/ 5 h 1348"/>
                      <a:gd name="T22" fmla="*/ 784 w 1362"/>
                      <a:gd name="T23" fmla="*/ 6 h 1348"/>
                      <a:gd name="T24" fmla="*/ 1036 w 1362"/>
                      <a:gd name="T25" fmla="*/ 98 h 1348"/>
                      <a:gd name="T26" fmla="*/ 1184 w 1362"/>
                      <a:gd name="T27" fmla="*/ 220 h 1348"/>
                      <a:gd name="T28" fmla="*/ 1206 w 1362"/>
                      <a:gd name="T29" fmla="*/ 440 h 1348"/>
                      <a:gd name="T30" fmla="*/ 1351 w 1362"/>
                      <a:gd name="T31" fmla="*/ 562 h 1348"/>
                      <a:gd name="T32" fmla="*/ 1262 w 1362"/>
                      <a:gd name="T33" fmla="*/ 724 h 1348"/>
                      <a:gd name="T34" fmla="*/ 1310 w 1362"/>
                      <a:gd name="T35" fmla="*/ 940 h 1348"/>
                      <a:gd name="T36" fmla="*/ 1213 w 1362"/>
                      <a:gd name="T37" fmla="*/ 1106 h 1348"/>
                      <a:gd name="T38" fmla="*/ 1008 w 1362"/>
                      <a:gd name="T39" fmla="*/ 1278 h 1348"/>
                      <a:gd name="T40" fmla="*/ 828 w 1362"/>
                      <a:gd name="T41" fmla="*/ 1345 h 1348"/>
                      <a:gd name="T42" fmla="*/ 830 w 1362"/>
                      <a:gd name="T43" fmla="*/ 1299 h 1348"/>
                      <a:gd name="T44" fmla="*/ 965 w 1362"/>
                      <a:gd name="T45" fmla="*/ 1122 h 1348"/>
                      <a:gd name="T46" fmla="*/ 1072 w 1362"/>
                      <a:gd name="T47" fmla="*/ 1038 h 1348"/>
                      <a:gd name="T48" fmla="*/ 1264 w 1362"/>
                      <a:gd name="T49" fmla="*/ 935 h 1348"/>
                      <a:gd name="T50" fmla="*/ 1219 w 1362"/>
                      <a:gd name="T51" fmla="*/ 710 h 1348"/>
                      <a:gd name="T52" fmla="*/ 1308 w 1362"/>
                      <a:gd name="T53" fmla="*/ 570 h 1348"/>
                      <a:gd name="T54" fmla="*/ 1171 w 1362"/>
                      <a:gd name="T55" fmla="*/ 469 h 1348"/>
                      <a:gd name="T56" fmla="*/ 1142 w 1362"/>
                      <a:gd name="T57" fmla="*/ 241 h 1348"/>
                      <a:gd name="T58" fmla="*/ 915 w 1362"/>
                      <a:gd name="T59" fmla="*/ 217 h 1348"/>
                      <a:gd name="T60" fmla="*/ 802 w 1362"/>
                      <a:gd name="T61" fmla="*/ 179 h 1348"/>
                      <a:gd name="T62" fmla="*/ 610 w 1362"/>
                      <a:gd name="T63" fmla="*/ 47 h 1348"/>
                      <a:gd name="T64" fmla="*/ 458 w 1362"/>
                      <a:gd name="T65" fmla="*/ 212 h 1348"/>
                      <a:gd name="T66" fmla="*/ 272 w 1362"/>
                      <a:gd name="T67" fmla="*/ 192 h 1348"/>
                      <a:gd name="T68" fmla="*/ 254 w 1362"/>
                      <a:gd name="T69" fmla="*/ 369 h 1348"/>
                      <a:gd name="T70" fmla="*/ 70 w 1362"/>
                      <a:gd name="T71" fmla="*/ 500 h 1348"/>
                      <a:gd name="T72" fmla="*/ 143 w 1362"/>
                      <a:gd name="T73" fmla="*/ 698 h 1348"/>
                      <a:gd name="T74" fmla="*/ 170 w 1362"/>
                      <a:gd name="T75" fmla="*/ 846 h 1348"/>
                      <a:gd name="T76" fmla="*/ 168 w 1362"/>
                      <a:gd name="T77" fmla="*/ 1058 h 1348"/>
                      <a:gd name="T78" fmla="*/ 386 w 1362"/>
                      <a:gd name="T79" fmla="*/ 1115 h 1348"/>
                      <a:gd name="T80" fmla="*/ 463 w 1362"/>
                      <a:gd name="T81" fmla="*/ 1278 h 1348"/>
                      <a:gd name="T82" fmla="*/ 630 w 1362"/>
                      <a:gd name="T83" fmla="*/ 1198 h 1348"/>
                      <a:gd name="T84" fmla="*/ 742 w 1362"/>
                      <a:gd name="T85" fmla="*/ 1197 h 1348"/>
                      <a:gd name="T86" fmla="*/ 681 w 1362"/>
                      <a:gd name="T87" fmla="*/ 257 h 1348"/>
                      <a:gd name="T88" fmla="*/ 681 w 1362"/>
                      <a:gd name="T89" fmla="*/ 301 h 1348"/>
                      <a:gd name="T90" fmla="*/ 1063 w 1362"/>
                      <a:gd name="T91" fmla="*/ 683 h 1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2" h="1348">
                        <a:moveTo>
                          <a:pt x="815" y="1348"/>
                        </a:moveTo>
                        <a:cubicBezTo>
                          <a:pt x="724" y="1242"/>
                          <a:pt x="724" y="1242"/>
                          <a:pt x="724" y="1242"/>
                        </a:cubicBezTo>
                        <a:cubicBezTo>
                          <a:pt x="695" y="1244"/>
                          <a:pt x="666" y="1244"/>
                          <a:pt x="638" y="1242"/>
                        </a:cubicBezTo>
                        <a:cubicBezTo>
                          <a:pt x="547" y="1348"/>
                          <a:pt x="547" y="1348"/>
                          <a:pt x="547" y="1348"/>
                        </a:cubicBezTo>
                        <a:cubicBezTo>
                          <a:pt x="534" y="1345"/>
                          <a:pt x="534" y="1345"/>
                          <a:pt x="534" y="1345"/>
                        </a:cubicBezTo>
                        <a:cubicBezTo>
                          <a:pt x="494" y="1336"/>
                          <a:pt x="450" y="1320"/>
                          <a:pt x="448" y="1319"/>
                        </a:cubicBezTo>
                        <a:cubicBezTo>
                          <a:pt x="446" y="1318"/>
                          <a:pt x="402" y="1302"/>
                          <a:pt x="366" y="1284"/>
                        </a:cubicBezTo>
                        <a:cubicBezTo>
                          <a:pt x="354" y="1278"/>
                          <a:pt x="354" y="1278"/>
                          <a:pt x="354" y="1278"/>
                        </a:cubicBezTo>
                        <a:cubicBezTo>
                          <a:pt x="352" y="1146"/>
                          <a:pt x="352" y="1146"/>
                          <a:pt x="352" y="1146"/>
                        </a:cubicBezTo>
                        <a:cubicBezTo>
                          <a:pt x="325" y="1128"/>
                          <a:pt x="299" y="1107"/>
                          <a:pt x="275" y="1085"/>
                        </a:cubicBezTo>
                        <a:cubicBezTo>
                          <a:pt x="149" y="1105"/>
                          <a:pt x="149" y="1105"/>
                          <a:pt x="149" y="1105"/>
                        </a:cubicBezTo>
                        <a:cubicBezTo>
                          <a:pt x="141" y="1095"/>
                          <a:pt x="141" y="1095"/>
                          <a:pt x="141" y="1095"/>
                        </a:cubicBezTo>
                        <a:cubicBezTo>
                          <a:pt x="116" y="1062"/>
                          <a:pt x="93" y="1022"/>
                          <a:pt x="92" y="1020"/>
                        </a:cubicBezTo>
                        <a:cubicBezTo>
                          <a:pt x="91" y="1018"/>
                          <a:pt x="67" y="977"/>
                          <a:pt x="51" y="940"/>
                        </a:cubicBezTo>
                        <a:cubicBezTo>
                          <a:pt x="46" y="928"/>
                          <a:pt x="46" y="928"/>
                          <a:pt x="46" y="928"/>
                        </a:cubicBezTo>
                        <a:cubicBezTo>
                          <a:pt x="121" y="836"/>
                          <a:pt x="121" y="836"/>
                          <a:pt x="121" y="836"/>
                        </a:cubicBezTo>
                        <a:cubicBezTo>
                          <a:pt x="110" y="799"/>
                          <a:pt x="104" y="762"/>
                          <a:pt x="101" y="724"/>
                        </a:cubicBezTo>
                        <a:cubicBezTo>
                          <a:pt x="0" y="664"/>
                          <a:pt x="0" y="664"/>
                          <a:pt x="0" y="664"/>
                        </a:cubicBezTo>
                        <a:cubicBezTo>
                          <a:pt x="1" y="650"/>
                          <a:pt x="1" y="650"/>
                          <a:pt x="1" y="650"/>
                        </a:cubicBezTo>
                        <a:cubicBezTo>
                          <a:pt x="3" y="610"/>
                          <a:pt x="11" y="564"/>
                          <a:pt x="11" y="562"/>
                        </a:cubicBezTo>
                        <a:cubicBezTo>
                          <a:pt x="12" y="560"/>
                          <a:pt x="20" y="513"/>
                          <a:pt x="32" y="474"/>
                        </a:cubicBezTo>
                        <a:cubicBezTo>
                          <a:pt x="35" y="462"/>
                          <a:pt x="35" y="462"/>
                          <a:pt x="35" y="462"/>
                        </a:cubicBezTo>
                        <a:cubicBezTo>
                          <a:pt x="157" y="439"/>
                          <a:pt x="157" y="439"/>
                          <a:pt x="157" y="439"/>
                        </a:cubicBezTo>
                        <a:cubicBezTo>
                          <a:pt x="173" y="408"/>
                          <a:pt x="191" y="378"/>
                          <a:pt x="212" y="351"/>
                        </a:cubicBezTo>
                        <a:cubicBezTo>
                          <a:pt x="170" y="230"/>
                          <a:pt x="170" y="230"/>
                          <a:pt x="170" y="230"/>
                        </a:cubicBezTo>
                        <a:cubicBezTo>
                          <a:pt x="179" y="220"/>
                          <a:pt x="179" y="220"/>
                          <a:pt x="179" y="220"/>
                        </a:cubicBezTo>
                        <a:cubicBezTo>
                          <a:pt x="206" y="190"/>
                          <a:pt x="243" y="160"/>
                          <a:pt x="244" y="159"/>
                        </a:cubicBezTo>
                        <a:cubicBezTo>
                          <a:pt x="246" y="157"/>
                          <a:pt x="282" y="127"/>
                          <a:pt x="316" y="105"/>
                        </a:cubicBezTo>
                        <a:cubicBezTo>
                          <a:pt x="327" y="98"/>
                          <a:pt x="327" y="98"/>
                          <a:pt x="327" y="98"/>
                        </a:cubicBezTo>
                        <a:cubicBezTo>
                          <a:pt x="451" y="167"/>
                          <a:pt x="451" y="167"/>
                          <a:pt x="451" y="167"/>
                        </a:cubicBezTo>
                        <a:cubicBezTo>
                          <a:pt x="476" y="157"/>
                          <a:pt x="502" y="148"/>
                          <a:pt x="528" y="142"/>
                        </a:cubicBezTo>
                        <a:cubicBezTo>
                          <a:pt x="579" y="6"/>
                          <a:pt x="579" y="6"/>
                          <a:pt x="579" y="6"/>
                        </a:cubicBezTo>
                        <a:cubicBezTo>
                          <a:pt x="592" y="5"/>
                          <a:pt x="592" y="5"/>
                          <a:pt x="592" y="5"/>
                        </a:cubicBezTo>
                        <a:cubicBezTo>
                          <a:pt x="632" y="0"/>
                          <a:pt x="679" y="0"/>
                          <a:pt x="681" y="0"/>
                        </a:cubicBezTo>
                        <a:cubicBezTo>
                          <a:pt x="683" y="0"/>
                          <a:pt x="730" y="0"/>
                          <a:pt x="771" y="5"/>
                        </a:cubicBezTo>
                        <a:cubicBezTo>
                          <a:pt x="784" y="6"/>
                          <a:pt x="784" y="6"/>
                          <a:pt x="784" y="6"/>
                        </a:cubicBezTo>
                        <a:cubicBezTo>
                          <a:pt x="835" y="142"/>
                          <a:pt x="835" y="142"/>
                          <a:pt x="835" y="142"/>
                        </a:cubicBezTo>
                        <a:cubicBezTo>
                          <a:pt x="861" y="149"/>
                          <a:pt x="887" y="157"/>
                          <a:pt x="912" y="168"/>
                        </a:cubicBezTo>
                        <a:cubicBezTo>
                          <a:pt x="1036" y="98"/>
                          <a:pt x="1036" y="98"/>
                          <a:pt x="1036" y="98"/>
                        </a:cubicBezTo>
                        <a:cubicBezTo>
                          <a:pt x="1047" y="105"/>
                          <a:pt x="1047" y="105"/>
                          <a:pt x="1047" y="105"/>
                        </a:cubicBezTo>
                        <a:cubicBezTo>
                          <a:pt x="1081" y="128"/>
                          <a:pt x="1117" y="158"/>
                          <a:pt x="1118" y="159"/>
                        </a:cubicBezTo>
                        <a:cubicBezTo>
                          <a:pt x="1120" y="160"/>
                          <a:pt x="1156" y="191"/>
                          <a:pt x="1184" y="220"/>
                        </a:cubicBezTo>
                        <a:cubicBezTo>
                          <a:pt x="1193" y="230"/>
                          <a:pt x="1193" y="230"/>
                          <a:pt x="1193" y="230"/>
                        </a:cubicBezTo>
                        <a:cubicBezTo>
                          <a:pt x="1151" y="351"/>
                          <a:pt x="1151" y="351"/>
                          <a:pt x="1151" y="351"/>
                        </a:cubicBezTo>
                        <a:cubicBezTo>
                          <a:pt x="1172" y="379"/>
                          <a:pt x="1190" y="408"/>
                          <a:pt x="1206" y="440"/>
                        </a:cubicBezTo>
                        <a:cubicBezTo>
                          <a:pt x="1327" y="462"/>
                          <a:pt x="1327" y="462"/>
                          <a:pt x="1327" y="462"/>
                        </a:cubicBezTo>
                        <a:cubicBezTo>
                          <a:pt x="1331" y="475"/>
                          <a:pt x="1331" y="475"/>
                          <a:pt x="1331" y="475"/>
                        </a:cubicBezTo>
                        <a:cubicBezTo>
                          <a:pt x="1342" y="514"/>
                          <a:pt x="1351" y="560"/>
                          <a:pt x="1351" y="562"/>
                        </a:cubicBezTo>
                        <a:cubicBezTo>
                          <a:pt x="1351" y="564"/>
                          <a:pt x="1359" y="611"/>
                          <a:pt x="1362" y="651"/>
                        </a:cubicBezTo>
                        <a:cubicBezTo>
                          <a:pt x="1362" y="664"/>
                          <a:pt x="1362" y="664"/>
                          <a:pt x="1362" y="664"/>
                        </a:cubicBezTo>
                        <a:cubicBezTo>
                          <a:pt x="1262" y="724"/>
                          <a:pt x="1262" y="724"/>
                          <a:pt x="1262" y="724"/>
                        </a:cubicBezTo>
                        <a:cubicBezTo>
                          <a:pt x="1259" y="762"/>
                          <a:pt x="1252" y="800"/>
                          <a:pt x="1241" y="837"/>
                        </a:cubicBezTo>
                        <a:cubicBezTo>
                          <a:pt x="1316" y="928"/>
                          <a:pt x="1316" y="928"/>
                          <a:pt x="1316" y="928"/>
                        </a:cubicBezTo>
                        <a:cubicBezTo>
                          <a:pt x="1310" y="940"/>
                          <a:pt x="1310" y="940"/>
                          <a:pt x="1310" y="940"/>
                        </a:cubicBezTo>
                        <a:cubicBezTo>
                          <a:pt x="1294" y="978"/>
                          <a:pt x="1271" y="1019"/>
                          <a:pt x="1270" y="1020"/>
                        </a:cubicBezTo>
                        <a:cubicBezTo>
                          <a:pt x="1269" y="1022"/>
                          <a:pt x="1245" y="1063"/>
                          <a:pt x="1221" y="1095"/>
                        </a:cubicBezTo>
                        <a:cubicBezTo>
                          <a:pt x="1213" y="1106"/>
                          <a:pt x="1213" y="1106"/>
                          <a:pt x="1213" y="1106"/>
                        </a:cubicBezTo>
                        <a:cubicBezTo>
                          <a:pt x="1087" y="1085"/>
                          <a:pt x="1087" y="1085"/>
                          <a:pt x="1087" y="1085"/>
                        </a:cubicBezTo>
                        <a:cubicBezTo>
                          <a:pt x="1063" y="1108"/>
                          <a:pt x="1037" y="1128"/>
                          <a:pt x="1009" y="1147"/>
                        </a:cubicBezTo>
                        <a:cubicBezTo>
                          <a:pt x="1008" y="1278"/>
                          <a:pt x="1008" y="1278"/>
                          <a:pt x="1008" y="1278"/>
                        </a:cubicBezTo>
                        <a:cubicBezTo>
                          <a:pt x="996" y="1284"/>
                          <a:pt x="996" y="1284"/>
                          <a:pt x="996" y="1284"/>
                        </a:cubicBezTo>
                        <a:cubicBezTo>
                          <a:pt x="959" y="1302"/>
                          <a:pt x="915" y="1319"/>
                          <a:pt x="913" y="1319"/>
                        </a:cubicBezTo>
                        <a:cubicBezTo>
                          <a:pt x="911" y="1320"/>
                          <a:pt x="867" y="1336"/>
                          <a:pt x="828" y="1345"/>
                        </a:cubicBezTo>
                        <a:lnTo>
                          <a:pt x="815" y="1348"/>
                        </a:lnTo>
                        <a:close/>
                        <a:moveTo>
                          <a:pt x="742" y="1197"/>
                        </a:moveTo>
                        <a:cubicBezTo>
                          <a:pt x="830" y="1299"/>
                          <a:pt x="830" y="1299"/>
                          <a:pt x="830" y="1299"/>
                        </a:cubicBezTo>
                        <a:cubicBezTo>
                          <a:pt x="864" y="1290"/>
                          <a:pt x="898" y="1278"/>
                          <a:pt x="898" y="1278"/>
                        </a:cubicBezTo>
                        <a:cubicBezTo>
                          <a:pt x="899" y="1278"/>
                          <a:pt x="933" y="1265"/>
                          <a:pt x="964" y="1251"/>
                        </a:cubicBezTo>
                        <a:cubicBezTo>
                          <a:pt x="965" y="1122"/>
                          <a:pt x="965" y="1122"/>
                          <a:pt x="965" y="1122"/>
                        </a:cubicBezTo>
                        <a:cubicBezTo>
                          <a:pt x="976" y="1116"/>
                          <a:pt x="976" y="1116"/>
                          <a:pt x="976" y="1116"/>
                        </a:cubicBezTo>
                        <a:cubicBezTo>
                          <a:pt x="1008" y="1096"/>
                          <a:pt x="1037" y="1072"/>
                          <a:pt x="1064" y="1046"/>
                        </a:cubicBezTo>
                        <a:cubicBezTo>
                          <a:pt x="1072" y="1038"/>
                          <a:pt x="1072" y="1038"/>
                          <a:pt x="1072" y="1038"/>
                        </a:cubicBezTo>
                        <a:cubicBezTo>
                          <a:pt x="1193" y="1058"/>
                          <a:pt x="1193" y="1058"/>
                          <a:pt x="1193" y="1058"/>
                        </a:cubicBezTo>
                        <a:cubicBezTo>
                          <a:pt x="1213" y="1030"/>
                          <a:pt x="1232" y="999"/>
                          <a:pt x="1232" y="998"/>
                        </a:cubicBezTo>
                        <a:cubicBezTo>
                          <a:pt x="1232" y="998"/>
                          <a:pt x="1250" y="967"/>
                          <a:pt x="1264" y="935"/>
                        </a:cubicBezTo>
                        <a:cubicBezTo>
                          <a:pt x="1192" y="847"/>
                          <a:pt x="1192" y="847"/>
                          <a:pt x="1192" y="847"/>
                        </a:cubicBezTo>
                        <a:cubicBezTo>
                          <a:pt x="1196" y="835"/>
                          <a:pt x="1196" y="835"/>
                          <a:pt x="1196" y="835"/>
                        </a:cubicBezTo>
                        <a:cubicBezTo>
                          <a:pt x="1209" y="795"/>
                          <a:pt x="1217" y="753"/>
                          <a:pt x="1219" y="710"/>
                        </a:cubicBezTo>
                        <a:cubicBezTo>
                          <a:pt x="1219" y="698"/>
                          <a:pt x="1219" y="698"/>
                          <a:pt x="1219" y="698"/>
                        </a:cubicBezTo>
                        <a:cubicBezTo>
                          <a:pt x="1317" y="640"/>
                          <a:pt x="1317" y="640"/>
                          <a:pt x="1317" y="640"/>
                        </a:cubicBezTo>
                        <a:cubicBezTo>
                          <a:pt x="1314" y="606"/>
                          <a:pt x="1308" y="570"/>
                          <a:pt x="1308" y="570"/>
                        </a:cubicBezTo>
                        <a:cubicBezTo>
                          <a:pt x="1307" y="569"/>
                          <a:pt x="1301" y="534"/>
                          <a:pt x="1292" y="501"/>
                        </a:cubicBezTo>
                        <a:cubicBezTo>
                          <a:pt x="1176" y="479"/>
                          <a:pt x="1176" y="479"/>
                          <a:pt x="1176" y="479"/>
                        </a:cubicBezTo>
                        <a:cubicBezTo>
                          <a:pt x="1171" y="469"/>
                          <a:pt x="1171" y="469"/>
                          <a:pt x="1171" y="469"/>
                        </a:cubicBezTo>
                        <a:cubicBezTo>
                          <a:pt x="1154" y="433"/>
                          <a:pt x="1133" y="400"/>
                          <a:pt x="1109" y="369"/>
                        </a:cubicBezTo>
                        <a:cubicBezTo>
                          <a:pt x="1101" y="359"/>
                          <a:pt x="1101" y="359"/>
                          <a:pt x="1101" y="359"/>
                        </a:cubicBezTo>
                        <a:cubicBezTo>
                          <a:pt x="1142" y="241"/>
                          <a:pt x="1142" y="241"/>
                          <a:pt x="1142" y="241"/>
                        </a:cubicBezTo>
                        <a:cubicBezTo>
                          <a:pt x="1118" y="216"/>
                          <a:pt x="1090" y="193"/>
                          <a:pt x="1090" y="193"/>
                        </a:cubicBezTo>
                        <a:cubicBezTo>
                          <a:pt x="1090" y="193"/>
                          <a:pt x="1062" y="169"/>
                          <a:pt x="1034" y="150"/>
                        </a:cubicBezTo>
                        <a:cubicBezTo>
                          <a:pt x="915" y="217"/>
                          <a:pt x="915" y="217"/>
                          <a:pt x="915" y="217"/>
                        </a:cubicBezTo>
                        <a:cubicBezTo>
                          <a:pt x="905" y="212"/>
                          <a:pt x="905" y="212"/>
                          <a:pt x="905" y="212"/>
                        </a:cubicBezTo>
                        <a:cubicBezTo>
                          <a:pt x="875" y="199"/>
                          <a:pt x="845" y="189"/>
                          <a:pt x="813" y="182"/>
                        </a:cubicBezTo>
                        <a:cubicBezTo>
                          <a:pt x="802" y="179"/>
                          <a:pt x="802" y="179"/>
                          <a:pt x="802" y="179"/>
                        </a:cubicBezTo>
                        <a:cubicBezTo>
                          <a:pt x="752" y="47"/>
                          <a:pt x="752" y="47"/>
                          <a:pt x="752" y="47"/>
                        </a:cubicBezTo>
                        <a:cubicBezTo>
                          <a:pt x="718" y="44"/>
                          <a:pt x="682" y="44"/>
                          <a:pt x="681" y="44"/>
                        </a:cubicBezTo>
                        <a:cubicBezTo>
                          <a:pt x="681" y="44"/>
                          <a:pt x="645" y="44"/>
                          <a:pt x="610" y="47"/>
                        </a:cubicBezTo>
                        <a:cubicBezTo>
                          <a:pt x="561" y="179"/>
                          <a:pt x="561" y="179"/>
                          <a:pt x="561" y="179"/>
                        </a:cubicBezTo>
                        <a:cubicBezTo>
                          <a:pt x="549" y="182"/>
                          <a:pt x="549" y="182"/>
                          <a:pt x="549" y="182"/>
                        </a:cubicBezTo>
                        <a:cubicBezTo>
                          <a:pt x="518" y="189"/>
                          <a:pt x="488" y="199"/>
                          <a:pt x="458" y="212"/>
                        </a:cubicBezTo>
                        <a:cubicBezTo>
                          <a:pt x="448" y="217"/>
                          <a:pt x="448" y="217"/>
                          <a:pt x="448" y="217"/>
                        </a:cubicBezTo>
                        <a:cubicBezTo>
                          <a:pt x="329" y="149"/>
                          <a:pt x="329" y="149"/>
                          <a:pt x="329" y="149"/>
                        </a:cubicBezTo>
                        <a:cubicBezTo>
                          <a:pt x="300" y="169"/>
                          <a:pt x="273" y="192"/>
                          <a:pt x="272" y="192"/>
                        </a:cubicBezTo>
                        <a:cubicBezTo>
                          <a:pt x="272" y="193"/>
                          <a:pt x="244" y="216"/>
                          <a:pt x="220" y="241"/>
                        </a:cubicBezTo>
                        <a:cubicBezTo>
                          <a:pt x="262" y="359"/>
                          <a:pt x="262" y="359"/>
                          <a:pt x="262" y="359"/>
                        </a:cubicBezTo>
                        <a:cubicBezTo>
                          <a:pt x="254" y="369"/>
                          <a:pt x="254" y="369"/>
                          <a:pt x="254" y="369"/>
                        </a:cubicBezTo>
                        <a:cubicBezTo>
                          <a:pt x="229" y="399"/>
                          <a:pt x="209" y="433"/>
                          <a:pt x="192" y="468"/>
                        </a:cubicBezTo>
                        <a:cubicBezTo>
                          <a:pt x="187" y="478"/>
                          <a:pt x="187" y="478"/>
                          <a:pt x="187" y="478"/>
                        </a:cubicBezTo>
                        <a:cubicBezTo>
                          <a:pt x="70" y="500"/>
                          <a:pt x="70" y="500"/>
                          <a:pt x="70" y="500"/>
                        </a:cubicBezTo>
                        <a:cubicBezTo>
                          <a:pt x="61" y="533"/>
                          <a:pt x="55" y="569"/>
                          <a:pt x="55" y="569"/>
                        </a:cubicBezTo>
                        <a:cubicBezTo>
                          <a:pt x="55" y="570"/>
                          <a:pt x="48" y="605"/>
                          <a:pt x="45" y="640"/>
                        </a:cubicBezTo>
                        <a:cubicBezTo>
                          <a:pt x="143" y="698"/>
                          <a:pt x="143" y="698"/>
                          <a:pt x="143" y="698"/>
                        </a:cubicBezTo>
                        <a:cubicBezTo>
                          <a:pt x="144" y="709"/>
                          <a:pt x="144" y="709"/>
                          <a:pt x="144" y="709"/>
                        </a:cubicBezTo>
                        <a:cubicBezTo>
                          <a:pt x="146" y="752"/>
                          <a:pt x="154" y="794"/>
                          <a:pt x="167" y="834"/>
                        </a:cubicBezTo>
                        <a:cubicBezTo>
                          <a:pt x="170" y="846"/>
                          <a:pt x="170" y="846"/>
                          <a:pt x="170" y="846"/>
                        </a:cubicBezTo>
                        <a:cubicBezTo>
                          <a:pt x="97" y="935"/>
                          <a:pt x="97" y="935"/>
                          <a:pt x="97" y="935"/>
                        </a:cubicBezTo>
                        <a:cubicBezTo>
                          <a:pt x="112" y="966"/>
                          <a:pt x="130" y="997"/>
                          <a:pt x="130" y="998"/>
                        </a:cubicBezTo>
                        <a:cubicBezTo>
                          <a:pt x="130" y="998"/>
                          <a:pt x="148" y="1029"/>
                          <a:pt x="168" y="1058"/>
                        </a:cubicBezTo>
                        <a:cubicBezTo>
                          <a:pt x="290" y="1038"/>
                          <a:pt x="290" y="1038"/>
                          <a:pt x="290" y="1038"/>
                        </a:cubicBezTo>
                        <a:cubicBezTo>
                          <a:pt x="298" y="1045"/>
                          <a:pt x="298" y="1045"/>
                          <a:pt x="298" y="1045"/>
                        </a:cubicBezTo>
                        <a:cubicBezTo>
                          <a:pt x="324" y="1072"/>
                          <a:pt x="354" y="1095"/>
                          <a:pt x="386" y="1115"/>
                        </a:cubicBezTo>
                        <a:cubicBezTo>
                          <a:pt x="396" y="1121"/>
                          <a:pt x="396" y="1121"/>
                          <a:pt x="396" y="1121"/>
                        </a:cubicBezTo>
                        <a:cubicBezTo>
                          <a:pt x="397" y="1250"/>
                          <a:pt x="397" y="1250"/>
                          <a:pt x="397" y="1250"/>
                        </a:cubicBezTo>
                        <a:cubicBezTo>
                          <a:pt x="429" y="1265"/>
                          <a:pt x="463" y="1278"/>
                          <a:pt x="463" y="1278"/>
                        </a:cubicBezTo>
                        <a:cubicBezTo>
                          <a:pt x="463" y="1278"/>
                          <a:pt x="498" y="1290"/>
                          <a:pt x="531" y="1299"/>
                        </a:cubicBezTo>
                        <a:cubicBezTo>
                          <a:pt x="619" y="1197"/>
                          <a:pt x="619" y="1197"/>
                          <a:pt x="619" y="1197"/>
                        </a:cubicBezTo>
                        <a:cubicBezTo>
                          <a:pt x="630" y="1198"/>
                          <a:pt x="630" y="1198"/>
                          <a:pt x="630" y="1198"/>
                        </a:cubicBezTo>
                        <a:cubicBezTo>
                          <a:pt x="647" y="1199"/>
                          <a:pt x="665" y="1200"/>
                          <a:pt x="681" y="1200"/>
                        </a:cubicBezTo>
                        <a:cubicBezTo>
                          <a:pt x="698" y="1200"/>
                          <a:pt x="714" y="1199"/>
                          <a:pt x="731" y="1198"/>
                        </a:cubicBezTo>
                        <a:lnTo>
                          <a:pt x="742" y="1197"/>
                        </a:lnTo>
                        <a:close/>
                        <a:moveTo>
                          <a:pt x="681" y="1108"/>
                        </a:moveTo>
                        <a:cubicBezTo>
                          <a:pt x="447" y="1108"/>
                          <a:pt x="256" y="917"/>
                          <a:pt x="256" y="683"/>
                        </a:cubicBezTo>
                        <a:cubicBezTo>
                          <a:pt x="256" y="448"/>
                          <a:pt x="447" y="257"/>
                          <a:pt x="681" y="257"/>
                        </a:cubicBezTo>
                        <a:cubicBezTo>
                          <a:pt x="916" y="257"/>
                          <a:pt x="1107" y="448"/>
                          <a:pt x="1107" y="683"/>
                        </a:cubicBezTo>
                        <a:cubicBezTo>
                          <a:pt x="1107" y="917"/>
                          <a:pt x="916" y="1108"/>
                          <a:pt x="681" y="1108"/>
                        </a:cubicBezTo>
                        <a:close/>
                        <a:moveTo>
                          <a:pt x="681" y="301"/>
                        </a:moveTo>
                        <a:cubicBezTo>
                          <a:pt x="471" y="301"/>
                          <a:pt x="300" y="473"/>
                          <a:pt x="300" y="683"/>
                        </a:cubicBezTo>
                        <a:cubicBezTo>
                          <a:pt x="300" y="893"/>
                          <a:pt x="471" y="1064"/>
                          <a:pt x="681" y="1064"/>
                        </a:cubicBezTo>
                        <a:cubicBezTo>
                          <a:pt x="892" y="1064"/>
                          <a:pt x="1063" y="893"/>
                          <a:pt x="1063" y="683"/>
                        </a:cubicBezTo>
                        <a:cubicBezTo>
                          <a:pt x="1063" y="473"/>
                          <a:pt x="892" y="301"/>
                          <a:pt x="681" y="30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87" name="Grupo 186">
              <a:extLst>
                <a:ext uri="{FF2B5EF4-FFF2-40B4-BE49-F238E27FC236}">
                  <a16:creationId xmlns:a16="http://schemas.microsoft.com/office/drawing/2014/main" id="{3B0D7D0D-D52D-B4DB-FC27-CA64F6DCE5F2}"/>
                </a:ext>
              </a:extLst>
            </p:cNvPr>
            <p:cNvGrpSpPr/>
            <p:nvPr/>
          </p:nvGrpSpPr>
          <p:grpSpPr>
            <a:xfrm>
              <a:off x="1325570" y="1494503"/>
              <a:ext cx="972000" cy="1122694"/>
              <a:chOff x="200600" y="3064710"/>
              <a:chExt cx="1047297" cy="1122694"/>
            </a:xfrm>
          </p:grpSpPr>
          <p:sp>
            <p:nvSpPr>
              <p:cNvPr id="173" name="Rectangle: Rounded Corners 207">
                <a:extLst>
                  <a:ext uri="{FF2B5EF4-FFF2-40B4-BE49-F238E27FC236}">
                    <a16:creationId xmlns:a16="http://schemas.microsoft.com/office/drawing/2014/main" id="{CE87EDE3-3F63-0798-74CD-1BABF423BEF3}"/>
                  </a:ext>
                </a:extLst>
              </p:cNvPr>
              <p:cNvSpPr/>
              <p:nvPr/>
            </p:nvSpPr>
            <p:spPr>
              <a:xfrm>
                <a:off x="265562" y="3129671"/>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Abastecimiento Materia Prima</a:t>
                </a:r>
              </a:p>
            </p:txBody>
          </p:sp>
          <p:sp>
            <p:nvSpPr>
              <p:cNvPr id="174" name="Oval 20">
                <a:extLst>
                  <a:ext uri="{FF2B5EF4-FFF2-40B4-BE49-F238E27FC236}">
                    <a16:creationId xmlns:a16="http://schemas.microsoft.com/office/drawing/2014/main" id="{E49506CC-0133-F6D2-AFE5-74C23E70D201}"/>
                  </a:ext>
                </a:extLst>
              </p:cNvPr>
              <p:cNvSpPr>
                <a:spLocks noChangeAspect="1" noChangeArrowheads="1"/>
              </p:cNvSpPr>
              <p:nvPr/>
            </p:nvSpPr>
            <p:spPr bwMode="auto">
              <a:xfrm>
                <a:off x="200600" y="3064710"/>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4</a:t>
                </a:r>
              </a:p>
            </p:txBody>
          </p:sp>
          <p:pic>
            <p:nvPicPr>
              <p:cNvPr id="186" name="Gráfico 185">
                <a:extLst>
                  <a:ext uri="{FF2B5EF4-FFF2-40B4-BE49-F238E27FC236}">
                    <a16:creationId xmlns:a16="http://schemas.microsoft.com/office/drawing/2014/main" id="{92277299-7BE0-3C53-934A-8A0437430D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2992" y="3161291"/>
                <a:ext cx="442093" cy="442093"/>
              </a:xfrm>
              <a:prstGeom prst="rect">
                <a:avLst/>
              </a:prstGeom>
            </p:spPr>
          </p:pic>
        </p:grpSp>
      </p:grpSp>
      <p:sp>
        <p:nvSpPr>
          <p:cNvPr id="321" name="circle">
            <a:extLst>
              <a:ext uri="{FF2B5EF4-FFF2-40B4-BE49-F238E27FC236}">
                <a16:creationId xmlns:a16="http://schemas.microsoft.com/office/drawing/2014/main" id="{E4CC3419-8174-8B79-5434-517AB5AB468D}"/>
              </a:ext>
            </a:extLst>
          </p:cNvPr>
          <p:cNvSpPr/>
          <p:nvPr/>
        </p:nvSpPr>
        <p:spPr>
          <a:xfrm>
            <a:off x="8160124" y="3749187"/>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
        <p:nvSpPr>
          <p:cNvPr id="324" name="circle">
            <a:extLst>
              <a:ext uri="{FF2B5EF4-FFF2-40B4-BE49-F238E27FC236}">
                <a16:creationId xmlns:a16="http://schemas.microsoft.com/office/drawing/2014/main" id="{F50AE4CD-D39A-9DF6-2D48-7B1EEE00C215}"/>
              </a:ext>
            </a:extLst>
          </p:cNvPr>
          <p:cNvSpPr/>
          <p:nvPr/>
        </p:nvSpPr>
        <p:spPr>
          <a:xfrm>
            <a:off x="8156195" y="4242555"/>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Tree>
    <p:extLst>
      <p:ext uri="{BB962C8B-B14F-4D97-AF65-F5344CB8AC3E}">
        <p14:creationId xmlns:p14="http://schemas.microsoft.com/office/powerpoint/2010/main" val="33210624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C9C6B28-AAF1-C2F7-46ED-F669CBFFD492}"/>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1.1 Arquitectura preliminar | Gestión de Personas</a:t>
            </a:r>
            <a:endParaRPr lang="es-CL"/>
          </a:p>
        </p:txBody>
      </p:sp>
      <p:sp>
        <p:nvSpPr>
          <p:cNvPr id="10" name="Legend"/>
          <p:cNvSpPr/>
          <p:nvPr/>
        </p:nvSpPr>
        <p:spPr>
          <a:xfrm>
            <a:off x="630000" y="1050000"/>
            <a:ext cx="1900000" cy="235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680" b="1">
                <a:solidFill>
                  <a:srgbClr val="FFFFFF"/>
                </a:solidFill>
                <a:latin typeface="Calibri"/>
              </a:rPr>
              <a:t>Levantado</a:t>
            </a:r>
            <a:endParaRPr lang="es-CL"/>
          </a:p>
        </p:txBody>
      </p:sp>
      <p:sp>
        <p:nvSpPr>
          <p:cNvPr id="11" name="Legend"/>
          <p:cNvSpPr/>
          <p:nvPr/>
        </p:nvSpPr>
        <p:spPr>
          <a:xfrm>
            <a:off x="2780000" y="1050000"/>
            <a:ext cx="1900000" cy="235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680" b="1">
                <a:solidFill>
                  <a:srgbClr val="C00000"/>
                </a:solidFill>
                <a:latin typeface="Calibri"/>
              </a:rPr>
              <a:t>Propuesta</a:t>
            </a:r>
            <a:endParaRPr lang="es-CL"/>
          </a:p>
        </p:txBody>
      </p:sp>
      <p:sp>
        <p:nvSpPr>
          <p:cNvPr id="12" name="Legend"/>
          <p:cNvSpPr/>
          <p:nvPr/>
        </p:nvSpPr>
        <p:spPr>
          <a:xfrm>
            <a:off x="4930000" y="1050000"/>
            <a:ext cx="1900000" cy="235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680" b="1">
                <a:solidFill>
                  <a:srgbClr val="00A6D6"/>
                </a:solidFill>
                <a:latin typeface="Calibri"/>
              </a:rPr>
              <a:t>No revisado</a:t>
            </a:r>
            <a:endParaRPr lang="es-CL"/>
          </a:p>
        </p:txBody>
      </p:sp>
      <p:sp>
        <p:nvSpPr>
          <p:cNvPr id="13" name="ProcessHeader"/>
          <p:cNvSpPr/>
          <p:nvPr/>
        </p:nvSpPr>
        <p:spPr>
          <a:xfrm>
            <a:off x="630000" y="1600000"/>
            <a:ext cx="2050000" cy="51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00" b="1">
                <a:solidFill>
                  <a:srgbClr val="C00000"/>
                </a:solidFill>
                <a:latin typeface="Calibri"/>
              </a:rPr>
              <a:t>P0</a:t>
            </a:r>
            <a:endParaRPr lang="es-CL"/>
          </a:p>
          <a:p>
            <a:pPr algn="ctr"/>
            <a:r>
              <a:rPr lang="es-CL" sz="800" b="1">
                <a:solidFill>
                  <a:srgbClr val="C00000"/>
                </a:solidFill>
                <a:latin typeface="Calibri"/>
              </a:rPr>
              <a:t>Gobierno estratégico</a:t>
            </a:r>
            <a:endParaRPr lang="es-CL"/>
          </a:p>
        </p:txBody>
      </p:sp>
      <p:sp>
        <p:nvSpPr>
          <p:cNvPr id="14" name="ProcessHeader"/>
          <p:cNvSpPr/>
          <p:nvPr/>
        </p:nvSpPr>
        <p:spPr>
          <a:xfrm>
            <a:off x="2815000" y="1600000"/>
            <a:ext cx="2050000" cy="51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00" b="1">
                <a:solidFill>
                  <a:srgbClr val="C00000"/>
                </a:solidFill>
                <a:latin typeface="Calibri"/>
              </a:rPr>
              <a:t>P1</a:t>
            </a:r>
            <a:endParaRPr lang="es-CL"/>
          </a:p>
          <a:p>
            <a:pPr algn="ctr"/>
            <a:r>
              <a:rPr lang="es-CL" sz="800" b="1">
                <a:solidFill>
                  <a:srgbClr val="C00000"/>
                </a:solidFill>
                <a:latin typeface="Calibri"/>
              </a:rPr>
              <a:t>Compensaciones y beneficios</a:t>
            </a:r>
            <a:endParaRPr lang="es-CL"/>
          </a:p>
        </p:txBody>
      </p:sp>
      <p:sp>
        <p:nvSpPr>
          <p:cNvPr id="15" name="ProcessHeader"/>
          <p:cNvSpPr/>
          <p:nvPr/>
        </p:nvSpPr>
        <p:spPr>
          <a:xfrm>
            <a:off x="5000000" y="1600000"/>
            <a:ext cx="2050000" cy="51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00" b="1">
                <a:solidFill>
                  <a:srgbClr val="C00000"/>
                </a:solidFill>
                <a:latin typeface="Calibri"/>
              </a:rPr>
              <a:t>P2</a:t>
            </a:r>
            <a:endParaRPr lang="es-CL"/>
          </a:p>
          <a:p>
            <a:pPr algn="ctr"/>
            <a:r>
              <a:rPr lang="es-CL" sz="800" b="1">
                <a:solidFill>
                  <a:srgbClr val="C00000"/>
                </a:solidFill>
                <a:latin typeface="Calibri"/>
              </a:rPr>
              <a:t>Atracción e incorporación</a:t>
            </a:r>
            <a:endParaRPr lang="es-CL"/>
          </a:p>
        </p:txBody>
      </p:sp>
      <p:sp>
        <p:nvSpPr>
          <p:cNvPr id="16" name="ProcessHeader"/>
          <p:cNvSpPr/>
          <p:nvPr/>
        </p:nvSpPr>
        <p:spPr>
          <a:xfrm>
            <a:off x="7185000" y="1600000"/>
            <a:ext cx="2050000" cy="51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00" b="1">
                <a:solidFill>
                  <a:srgbClr val="C00000"/>
                </a:solidFill>
                <a:latin typeface="Calibri"/>
              </a:rPr>
              <a:t>P3</a:t>
            </a:r>
            <a:endParaRPr lang="es-CL"/>
          </a:p>
          <a:p>
            <a:pPr algn="ctr"/>
            <a:r>
              <a:rPr lang="es-CL" sz="800" b="1">
                <a:solidFill>
                  <a:srgbClr val="C00000"/>
                </a:solidFill>
                <a:latin typeface="Calibri"/>
              </a:rPr>
              <a:t>Desarrollo y talento</a:t>
            </a:r>
            <a:endParaRPr lang="es-CL"/>
          </a:p>
        </p:txBody>
      </p:sp>
      <p:sp>
        <p:nvSpPr>
          <p:cNvPr id="17" name="ProcessHeader"/>
          <p:cNvSpPr/>
          <p:nvPr/>
        </p:nvSpPr>
        <p:spPr>
          <a:xfrm>
            <a:off x="9370000" y="1600000"/>
            <a:ext cx="2050000" cy="51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00" b="1">
                <a:solidFill>
                  <a:srgbClr val="00A6D6"/>
                </a:solidFill>
                <a:latin typeface="Calibri"/>
              </a:rPr>
              <a:t>?</a:t>
            </a:r>
            <a:endParaRPr lang="es-CL"/>
          </a:p>
          <a:p>
            <a:pPr algn="ctr"/>
            <a:r>
              <a:rPr lang="es-CL" sz="800" b="1">
                <a:solidFill>
                  <a:srgbClr val="00A6D6"/>
                </a:solidFill>
                <a:latin typeface="Calibri"/>
              </a:rPr>
              <a:t>No revisado con Isi</a:t>
            </a:r>
            <a:endParaRPr lang="es-CL"/>
          </a:p>
        </p:txBody>
      </p:sp>
      <p:sp>
        <p:nvSpPr>
          <p:cNvPr id="18" name="Card"/>
          <p:cNvSpPr/>
          <p:nvPr/>
        </p:nvSpPr>
        <p:spPr>
          <a:xfrm>
            <a:off x="630000" y="2300000"/>
            <a:ext cx="2050000" cy="50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a:t>
            </a:r>
            <a:endParaRPr lang="es-CL"/>
          </a:p>
          <a:p>
            <a:pPr algn="ctr"/>
            <a:r>
              <a:rPr lang="es-CL" sz="960" b="1">
                <a:solidFill>
                  <a:srgbClr val="FFFFFF"/>
                </a:solidFill>
                <a:latin typeface="Calibri"/>
              </a:rPr>
              <a:t>Plan de dotación</a:t>
            </a:r>
            <a:endParaRPr lang="es-CL"/>
          </a:p>
        </p:txBody>
      </p:sp>
      <p:sp>
        <p:nvSpPr>
          <p:cNvPr id="19" name="Card"/>
          <p:cNvSpPr/>
          <p:nvPr/>
        </p:nvSpPr>
        <p:spPr>
          <a:xfrm>
            <a:off x="630000" y="291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P0.1</a:t>
            </a:r>
            <a:endParaRPr lang="es-CL"/>
          </a:p>
          <a:p>
            <a:pPr algn="ctr"/>
            <a:r>
              <a:rPr lang="es-CL" sz="960" b="1">
                <a:solidFill>
                  <a:srgbClr val="C00000"/>
                </a:solidFill>
                <a:latin typeface="Calibri"/>
              </a:rPr>
              <a:t>Gobernanza, políticas y mejora</a:t>
            </a:r>
            <a:endParaRPr lang="es-CL"/>
          </a:p>
        </p:txBody>
      </p:sp>
      <p:sp>
        <p:nvSpPr>
          <p:cNvPr id="20" name="Card"/>
          <p:cNvSpPr/>
          <p:nvPr/>
        </p:nvSpPr>
        <p:spPr>
          <a:xfrm>
            <a:off x="2815000" y="230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F2.1</a:t>
            </a:r>
            <a:endParaRPr lang="es-CL"/>
          </a:p>
          <a:p>
            <a:pPr algn="ctr"/>
            <a:r>
              <a:rPr lang="es-CL" sz="960" b="1">
                <a:solidFill>
                  <a:srgbClr val="C00000"/>
                </a:solidFill>
                <a:latin typeface="Calibri"/>
              </a:rPr>
              <a:t>Benchmark remuneracional</a:t>
            </a:r>
            <a:endParaRPr lang="es-CL"/>
          </a:p>
        </p:txBody>
      </p:sp>
      <p:sp>
        <p:nvSpPr>
          <p:cNvPr id="21" name="Card"/>
          <p:cNvSpPr/>
          <p:nvPr/>
        </p:nvSpPr>
        <p:spPr>
          <a:xfrm>
            <a:off x="2815000" y="291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F2.2</a:t>
            </a:r>
            <a:endParaRPr lang="es-CL"/>
          </a:p>
          <a:p>
            <a:pPr algn="ctr"/>
            <a:r>
              <a:rPr lang="es-CL" sz="960" b="1">
                <a:solidFill>
                  <a:srgbClr val="C00000"/>
                </a:solidFill>
                <a:latin typeface="Calibri"/>
              </a:rPr>
              <a:t>Valoración y bandas</a:t>
            </a:r>
            <a:endParaRPr lang="es-CL"/>
          </a:p>
        </p:txBody>
      </p:sp>
      <p:sp>
        <p:nvSpPr>
          <p:cNvPr id="22" name="Card"/>
          <p:cNvSpPr/>
          <p:nvPr/>
        </p:nvSpPr>
        <p:spPr>
          <a:xfrm>
            <a:off x="2815000" y="352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F2.3</a:t>
            </a:r>
            <a:endParaRPr lang="es-CL"/>
          </a:p>
          <a:p>
            <a:pPr algn="ctr"/>
            <a:r>
              <a:rPr lang="es-CL" sz="960" b="1">
                <a:solidFill>
                  <a:srgbClr val="C00000"/>
                </a:solidFill>
                <a:latin typeface="Calibri"/>
              </a:rPr>
              <a:t>Diseño de bandas y presupuesto</a:t>
            </a:r>
            <a:endParaRPr lang="es-CL"/>
          </a:p>
        </p:txBody>
      </p:sp>
      <p:sp>
        <p:nvSpPr>
          <p:cNvPr id="23" name="Card"/>
          <p:cNvSpPr/>
          <p:nvPr/>
        </p:nvSpPr>
        <p:spPr>
          <a:xfrm>
            <a:off x="2815000" y="413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F2.4</a:t>
            </a:r>
            <a:endParaRPr lang="es-CL"/>
          </a:p>
          <a:p>
            <a:pPr algn="ctr"/>
            <a:r>
              <a:rPr lang="es-CL" sz="960" b="1">
                <a:solidFill>
                  <a:srgbClr val="C00000"/>
                </a:solidFill>
                <a:latin typeface="Calibri"/>
              </a:rPr>
              <a:t>Aprobación y actualización</a:t>
            </a:r>
            <a:endParaRPr lang="es-CL"/>
          </a:p>
        </p:txBody>
      </p:sp>
      <p:sp>
        <p:nvSpPr>
          <p:cNvPr id="24" name="Card"/>
          <p:cNvSpPr/>
          <p:nvPr/>
        </p:nvSpPr>
        <p:spPr>
          <a:xfrm>
            <a:off x="2815000" y="4740000"/>
            <a:ext cx="2050000" cy="50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F14</a:t>
            </a:r>
            <a:endParaRPr lang="es-CL"/>
          </a:p>
          <a:p>
            <a:pPr algn="ctr"/>
            <a:r>
              <a:rPr lang="es-CL" sz="960" b="1">
                <a:solidFill>
                  <a:srgbClr val="FFFFFF"/>
                </a:solidFill>
                <a:latin typeface="Calibri"/>
              </a:rPr>
              <a:t>Remuneración y beneficios</a:t>
            </a:r>
            <a:endParaRPr lang="es-CL"/>
          </a:p>
        </p:txBody>
      </p:sp>
      <p:sp>
        <p:nvSpPr>
          <p:cNvPr id="25" name="Card"/>
          <p:cNvSpPr/>
          <p:nvPr/>
        </p:nvSpPr>
        <p:spPr>
          <a:xfrm>
            <a:off x="5000000" y="2300000"/>
            <a:ext cx="2050000" cy="50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F3</a:t>
            </a:r>
            <a:endParaRPr lang="es-CL"/>
          </a:p>
          <a:p>
            <a:pPr algn="ctr"/>
            <a:r>
              <a:rPr lang="es-CL" sz="960" b="1">
                <a:solidFill>
                  <a:srgbClr val="FFFFFF"/>
                </a:solidFill>
                <a:latin typeface="Calibri"/>
              </a:rPr>
              <a:t>Requisición de vacante</a:t>
            </a:r>
            <a:endParaRPr lang="es-CL"/>
          </a:p>
        </p:txBody>
      </p:sp>
      <p:sp>
        <p:nvSpPr>
          <p:cNvPr id="26" name="Card"/>
          <p:cNvSpPr/>
          <p:nvPr/>
        </p:nvSpPr>
        <p:spPr>
          <a:xfrm>
            <a:off x="5000000" y="291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F4–F5</a:t>
            </a:r>
            <a:endParaRPr lang="es-CL"/>
          </a:p>
          <a:p>
            <a:pPr algn="ctr"/>
            <a:r>
              <a:rPr lang="es-CL" sz="960" b="1">
                <a:solidFill>
                  <a:srgbClr val="C00000"/>
                </a:solidFill>
                <a:latin typeface="Calibri"/>
              </a:rPr>
              <a:t>Reclutamiento y preselección</a:t>
            </a:r>
            <a:endParaRPr lang="es-CL"/>
          </a:p>
        </p:txBody>
      </p:sp>
      <p:sp>
        <p:nvSpPr>
          <p:cNvPr id="27" name="Card"/>
          <p:cNvSpPr/>
          <p:nvPr/>
        </p:nvSpPr>
        <p:spPr>
          <a:xfrm>
            <a:off x="5000000" y="352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F6–F7</a:t>
            </a:r>
            <a:endParaRPr lang="es-CL"/>
          </a:p>
          <a:p>
            <a:pPr algn="ctr"/>
            <a:r>
              <a:rPr lang="es-CL" sz="960" b="1">
                <a:solidFill>
                  <a:srgbClr val="C00000"/>
                </a:solidFill>
                <a:latin typeface="Calibri"/>
              </a:rPr>
              <a:t>Evaluación y selección</a:t>
            </a:r>
            <a:endParaRPr lang="es-CL"/>
          </a:p>
        </p:txBody>
      </p:sp>
      <p:sp>
        <p:nvSpPr>
          <p:cNvPr id="28" name="Card"/>
          <p:cNvSpPr/>
          <p:nvPr/>
        </p:nvSpPr>
        <p:spPr>
          <a:xfrm>
            <a:off x="5000000" y="413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F8–F9</a:t>
            </a:r>
            <a:endParaRPr lang="es-CL"/>
          </a:p>
          <a:p>
            <a:pPr algn="ctr"/>
            <a:r>
              <a:rPr lang="es-CL" sz="960" b="1">
                <a:solidFill>
                  <a:srgbClr val="C00000"/>
                </a:solidFill>
                <a:latin typeface="Calibri"/>
              </a:rPr>
              <a:t>Contratación</a:t>
            </a:r>
            <a:endParaRPr lang="es-CL"/>
          </a:p>
        </p:txBody>
      </p:sp>
      <p:sp>
        <p:nvSpPr>
          <p:cNvPr id="29" name="Card"/>
          <p:cNvSpPr/>
          <p:nvPr/>
        </p:nvSpPr>
        <p:spPr>
          <a:xfrm>
            <a:off x="5000000" y="474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F10</a:t>
            </a:r>
            <a:endParaRPr lang="es-CL"/>
          </a:p>
          <a:p>
            <a:pPr algn="ctr"/>
            <a:r>
              <a:rPr lang="es-CL" sz="960" b="1">
                <a:solidFill>
                  <a:srgbClr val="C00000"/>
                </a:solidFill>
                <a:latin typeface="Calibri"/>
              </a:rPr>
              <a:t>Onboarding</a:t>
            </a:r>
            <a:endParaRPr lang="es-CL"/>
          </a:p>
        </p:txBody>
      </p:sp>
      <p:sp>
        <p:nvSpPr>
          <p:cNvPr id="30" name="Card"/>
          <p:cNvSpPr/>
          <p:nvPr/>
        </p:nvSpPr>
        <p:spPr>
          <a:xfrm>
            <a:off x="7185000" y="2300000"/>
            <a:ext cx="2050000" cy="50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F11</a:t>
            </a:r>
            <a:endParaRPr lang="es-CL"/>
          </a:p>
          <a:p>
            <a:pPr algn="ctr"/>
            <a:r>
              <a:rPr lang="es-CL" sz="960" b="1">
                <a:solidFill>
                  <a:srgbClr val="FFFFFF"/>
                </a:solidFill>
                <a:latin typeface="Calibri"/>
              </a:rPr>
              <a:t>Formación</a:t>
            </a:r>
            <a:endParaRPr lang="es-CL"/>
          </a:p>
        </p:txBody>
      </p:sp>
      <p:sp>
        <p:nvSpPr>
          <p:cNvPr id="31" name="Card"/>
          <p:cNvSpPr/>
          <p:nvPr/>
        </p:nvSpPr>
        <p:spPr>
          <a:xfrm>
            <a:off x="7185000" y="2910000"/>
            <a:ext cx="2050000" cy="50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F12</a:t>
            </a:r>
            <a:endParaRPr lang="es-CL"/>
          </a:p>
          <a:p>
            <a:pPr algn="ctr"/>
            <a:r>
              <a:rPr lang="es-CL" sz="960" b="1">
                <a:solidFill>
                  <a:srgbClr val="FFFFFF"/>
                </a:solidFill>
                <a:latin typeface="Calibri"/>
              </a:rPr>
              <a:t>Gestión del desempeño</a:t>
            </a:r>
            <a:endParaRPr lang="es-CL"/>
          </a:p>
        </p:txBody>
      </p:sp>
      <p:sp>
        <p:nvSpPr>
          <p:cNvPr id="32" name="Card"/>
          <p:cNvSpPr/>
          <p:nvPr/>
        </p:nvSpPr>
        <p:spPr>
          <a:xfrm>
            <a:off x="7185000" y="3520000"/>
            <a:ext cx="2050000" cy="50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a:t>
            </a:r>
            <a:endParaRPr lang="es-CL"/>
          </a:p>
          <a:p>
            <a:pPr algn="ctr"/>
            <a:r>
              <a:rPr lang="es-CL" sz="960" b="1">
                <a:solidFill>
                  <a:srgbClr val="C00000"/>
                </a:solidFill>
                <a:latin typeface="Calibri"/>
              </a:rPr>
              <a:t>Carrera · sucesión · movilidad</a:t>
            </a:r>
            <a:endParaRPr lang="es-CL"/>
          </a:p>
        </p:txBody>
      </p:sp>
      <p:sp>
        <p:nvSpPr>
          <p:cNvPr id="33" name="Card"/>
          <p:cNvSpPr/>
          <p:nvPr/>
        </p:nvSpPr>
        <p:spPr>
          <a:xfrm>
            <a:off x="9370000" y="2300000"/>
            <a:ext cx="2050000" cy="50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F0/S0</a:t>
            </a:r>
            <a:endParaRPr lang="es-CL"/>
          </a:p>
          <a:p>
            <a:pPr algn="ctr"/>
            <a:r>
              <a:rPr lang="es-CL" sz="960" b="1">
                <a:solidFill>
                  <a:srgbClr val="00A6D6"/>
                </a:solidFill>
                <a:latin typeface="Calibri"/>
              </a:rPr>
              <a:t>Entradas y contexto</a:t>
            </a:r>
            <a:endParaRPr lang="es-CL"/>
          </a:p>
        </p:txBody>
      </p:sp>
      <p:sp>
        <p:nvSpPr>
          <p:cNvPr id="34" name="Card"/>
          <p:cNvSpPr/>
          <p:nvPr/>
        </p:nvSpPr>
        <p:spPr>
          <a:xfrm>
            <a:off x="9370000" y="2910000"/>
            <a:ext cx="2050000" cy="50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a:t>
            </a:r>
            <a:endParaRPr lang="es-CL"/>
          </a:p>
          <a:p>
            <a:pPr algn="ctr"/>
            <a:r>
              <a:rPr lang="es-CL" sz="960" b="1">
                <a:solidFill>
                  <a:srgbClr val="00A6D6"/>
                </a:solidFill>
                <a:latin typeface="Calibri"/>
              </a:rPr>
              <a:t>Nómina y asistencia</a:t>
            </a:r>
            <a:endParaRPr lang="es-CL"/>
          </a:p>
        </p:txBody>
      </p:sp>
      <p:sp>
        <p:nvSpPr>
          <p:cNvPr id="35" name="Card"/>
          <p:cNvSpPr/>
          <p:nvPr/>
        </p:nvSpPr>
        <p:spPr>
          <a:xfrm>
            <a:off x="9370000" y="3520000"/>
            <a:ext cx="2050000" cy="50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F16</a:t>
            </a:r>
            <a:endParaRPr lang="es-CL"/>
          </a:p>
          <a:p>
            <a:pPr algn="ctr"/>
            <a:r>
              <a:rPr lang="es-CL" sz="960" b="1">
                <a:solidFill>
                  <a:srgbClr val="00A6D6"/>
                </a:solidFill>
                <a:latin typeface="Calibri"/>
              </a:rPr>
              <a:t>Clima y retención</a:t>
            </a:r>
            <a:endParaRPr lang="es-CL"/>
          </a:p>
        </p:txBody>
      </p:sp>
      <p:sp>
        <p:nvSpPr>
          <p:cNvPr id="36" name="Card"/>
          <p:cNvSpPr/>
          <p:nvPr/>
        </p:nvSpPr>
        <p:spPr>
          <a:xfrm>
            <a:off x="9370000" y="4130000"/>
            <a:ext cx="2050000" cy="50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F17</a:t>
            </a:r>
            <a:endParaRPr lang="es-CL"/>
          </a:p>
          <a:p>
            <a:pPr algn="ctr"/>
            <a:r>
              <a:rPr lang="es-CL" sz="960" b="1">
                <a:solidFill>
                  <a:srgbClr val="00A6D6"/>
                </a:solidFill>
                <a:latin typeface="Calibri"/>
              </a:rPr>
              <a:t>Salida y desvinculación</a:t>
            </a:r>
            <a:endParaRPr lang="es-CL"/>
          </a:p>
        </p:txBody>
      </p:sp>
      <p:sp>
        <p:nvSpPr>
          <p:cNvPr id="37" name="F18Transversal"/>
          <p:cNvSpPr/>
          <p:nvPr/>
        </p:nvSpPr>
        <p:spPr>
          <a:xfrm>
            <a:off x="630000" y="5600000"/>
            <a:ext cx="10933350" cy="44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F18 · Datos, sistemas, analítica y gobierno de datos</a:t>
            </a:r>
            <a:endParaRPr lang="es-CL"/>
          </a:p>
        </p:txBody>
      </p:sp>
      <p:sp>
        <p:nvSpPr>
          <p:cNvPr id="38"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Colores: gris = levantado · rojo = propuesta de estructura · celeste = no revisado con Isi</a:t>
            </a:r>
            <a:endParaRPr lang="es-CL"/>
          </a:p>
        </p:txBody>
      </p:sp>
    </p:spTree>
    <p:extLst>
      <p:ext uri="{BB962C8B-B14F-4D97-AF65-F5344CB8AC3E}">
        <ns3:creationId val="867705103"/>
      </p:ext>
    </p:extLst>
  </p:cSld>
  <p:clrMapOvr>
    <a:masterClrMapping/>
  </p:clrMapOvr>
  <ns4:AlternateContent>
    <ns4:Choice Requires="p14">
      <p:transition ns3:dur="250">
        <p:fade/>
      </p:transition>
    </ns4:Choice>
    <ns4:Fallback>
      <p:transition>
        <p:fade/>
      </p:transition>
    </ns4:Fallback>
  </ns4:AlternateContent>
</p:sld>
</file>

<file path=ppt/slides/slide3.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1.2 Ficha resumen | Gestión de Personas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Mapa preliminar: procesos, ciclos e interfaces</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a:t>
            </a:r>
            <a:endParaRPr lang="es-CL"/>
          </a:p>
          <a:p>
            <a:pPr algn="ctr"/>
            <a:r>
              <a:rPr lang="es-CL" sz="960" b="1">
                <a:solidFill>
                  <a:srgbClr val="C00000"/>
                </a:solidFill>
                <a:latin typeface="Calibri"/>
              </a:rPr>
              <a:t>Planificar y gobernar</a:t>
            </a:r>
            <a:endParaRPr lang="es-CL"/>
          </a:p>
          <a:p>
            <a:pPr algn="ctr"/>
            <a:r>
              <a:rPr lang="es-CL" sz="690" b="0">
                <a:solidFill>
                  <a:srgbClr val="3F3A33"/>
                </a:solidFill>
                <a:latin typeface="Calibri"/>
              </a:rPr>
              <a:t>F1 + gobierno por validar</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P1</a:t>
            </a:r>
            <a:endParaRPr lang="es-CL"/>
          </a:p>
          <a:p>
            <a:pPr algn="ctr"/>
            <a:r>
              <a:rPr lang="es-CL" sz="960" b="1">
                <a:solidFill>
                  <a:srgbClr val="C00000"/>
                </a:solidFill>
                <a:latin typeface="Calibri"/>
              </a:rPr>
              <a:t>Compensar y beneficiar</a:t>
            </a:r>
            <a:endParaRPr lang="es-CL"/>
          </a:p>
          <a:p>
            <a:pPr algn="ctr"/>
            <a:r>
              <a:rPr lang="es-CL" sz="690" b="0">
                <a:solidFill>
                  <a:srgbClr val="3F3A33"/>
                </a:solidFill>
                <a:latin typeface="Calibri"/>
              </a:rPr>
              <a:t>F2 + F14</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P2</a:t>
            </a:r>
            <a:endParaRPr lang="es-CL"/>
          </a:p>
          <a:p>
            <a:pPr algn="ctr"/>
            <a:r>
              <a:rPr lang="es-CL" sz="960" b="1">
                <a:solidFill>
                  <a:srgbClr val="C00000"/>
                </a:solidFill>
                <a:latin typeface="Calibri"/>
              </a:rPr>
              <a:t>Atraer e incorporar</a:t>
            </a:r>
            <a:endParaRPr lang="es-CL"/>
          </a:p>
          <a:p>
            <a:pPr algn="ctr"/>
            <a:r>
              <a:rPr lang="es-CL" sz="690" b="0">
                <a:solidFill>
                  <a:srgbClr val="3F3A33"/>
                </a:solidFill>
                <a:latin typeface="Calibri"/>
              </a:rPr>
              <a:t>F3–F10</a:t>
            </a:r>
            <a:endParaRPr lang="es-CL"/>
          </a:p>
        </p:txBody>
      </p:sp>
      <p:sp>
        <p:nvSpPr>
          <p:cNvPr id="14" name="Card"/>
          <p:cNvSpPr/>
          <p:nvPr/>
        </p:nvSpPr>
        <p:spPr>
          <a:xfrm>
            <a:off x="630000" y="30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P3</a:t>
            </a:r>
            <a:endParaRPr lang="es-CL"/>
          </a:p>
          <a:p>
            <a:pPr algn="ctr"/>
            <a:r>
              <a:rPr lang="es-CL" sz="960" b="1">
                <a:solidFill>
                  <a:srgbClr val="C00000"/>
                </a:solidFill>
                <a:latin typeface="Calibri"/>
              </a:rPr>
              <a:t>Desarrollar talento</a:t>
            </a:r>
            <a:endParaRPr lang="es-CL"/>
          </a:p>
          <a:p>
            <a:pPr algn="ctr"/>
            <a:r>
              <a:rPr lang="es-CL" sz="690" b="0">
                <a:solidFill>
                  <a:srgbClr val="3F3A33"/>
                </a:solidFill>
                <a:latin typeface="Calibri"/>
              </a:rPr>
              <a:t>F11–F13</a:t>
            </a:r>
            <a:endParaRPr lang="es-CL"/>
          </a:p>
        </p:txBody>
      </p:sp>
      <p:sp>
        <p:nvSpPr>
          <p:cNvPr id="15" name="Card"/>
          <p:cNvSpPr/>
          <p:nvPr/>
        </p:nvSpPr>
        <p:spPr>
          <a:xfrm>
            <a:off x="432445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a:t>
            </a:r>
            <a:endParaRPr lang="es-CL"/>
          </a:p>
          <a:p>
            <a:pPr algn="ctr"/>
            <a:r>
              <a:rPr lang="es-CL" sz="960" b="1">
                <a:solidFill>
                  <a:srgbClr val="00A6D6"/>
                </a:solidFill>
                <a:latin typeface="Calibri"/>
              </a:rPr>
              <a:t>Datos y analítica</a:t>
            </a:r>
            <a:endParaRPr lang="es-CL"/>
          </a:p>
          <a:p>
            <a:pPr algn="ctr"/>
            <a:r>
              <a:rPr lang="es-CL" sz="690" b="0">
                <a:solidFill>
                  <a:srgbClr val="3F3A33"/>
                </a:solidFill>
                <a:latin typeface="Calibri"/>
              </a:rPr>
              <a:t>transversal</a:t>
            </a:r>
            <a:endParaRPr lang="es-CL"/>
          </a:p>
        </p:txBody>
      </p:sp>
      <p:sp>
        <p:nvSpPr>
          <p:cNvPr id="16"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1599436396"/>
      </p:ext>
    </p:extLst>
  </p:cSld>
  <p:clrMapOvr>
    <a:masterClrMapping/>
  </p:clrMapOvr>
  <ns3:AlternateContent>
    <ns3:Choice Requires="p14">
      <p:transition ns2:dur="250">
        <p:fade/>
      </p:transition>
    </ns3:Choice>
    <ns3:Fallback>
      <p:transition>
        <p:fade/>
      </p:transition>
    </ns3:Fallback>
  </ns3:AlternateContent>
</p:sld>
</file>

<file path=ppt/slides/slide4.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1.3 Interfaces del macroproceso | Gestión de Personas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Interfaces principales</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 → P1</a:t>
            </a:r>
            <a:endParaRPr lang="es-CL"/>
          </a:p>
          <a:p>
            <a:pPr algn="ctr"/>
            <a:r>
              <a:rPr lang="es-CL" sz="960" b="1">
                <a:solidFill>
                  <a:srgbClr val="C00000"/>
                </a:solidFill>
                <a:latin typeface="Calibri"/>
              </a:rPr>
              <a:t>Dotación · perfiles · prioridades</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P1 → P2</a:t>
            </a:r>
            <a:endParaRPr lang="es-CL"/>
          </a:p>
          <a:p>
            <a:pPr algn="ctr"/>
            <a:r>
              <a:rPr lang="es-CL" sz="960" b="1">
                <a:solidFill>
                  <a:srgbClr val="C00000"/>
                </a:solidFill>
                <a:latin typeface="Calibri"/>
              </a:rPr>
              <a:t>Banda · rango · oferta</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P2 → P3</a:t>
            </a:r>
            <a:endParaRPr lang="es-CL"/>
          </a:p>
          <a:p>
            <a:pPr algn="ctr"/>
            <a:r>
              <a:rPr lang="es-CL" sz="960" b="1">
                <a:solidFill>
                  <a:srgbClr val="C00000"/>
                </a:solidFill>
                <a:latin typeface="Calibri"/>
              </a:rPr>
              <a:t>Persona incorporada · habilitación</a:t>
            </a:r>
            <a:endParaRPr lang="es-CL"/>
          </a:p>
        </p:txBody>
      </p:sp>
      <p:sp>
        <p:nvSpPr>
          <p:cNvPr id="14" name="Card"/>
          <p:cNvSpPr/>
          <p:nvPr/>
        </p:nvSpPr>
        <p:spPr>
          <a:xfrm>
            <a:off x="630000" y="30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P3 → P1</a:t>
            </a:r>
            <a:endParaRPr lang="es-CL"/>
          </a:p>
          <a:p>
            <a:pPr algn="ctr"/>
            <a:r>
              <a:rPr lang="es-CL" sz="960" b="1">
                <a:solidFill>
                  <a:srgbClr val="C00000"/>
                </a:solidFill>
                <a:latin typeface="Calibri"/>
              </a:rPr>
              <a:t>Desempeño · promoción · movilidad</a:t>
            </a:r>
            <a:endParaRPr lang="es-CL"/>
          </a:p>
        </p:txBody>
      </p:sp>
      <p:sp>
        <p:nvSpPr>
          <p:cNvPr id="15" name="Card"/>
          <p:cNvSpPr/>
          <p:nvPr/>
        </p:nvSpPr>
        <p:spPr>
          <a:xfrm>
            <a:off x="432445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 ↔ todos</a:t>
            </a:r>
            <a:endParaRPr lang="es-CL"/>
          </a:p>
          <a:p>
            <a:pPr algn="ctr"/>
            <a:r>
              <a:rPr lang="es-CL" sz="960" b="1">
                <a:solidFill>
                  <a:srgbClr val="00A6D6"/>
                </a:solidFill>
                <a:latin typeface="Calibri"/>
              </a:rPr>
              <a:t>Datos · registros · analítica</a:t>
            </a:r>
            <a:endParaRPr lang="es-CL"/>
          </a:p>
        </p:txBody>
      </p:sp>
      <p:sp>
        <p:nvSpPr>
          <p:cNvPr id="16"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4050487891"/>
      </p:ext>
    </p:extLst>
  </p:cSld>
  <p:clrMapOvr>
    <a:masterClrMapping/>
  </p:clrMapOvr>
  <ns3:AlternateContent>
    <ns3:Choice Requires="p14">
      <p:transition ns2:dur="250">
        <p:fade/>
      </p:transition>
    </ns3:Choice>
    <ns3:Fallback>
      <p:transition>
        <p:fade/>
      </p:transition>
    </ns3:Fallback>
  </ns3:AlternateContent>
</p:sld>
</file>

<file path=ppt/slides/slide5.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P0 | Gobierno estratégico</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P0 · Propuesta de estructura</a:t>
            </a:r>
            <a:endParaRPr lang="es-CL"/>
          </a:p>
        </p:txBody>
      </p:sp>
      <p:sp>
        <p:nvSpPr>
          <p:cNvPr id="11" name="Card"/>
          <p:cNvSpPr/>
          <p:nvPr/>
        </p:nvSpPr>
        <p:spPr>
          <a:xfrm>
            <a:off x="630000" y="2650000"/>
            <a:ext cx="3571116"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F0/S0</a:t>
            </a:r>
            <a:endParaRPr lang="es-CL"/>
          </a:p>
          <a:p>
            <a:pPr algn="ctr"/>
            <a:r>
              <a:rPr lang="es-CL" sz="960" b="1">
                <a:solidFill>
                  <a:srgbClr val="00A6D6"/>
                </a:solidFill>
                <a:latin typeface="Calibri"/>
              </a:rPr>
              <a:t>Entradas estratégicas</a:t>
            </a:r>
            <a:endParaRPr lang="es-CL"/>
          </a:p>
        </p:txBody>
      </p:sp>
      <p:sp>
        <p:nvSpPr>
          <p:cNvPr id="12" name="Arrow"/>
          <p:cNvSpPr/>
          <p:nvPr/>
        </p:nvSpPr>
        <p:spPr>
          <a:xfrm>
            <a:off x="4216116" y="3060000"/>
            <a:ext cx="80000" cy="200000"/>
          </a:xfrm>
          <a:prstGeom prst="rect">
            <a:avLst/>
          </a:prstGeom>
          <a:noFill/>
          <a:ln w="12700">
            <a:noFill/>
          </a:ln>
        </p:spPr>
        <p:txBody>
          <a:bodyPr wrap="square" lIns="60000" rIns="60000" tIns="60000" bIns="60000" anchor="ctr"/>
          <a:lstStyle/>
          <a:p>
            <a:pPr algn="ctr"/>
            <a:r>
              <a:rPr lang="es-CL" sz="1600" b="1">
                <a:solidFill>
                  <a:srgbClr val="7E766C"/>
                </a:solidFill>
                <a:latin typeface="Calibri"/>
              </a:rPr>
              <a:t>›</a:t>
            </a:r>
            <a:endParaRPr lang="es-CL"/>
          </a:p>
        </p:txBody>
      </p:sp>
      <p:sp>
        <p:nvSpPr>
          <p:cNvPr id="13" name="Card"/>
          <p:cNvSpPr/>
          <p:nvPr/>
        </p:nvSpPr>
        <p:spPr>
          <a:xfrm>
            <a:off x="4311116" y="2650000"/>
            <a:ext cx="3571116"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a:t>
            </a:r>
            <a:endParaRPr lang="es-CL"/>
          </a:p>
          <a:p>
            <a:pPr algn="ctr"/>
            <a:r>
              <a:rPr lang="es-CL" sz="960" b="1">
                <a:solidFill>
                  <a:srgbClr val="FFFFFF"/>
                </a:solidFill>
                <a:latin typeface="Calibri"/>
              </a:rPr>
              <a:t>Plan de dotación</a:t>
            </a:r>
            <a:endParaRPr lang="es-CL"/>
          </a:p>
        </p:txBody>
      </p:sp>
      <p:sp>
        <p:nvSpPr>
          <p:cNvPr id="14" name="Arrow"/>
          <p:cNvSpPr/>
          <p:nvPr/>
        </p:nvSpPr>
        <p:spPr>
          <a:xfrm>
            <a:off x="7897232" y="3060000"/>
            <a:ext cx="80000" cy="200000"/>
          </a:xfrm>
          <a:prstGeom prst="rect">
            <a:avLst/>
          </a:prstGeom>
          <a:noFill/>
          <a:ln w="12700">
            <a:noFill/>
          </a:ln>
        </p:spPr>
        <p:txBody>
          <a:bodyPr wrap="square" lIns="60000" rIns="60000" tIns="60000" bIns="60000" anchor="ctr"/>
          <a:lstStyle/>
          <a:p>
            <a:pPr algn="ctr"/>
            <a:r>
              <a:rPr lang="es-CL" sz="1600" b="1">
                <a:solidFill>
                  <a:srgbClr val="7E766C"/>
                </a:solidFill>
                <a:latin typeface="Calibri"/>
              </a:rPr>
              <a:t>›</a:t>
            </a:r>
            <a:endParaRPr lang="es-CL"/>
          </a:p>
        </p:txBody>
      </p:sp>
      <p:sp>
        <p:nvSpPr>
          <p:cNvPr id="15" name="Card"/>
          <p:cNvSpPr/>
          <p:nvPr/>
        </p:nvSpPr>
        <p:spPr>
          <a:xfrm>
            <a:off x="7992232" y="2650000"/>
            <a:ext cx="3571116"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P0.1</a:t>
            </a:r>
            <a:endParaRPr lang="es-CL"/>
          </a:p>
          <a:p>
            <a:pPr algn="ctr"/>
            <a:r>
              <a:rPr lang="es-CL" sz="960" b="1">
                <a:solidFill>
                  <a:srgbClr val="C00000"/>
                </a:solidFill>
                <a:latin typeface="Calibri"/>
              </a:rPr>
              <a:t>Gobernanza y mejora</a:t>
            </a:r>
            <a:endParaRPr lang="es-CL"/>
          </a:p>
        </p:txBody>
      </p:sp>
      <p:sp>
        <p:nvSpPr>
          <p:cNvPr id="16"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3942383520"/>
      </p:ext>
    </p:extLst>
  </p:cSld>
  <p:clrMapOvr>
    <a:masterClrMapping/>
  </p:clrMapOvr>
  <ns3:AlternateContent>
    <ns3:Choice Requires="p14">
      <p:transition ns2:dur="250">
        <p:fade/>
      </p:transition>
    </ns3:Choice>
    <ns3:Fallback>
      <p:transition>
        <p:fade/>
      </p:transition>
    </ns3:Fallback>
  </ns3:AlternateContent>
</p:sld>
</file>

<file path=ppt/slides/slide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E1E30512-C323-7C0A-B9F1-60E9D49E270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 | Plan de dotación</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F1 · Levantado preliminarmente</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S1</a:t>
            </a:r>
            <a:endParaRPr lang="es-CL"/>
          </a:p>
          <a:p>
            <a:pPr algn="ctr"/>
            <a:r>
              <a:rPr lang="es-CL" sz="850" b="1">
                <a:solidFill>
                  <a:srgbClr val="FFFFFF"/>
                </a:solidFill>
                <a:latin typeface="Calibri"/>
              </a:rPr>
              <a:t>Identificar necesidades estratégicas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Sin actividades aún</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S2</a:t>
            </a:r>
            <a:endParaRPr lang="es-CL"/>
          </a:p>
          <a:p>
            <a:pPr algn="ctr"/>
            <a:r>
              <a:rPr lang="es-CL" sz="850" b="1">
                <a:solidFill>
                  <a:srgbClr val="FFFFFF"/>
                </a:solidFill>
                <a:latin typeface="Calibri"/>
              </a:rPr>
              <a:t>Estimar dotación futura</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Proyección · brecha · alternativas · costo</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S3</a:t>
            </a:r>
            <a:endParaRPr lang="es-CL"/>
          </a:p>
          <a:p>
            <a:pPr algn="ctr"/>
            <a:r>
              <a:rPr lang="es-CL" sz="850" b="1">
                <a:solidFill>
                  <a:srgbClr val="FFFFFF"/>
                </a:solidFill>
                <a:latin typeface="Calibri"/>
              </a:rPr>
              <a:t>Diseñar plan de dotación / organigrama</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Diseño · validación · aprobación · emisión</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398609088"/>
      </p:ext>
    </p:extLst>
  </p:cSld>
  <p:clrMapOvr>
    <a:masterClrMapping/>
  </p:clrMapOvr>
  <ns4:AlternateContent>
    <ns4:Choice Requires="p14">
      <p:transition ns3:dur="250">
        <p:fade/>
      </p:transition>
    </ns4:Choice>
    <ns4:Fallback>
      <p:transition>
        <p:fade/>
      </p:transition>
    </ns4:Fallback>
  </ns4:AlternateContent>
</p:sld>
</file>

<file path=ppt/slides/slide7.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D6575966-2484-EE4E-E842-815E01D84344}"/>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P0.1 | Gobernanza, políticas y mejora</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P0.1.1</a:t>
            </a:r>
            <a:endParaRPr lang="es-CL"/>
          </a:p>
          <a:p>
            <a:pPr algn="ctr"/>
            <a:r>
              <a:rPr lang="es-CL" sz="960" b="1">
                <a:solidFill>
                  <a:srgbClr val="C00000"/>
                </a:solidFill>
                <a:latin typeface="Calibri"/>
              </a:rPr>
              <a:t>Políticas y lineamientos</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P0.1.2</a:t>
            </a:r>
            <a:endParaRPr lang="es-CL"/>
          </a:p>
          <a:p>
            <a:pPr algn="ctr"/>
            <a:r>
              <a:rPr lang="es-CL" sz="960" b="1">
                <a:solidFill>
                  <a:srgbClr val="C00000"/>
                </a:solidFill>
                <a:latin typeface="Calibri"/>
              </a:rPr>
              <a:t>Calendario y prioridades</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P0.1.3</a:t>
            </a:r>
            <a:endParaRPr lang="es-CL"/>
          </a:p>
          <a:p>
            <a:pPr algn="ctr"/>
            <a:r>
              <a:rPr lang="es-CL" sz="960" b="1">
                <a:solidFill>
                  <a:srgbClr val="C00000"/>
                </a:solidFill>
                <a:latin typeface="Calibri"/>
              </a:rPr>
              <a:t>Indicadores y mejora</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F0/S0</a:t>
            </a:r>
            <a:endParaRPr lang="es-CL"/>
          </a:p>
          <a:p>
            <a:pPr algn="ctr"/>
            <a:r>
              <a:rPr lang="es-CL" sz="960" b="1">
                <a:solidFill>
                  <a:srgbClr val="00A6D6"/>
                </a:solidFill>
                <a:latin typeface="Calibri"/>
              </a:rPr>
              <a:t>Entradas de contexto</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524667741"/>
      </p:ext>
    </p:extLst>
  </p:cSld>
  <p:clrMapOvr>
    <a:masterClrMapping/>
  </p:clrMapOvr>
  <ns4:AlternateContent>
    <ns4:Choice Requires="p14">
      <p:transition ns3:dur="250">
        <p:fade/>
      </p:transition>
    </ns4:Choice>
    <ns4:Fallback>
      <p:transition>
        <p:fade/>
      </p:transition>
    </ns4:Fallback>
  </ns4:AlternateContent>
</p:sld>
</file>

<file path=ppt/slides/slide8.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58706FA1-A6EE-E634-DC01-5E6B8A6285DD}"/>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F0 / S0 | Entradas y contexto</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S0.1</a:t>
            </a:r>
            <a:endParaRPr lang="es-CL"/>
          </a:p>
          <a:p>
            <a:pPr algn="ctr"/>
            <a:r>
              <a:rPr lang="es-CL" sz="960" b="1">
                <a:solidFill>
                  <a:srgbClr val="00A6D6"/>
                </a:solidFill>
                <a:latin typeface="Calibri"/>
              </a:rPr>
              <a:t>Plan estratégico</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S0.2</a:t>
            </a:r>
            <a:endParaRPr lang="es-CL"/>
          </a:p>
          <a:p>
            <a:pPr algn="ctr"/>
            <a:r>
              <a:rPr lang="es-CL" sz="960" b="1">
                <a:solidFill>
                  <a:srgbClr val="00A6D6"/>
                </a:solidFill>
                <a:latin typeface="Calibri"/>
              </a:rPr>
              <a:t>Proyecciones operacionales</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S0.3</a:t>
            </a:r>
            <a:endParaRPr lang="es-CL"/>
          </a:p>
          <a:p>
            <a:pPr algn="ctr"/>
            <a:r>
              <a:rPr lang="es-CL" sz="960" b="1">
                <a:solidFill>
                  <a:srgbClr val="00A6D6"/>
                </a:solidFill>
                <a:latin typeface="Calibri"/>
              </a:rPr>
              <a:t>Presupuesto y marco legal</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S0.4</a:t>
            </a:r>
            <a:endParaRPr lang="es-CL"/>
          </a:p>
          <a:p>
            <a:pPr algn="ctr"/>
            <a:r>
              <a:rPr lang="es-CL" sz="960" b="1">
                <a:solidFill>
                  <a:srgbClr val="00A6D6"/>
                </a:solidFill>
                <a:latin typeface="Calibri"/>
              </a:rPr>
              <a:t>Convenios y petitorios</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554907803"/>
      </p:ext>
    </p:extLst>
  </p:cSld>
  <p:clrMapOvr>
    <a:masterClrMapping/>
  </p:clrMapOvr>
  <ns4:AlternateContent>
    <ns4:Choice Requires="p14">
      <p:transition ns3:dur="250">
        <p:fade/>
      </p:transition>
    </ns4:Choice>
    <ns4:Fallback>
      <p:transition>
        <p:fade/>
      </p:transition>
    </ns4:Fallback>
  </ns4:AlternateContent>
</p:sld>
</file>

<file path=ppt/slides/slide9.xml><?xml version="1.0" encoding="utf-8"?>
<p:sld xmlns:a="http://schemas.openxmlformats.org/drawingml/2006/main" xmlns:ns2="http://schemas.microsoft.com/office/drawing/2014/main" xmlns:ns3="http://schemas.microsoft.com/office/powerpoint/2010/main" xmlns:ns4="http://schemas.openxmlformats.org/markup-compatibility/2006" xmlns:ns5="http://schemas.microsoft.com/office/powerpoint/2018/8/main" xmlns:p="http://schemas.openxmlformats.org/presentationml/2006/main" xmlns:r="http://schemas.openxmlformats.org/officeDocument/2006/relationships">
  <p:cSld>
    <p:spTree>
      <p:nvGrpSpPr>
        <p:cNvPr id="1" name="">
          <a:extLst>
            <a:ext uri="{FF2B5EF4-FFF2-40B4-BE49-F238E27FC236}">
              <ns2:creationId id="{3A55B2EA-945E-B97D-75FA-8E9D5642B982}"/>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P1 | Compensaciones y beneficios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a:t>
            </a:r>
            <a:endParaRPr lang="es-CL"/>
          </a:p>
          <a:p>
            <a:pPr algn="ctr"/>
            <a:r>
              <a:rPr lang="es-CL" sz="960" b="1">
                <a:solidFill>
                  <a:srgbClr val="C00000"/>
                </a:solidFill>
                <a:latin typeface="Calibri"/>
              </a:rPr>
              <a:t>Estructura de compensaciones</a:t>
            </a:r>
            <a:endParaRPr lang="es-CL"/>
          </a:p>
        </p:txBody>
      </p:sp>
      <p:sp>
        <p:nvSpPr>
          <p:cNvPr id="12" name="Card"/>
          <p:cNvSpPr/>
          <p:nvPr/>
        </p:nvSpPr>
        <p:spPr>
          <a:xfrm>
            <a:off x="4324450" y="1800000"/>
            <a:ext cx="354445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F14</a:t>
            </a:r>
            <a:endParaRPr lang="es-CL"/>
          </a:p>
          <a:p>
            <a:pPr algn="ctr"/>
            <a:r>
              <a:rPr lang="es-CL" sz="960" b="1">
                <a:solidFill>
                  <a:srgbClr val="FFFFFF"/>
                </a:solidFill>
                <a:latin typeface="Calibri"/>
              </a:rPr>
              <a:t>Remuneración y beneficios</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a:t>
            </a:r>
            <a:endParaRPr lang="es-CL"/>
          </a:p>
          <a:p>
            <a:pPr algn="ctr"/>
            <a:r>
              <a:rPr lang="es-CL" sz="960" b="1">
                <a:solidFill>
                  <a:srgbClr val="00A6D6"/>
                </a:solidFill>
                <a:latin typeface="Calibri"/>
              </a:rPr>
              <a:t>Nómina y asistencia</a:t>
            </a:r>
            <a:endParaRPr lang="es-CL"/>
          </a:p>
        </p:txBody>
      </p:sp>
      <p:sp>
        <p:nvSpPr>
          <p:cNvPr id="14"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540905938"/>
      </p:ext>
    </p:extLst>
  </p:cSld>
  <p:clrMapOvr>
    <a:masterClrMapping/>
  </p:clrMapOvr>
  <ns4:AlternateContent>
    <ns4:Choice Requires="p14">
      <p:transition ns3:dur="250">
        <p:fade/>
      </p:transition>
    </ns4:Choice>
    <ns4:Fallback>
      <p:transition>
        <p:fade/>
      </p:transition>
    </ns4:Fallback>
  </ns4:AlternateContent>
  <p:extLst>
    <p:ext uri="{6950BFC3-D8DA-4A85-94F7-54DA5524770B}">
      <ns5:commentRel r:id="rId4"/>
    </p:ext>
  </p:extLst>
</p:sld>
</file>

<file path=ppt/slides/slide10.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14C68F04-2DEA-0FB8-CC85-67CAB2FFFCC2}"/>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 | Estructura de compensaciones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F2 · Subprocesos propuestos</a:t>
            </a:r>
            <a:endParaRPr lang="es-CL"/>
          </a:p>
        </p:txBody>
      </p:sp>
      <p:sp>
        <p:nvSpPr>
          <p:cNvPr id="11" name="Card"/>
          <p:cNvSpPr/>
          <p:nvPr/>
        </p:nvSpPr>
        <p:spPr>
          <a:xfrm>
            <a:off x="630000" y="2650000"/>
            <a:ext cx="2650837"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F2.1</a:t>
            </a:r>
            <a:endParaRPr lang="es-CL"/>
          </a:p>
          <a:p>
            <a:pPr algn="ctr"/>
            <a:r>
              <a:rPr lang="es-CL" sz="960" b="1">
                <a:solidFill>
                  <a:srgbClr val="C00000"/>
                </a:solidFill>
                <a:latin typeface="Calibri"/>
              </a:rPr>
              <a:t>Benchmark</a:t>
            </a:r>
            <a:endParaRPr lang="es-CL"/>
          </a:p>
        </p:txBody>
      </p:sp>
      <p:sp>
        <p:nvSpPr>
          <p:cNvPr id="12" name="Arrow"/>
          <p:cNvSpPr/>
          <p:nvPr/>
        </p:nvSpPr>
        <p:spPr>
          <a:xfrm>
            <a:off x="3295837"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3" name="Card"/>
          <p:cNvSpPr/>
          <p:nvPr/>
        </p:nvSpPr>
        <p:spPr>
          <a:xfrm>
            <a:off x="3390837" y="2650000"/>
            <a:ext cx="2650837"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F2.2</a:t>
            </a:r>
            <a:endParaRPr lang="es-CL"/>
          </a:p>
          <a:p>
            <a:pPr algn="ctr"/>
            <a:r>
              <a:rPr lang="es-CL" sz="960" b="1">
                <a:solidFill>
                  <a:srgbClr val="C00000"/>
                </a:solidFill>
                <a:latin typeface="Calibri"/>
              </a:rPr>
              <a:t>Valoración y bandas</a:t>
            </a:r>
            <a:endParaRPr lang="es-CL"/>
          </a:p>
        </p:txBody>
      </p:sp>
      <p:sp>
        <p:nvSpPr>
          <p:cNvPr id="14" name="Arrow"/>
          <p:cNvSpPr/>
          <p:nvPr/>
        </p:nvSpPr>
        <p:spPr>
          <a:xfrm>
            <a:off x="6056674"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5" name="Card"/>
          <p:cNvSpPr/>
          <p:nvPr/>
        </p:nvSpPr>
        <p:spPr>
          <a:xfrm>
            <a:off x="6151674" y="2650000"/>
            <a:ext cx="2650837"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F2.3</a:t>
            </a:r>
            <a:endParaRPr lang="es-CL"/>
          </a:p>
          <a:p>
            <a:pPr algn="ctr"/>
            <a:r>
              <a:rPr lang="es-CL" sz="960" b="1">
                <a:solidFill>
                  <a:srgbClr val="C00000"/>
                </a:solidFill>
                <a:latin typeface="Calibri"/>
              </a:rPr>
              <a:t>Diseño y presupuesto</a:t>
            </a:r>
            <a:endParaRPr lang="es-CL"/>
          </a:p>
        </p:txBody>
      </p:sp>
      <p:sp>
        <p:nvSpPr>
          <p:cNvPr id="16" name="Arrow"/>
          <p:cNvSpPr/>
          <p:nvPr/>
        </p:nvSpPr>
        <p:spPr>
          <a:xfrm>
            <a:off x="8817511"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7" name="Card"/>
          <p:cNvSpPr/>
          <p:nvPr/>
        </p:nvSpPr>
        <p:spPr>
          <a:xfrm>
            <a:off x="8912511" y="2650000"/>
            <a:ext cx="2650837"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F2.4</a:t>
            </a:r>
            <a:endParaRPr lang="es-CL"/>
          </a:p>
          <a:p>
            <a:pPr algn="ctr"/>
            <a:r>
              <a:rPr lang="es-CL" sz="960" b="1">
                <a:solidFill>
                  <a:srgbClr val="C00000"/>
                </a:solidFill>
                <a:latin typeface="Calibri"/>
              </a:rPr>
              <a:t>Aprobación y actualización</a:t>
            </a:r>
            <a:endParaRPr lang="es-CL"/>
          </a:p>
        </p:txBody>
      </p:sp>
      <p:sp>
        <p:nvSpPr>
          <p:cNvPr id="18"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328589410"/>
      </p:ext>
    </p:extLst>
  </p:cSld>
  <p:clrMapOvr>
    <a:masterClrMapping/>
  </p:clrMapOvr>
  <ns4:AlternateContent>
    <ns4:Choice Requires="p14">
      <p:transition ns3:dur="250">
        <p:fade/>
      </p:transition>
    </ns4:Choice>
    <ns4:Fallback>
      <p:transition>
        <p:fade/>
      </p:transition>
    </ns4:Fallback>
  </ns4:AlternateContent>
</p:sld>
</file>

<file path=ppt/slides/slide1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D1D0CC91-8E16-58B0-121A-9AF7BB27C278}"/>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F2.1–F2.2 | Mercado, valoración y bandas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F2.1</a:t>
            </a:r>
            <a:endParaRPr lang="es-CL"/>
          </a:p>
          <a:p>
            <a:pPr algn="ctr"/>
            <a:r>
              <a:rPr lang="es-CL" sz="850" b="1">
                <a:solidFill>
                  <a:srgbClr val="C00000"/>
                </a:solidFill>
                <a:latin typeface="Calibri"/>
              </a:rPr>
              <a:t>Benchmark remuneracional</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Encuestas · mercado · job matching</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F2.2</a:t>
            </a:r>
            <a:endParaRPr lang="es-CL"/>
          </a:p>
          <a:p>
            <a:pPr algn="ctr"/>
            <a:r>
              <a:rPr lang="es-CL" sz="850" b="1">
                <a:solidFill>
                  <a:srgbClr val="C00000"/>
                </a:solidFill>
                <a:latin typeface="Calibri"/>
              </a:rPr>
              <a:t>Valoración del cargo</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Sueldos internos · grado · código de posición</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F2.2</a:t>
            </a:r>
            <a:endParaRPr lang="es-CL"/>
          </a:p>
          <a:p>
            <a:pPr algn="ctr"/>
            <a:r>
              <a:rPr lang="es-CL" sz="850" b="1">
                <a:solidFill>
                  <a:srgbClr val="C00000"/>
                </a:solidFill>
                <a:latin typeface="Calibri"/>
              </a:rPr>
              <a:t>Bandas de renta</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Análisis · banda por grado</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878863664"/>
      </p:ext>
    </p:extLst>
  </p:cSld>
  <p:clrMapOvr>
    <a:masterClrMapping/>
  </p:clrMapOvr>
  <ns4:AlternateContent>
    <ns4:Choice Requires="p14">
      <p:transition ns3:dur="250">
        <p:fade/>
      </p:transition>
    </ns4:Choice>
    <ns4:Fallback>
      <p:transition>
        <p:fade/>
      </p:transition>
    </ns4:Fallback>
  </ns4:AlternateContent>
</p:sld>
</file>

<file path=ppt/slides/slide12.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F2.3–F2.4 | Diseño y actualización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F2.3</a:t>
            </a:r>
            <a:endParaRPr lang="es-CL"/>
          </a:p>
          <a:p>
            <a:pPr algn="ctr"/>
            <a:r>
              <a:rPr lang="es-CL" sz="850" b="1">
                <a:solidFill>
                  <a:srgbClr val="C00000"/>
                </a:solidFill>
                <a:latin typeface="Calibri"/>
              </a:rPr>
              <a:t>Diseño y consistencia presupuestaria</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Revisar bandas contra presupuesto</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F2.4</a:t>
            </a:r>
            <a:endParaRPr lang="es-CL"/>
          </a:p>
          <a:p>
            <a:pPr algn="ctr"/>
            <a:r>
              <a:rPr lang="es-CL" sz="850" b="1">
                <a:solidFill>
                  <a:srgbClr val="C00000"/>
                </a:solidFill>
                <a:latin typeface="Calibri"/>
              </a:rPr>
              <a:t>Aprobar y publicar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Validar · aprobar · publicar rangos</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F2.4</a:t>
            </a:r>
            <a:endParaRPr lang="es-CL"/>
          </a:p>
          <a:p>
            <a:pPr algn="ctr"/>
            <a:r>
              <a:rPr lang="es-CL" sz="850" b="1">
                <a:solidFill>
                  <a:srgbClr val="C00000"/>
                </a:solidFill>
                <a:latin typeface="Calibri"/>
              </a:rPr>
              <a:t>Actualizar marco</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Revalorizar grados · administrar transversalmente</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3721974856"/>
      </p:ext>
    </p:extLst>
  </p:cSld>
  <p:clrMapOvr>
    <a:masterClrMapping/>
  </p:clrMapOvr>
  <ns3:AlternateContent>
    <ns3:Choice Requires="p14">
      <p:transition ns2:dur="250">
        <p:fade/>
      </p:transition>
    </ns3:Choice>
    <ns3:Fallback>
      <p:transition>
        <p:fade/>
      </p:transition>
    </ns3:Fallback>
  </ns3:AlternateContent>
</p:sld>
</file>

<file path=ppt/slides/slide13.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6FE734AC-0A7E-4C8B-188A-3989F6A4FD41}"/>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F14 | Remuneración y beneficios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F14 · Estructura preliminar</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F14.1</a:t>
            </a:r>
            <a:endParaRPr lang="es-CL"/>
          </a:p>
          <a:p>
            <a:pPr algn="ctr"/>
            <a:r>
              <a:rPr lang="es-CL" sz="850" b="1">
                <a:solidFill>
                  <a:srgbClr val="C00000"/>
                </a:solidFill>
                <a:latin typeface="Calibri"/>
              </a:rPr>
              <a:t>Remuneración</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Mérito · equidad · mercado · promoción</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F14.2</a:t>
            </a:r>
            <a:endParaRPr lang="es-CL"/>
          </a:p>
          <a:p>
            <a:pPr algn="ctr"/>
            <a:r>
              <a:rPr lang="es-CL" sz="850" b="1">
                <a:solidFill>
                  <a:srgbClr val="C00000"/>
                </a:solidFill>
                <a:latin typeface="Calibri"/>
              </a:rPr>
              <a:t>Beneficios</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Revisar y administrar beneficios</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393607398"/>
      </p:ext>
    </p:extLst>
  </p:cSld>
  <p:clrMapOvr>
    <a:masterClrMapping/>
  </p:clrMapOvr>
  <ns4:AlternateContent>
    <ns4:Choice Requires="p14">
      <p:transition ns3:dur="250">
        <p:fade/>
      </p:transition>
    </ns4:Choice>
    <ns4:Fallback>
      <p:transition>
        <p:fade/>
      </p:transition>
    </ns4:Fallback>
  </ns4:AlternateContent>
</p:sld>
</file>

<file path=ppt/slides/slide14.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B31CF868-219B-AFC0-B2A2-FBDD20BDB8C2}"/>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F15 | Nómina y asistencia</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F15.1</a:t>
            </a:r>
            <a:endParaRPr lang="es-CL"/>
          </a:p>
          <a:p>
            <a:pPr algn="ctr"/>
            <a:r>
              <a:rPr lang="es-CL" sz="960" b="1">
                <a:solidFill>
                  <a:srgbClr val="00A6D6"/>
                </a:solidFill>
                <a:latin typeface="Calibri"/>
              </a:rPr>
              <a:t>Administrar nómina</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F15.2</a:t>
            </a:r>
            <a:endParaRPr lang="es-CL"/>
          </a:p>
          <a:p>
            <a:pPr algn="ctr"/>
            <a:r>
              <a:rPr lang="es-CL" sz="960" b="1">
                <a:solidFill>
                  <a:srgbClr val="00A6D6"/>
                </a:solidFill>
                <a:latin typeface="Calibri"/>
              </a:rPr>
              <a:t>Tiempo y asistencia</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F15.3</a:t>
            </a:r>
            <a:endParaRPr lang="es-CL"/>
          </a:p>
          <a:p>
            <a:pPr algn="ctr"/>
            <a:r>
              <a:rPr lang="es-CL" sz="960" b="1">
                <a:solidFill>
                  <a:srgbClr val="00A6D6"/>
                </a:solidFill>
                <a:latin typeface="Calibri"/>
              </a:rPr>
              <a:t>Controles y excepciones</a:t>
            </a:r>
            <a:endParaRPr lang="es-CL"/>
          </a:p>
        </p:txBody>
      </p:sp>
      <p:sp>
        <p:nvSpPr>
          <p:cNvPr id="14"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4290276699"/>
      </p:ext>
    </p:extLst>
  </p:cSld>
  <p:clrMapOvr>
    <a:masterClrMapping/>
  </p:clrMapOvr>
  <ns4:AlternateContent>
    <ns4:Choice Requires="p14">
      <p:transition ns3:dur="250">
        <p:fade/>
      </p:transition>
    </ns4:Choice>
    <ns4:Fallback>
      <p:transition>
        <p:fade/>
      </p:transition>
    </ns4:Fallback>
  </ns4:AlternateContent>
</p:sld>
</file>

<file path=ppt/slides/slide15.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07C508B-F392-CBE4-93DA-A67833CC741F}"/>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P2 | Atracción, selección e incorporación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Card"/>
          <p:cNvSpPr/>
          <p:nvPr/>
        </p:nvSpPr>
        <p:spPr>
          <a:xfrm>
            <a:off x="630000" y="1800000"/>
            <a:ext cx="354445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F3</a:t>
            </a:r>
            <a:endParaRPr lang="es-CL"/>
          </a:p>
          <a:p>
            <a:pPr algn="ctr"/>
            <a:r>
              <a:rPr lang="es-CL" sz="960" b="1">
                <a:solidFill>
                  <a:srgbClr val="FFFFFF"/>
                </a:solidFill>
                <a:latin typeface="Calibri"/>
              </a:rPr>
              <a:t>Requisición y apertura</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F4–F5</a:t>
            </a:r>
            <a:endParaRPr lang="es-CL"/>
          </a:p>
          <a:p>
            <a:pPr algn="ctr"/>
            <a:r>
              <a:rPr lang="es-CL" sz="960" b="1">
                <a:solidFill>
                  <a:srgbClr val="C00000"/>
                </a:solidFill>
                <a:latin typeface="Calibri"/>
              </a:rPr>
              <a:t>Reclutamiento y preselección</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F6–F7</a:t>
            </a:r>
            <a:endParaRPr lang="es-CL"/>
          </a:p>
          <a:p>
            <a:pPr algn="ctr"/>
            <a:r>
              <a:rPr lang="es-CL" sz="960" b="1">
                <a:solidFill>
                  <a:srgbClr val="C00000"/>
                </a:solidFill>
                <a:latin typeface="Calibri"/>
              </a:rPr>
              <a:t>Evaluación y selección</a:t>
            </a:r>
            <a:endParaRPr lang="es-CL"/>
          </a:p>
        </p:txBody>
      </p:sp>
      <p:sp>
        <p:nvSpPr>
          <p:cNvPr id="14" name="Card"/>
          <p:cNvSpPr/>
          <p:nvPr/>
        </p:nvSpPr>
        <p:spPr>
          <a:xfrm>
            <a:off x="630000" y="30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F8–F9</a:t>
            </a:r>
            <a:endParaRPr lang="es-CL"/>
          </a:p>
          <a:p>
            <a:pPr algn="ctr"/>
            <a:r>
              <a:rPr lang="es-CL" sz="960" b="1">
                <a:solidFill>
                  <a:srgbClr val="C00000"/>
                </a:solidFill>
                <a:latin typeface="Calibri"/>
              </a:rPr>
              <a:t>Contratación</a:t>
            </a:r>
            <a:endParaRPr lang="es-CL"/>
          </a:p>
        </p:txBody>
      </p:sp>
      <p:sp>
        <p:nvSpPr>
          <p:cNvPr id="15" name="Card"/>
          <p:cNvSpPr/>
          <p:nvPr/>
        </p:nvSpPr>
        <p:spPr>
          <a:xfrm>
            <a:off x="4324450" y="30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F10</a:t>
            </a:r>
            <a:endParaRPr lang="es-CL"/>
          </a:p>
          <a:p>
            <a:pPr algn="ctr"/>
            <a:r>
              <a:rPr lang="es-CL" sz="960" b="1">
                <a:solidFill>
                  <a:srgbClr val="C00000"/>
                </a:solidFill>
                <a:latin typeface="Calibri"/>
              </a:rPr>
              <a:t>Onboarding</a:t>
            </a:r>
            <a:endParaRPr lang="es-CL"/>
          </a:p>
        </p:txBody>
      </p:sp>
      <p:sp>
        <p:nvSpPr>
          <p:cNvPr id="16"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4096494634"/>
      </p:ext>
    </p:extLst>
  </p:cSld>
  <p:clrMapOvr>
    <a:masterClrMapping/>
  </p:clrMapOvr>
  <ns4:AlternateContent>
    <ns4:Choice Requires="p14">
      <p:transition ns3:dur="250">
        <p:fade/>
      </p:transition>
    </ns4:Choice>
    <ns4:Fallback>
      <p:transition>
        <p:fade/>
      </p:transition>
    </ns4:Fallback>
  </ns4:AlternateContent>
</p:sld>
</file>

<file path=ppt/slides/slide1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645A4AF6-A15C-44D9-1875-6FA6BB9DF79F}"/>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P2 | Pipeline operativo</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F3–F10 · Pipeline de incorporación</a:t>
            </a:r>
            <a:endParaRPr lang="es-CL"/>
          </a:p>
        </p:txBody>
      </p:sp>
      <p:sp>
        <p:nvSpPr>
          <p:cNvPr id="11" name="Card"/>
          <p:cNvSpPr/>
          <p:nvPr/>
        </p:nvSpPr>
        <p:spPr>
          <a:xfrm>
            <a:off x="630000" y="2650000"/>
            <a:ext cx="209867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F3</a:t>
            </a:r>
            <a:endParaRPr lang="es-CL"/>
          </a:p>
          <a:p>
            <a:pPr algn="ctr"/>
            <a:r>
              <a:rPr lang="es-CL" sz="960" b="1">
                <a:solidFill>
                  <a:srgbClr val="FFFFFF"/>
                </a:solidFill>
                <a:latin typeface="Calibri"/>
              </a:rPr>
              <a:t>Vacante</a:t>
            </a:r>
            <a:endParaRPr lang="es-CL"/>
          </a:p>
        </p:txBody>
      </p:sp>
      <p:sp>
        <p:nvSpPr>
          <p:cNvPr id="12" name="Arrow"/>
          <p:cNvSpPr/>
          <p:nvPr/>
        </p:nvSpPr>
        <p:spPr>
          <a:xfrm>
            <a:off x="2743670" y="3060000"/>
            <a:ext cx="80000" cy="200000"/>
          </a:xfrm>
          <a:prstGeom prst="rect">
            <a:avLst/>
          </a:prstGeom>
          <a:noFill/>
          <a:ln w="12700">
            <a:noFill/>
          </a:ln>
        </p:spPr>
        <p:txBody>
          <a:bodyPr wrap="square" lIns="60000" rIns="60000" tIns="60000" bIns="60000" anchor="ctr"/>
          <a:lstStyle/>
          <a:p>
            <a:pPr algn="ctr"/>
            <a:r>
              <a:rPr lang="es-CL" sz="1600" b="1">
                <a:solidFill>
                  <a:srgbClr val="7E766C"/>
                </a:solidFill>
                <a:latin typeface="Calibri"/>
              </a:rPr>
              <a:t>›</a:t>
            </a:r>
            <a:endParaRPr lang="es-CL"/>
          </a:p>
        </p:txBody>
      </p:sp>
      <p:sp>
        <p:nvSpPr>
          <p:cNvPr id="13" name="Card"/>
          <p:cNvSpPr/>
          <p:nvPr/>
        </p:nvSpPr>
        <p:spPr>
          <a:xfrm>
            <a:off x="2838670" y="2650000"/>
            <a:ext cx="209867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F4–F5</a:t>
            </a:r>
            <a:endParaRPr lang="es-CL"/>
          </a:p>
          <a:p>
            <a:pPr algn="ctr"/>
            <a:r>
              <a:rPr lang="es-CL" sz="960" b="1">
                <a:solidFill>
                  <a:srgbClr val="C00000"/>
                </a:solidFill>
                <a:latin typeface="Calibri"/>
              </a:rPr>
              <a:t>Preselección</a:t>
            </a:r>
            <a:endParaRPr lang="es-CL"/>
          </a:p>
        </p:txBody>
      </p:sp>
      <p:sp>
        <p:nvSpPr>
          <p:cNvPr id="14" name="Arrow"/>
          <p:cNvSpPr/>
          <p:nvPr/>
        </p:nvSpPr>
        <p:spPr>
          <a:xfrm>
            <a:off x="4952340"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5" name="Card"/>
          <p:cNvSpPr/>
          <p:nvPr/>
        </p:nvSpPr>
        <p:spPr>
          <a:xfrm>
            <a:off x="5047340" y="2650000"/>
            <a:ext cx="209867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F6–F7</a:t>
            </a:r>
            <a:endParaRPr lang="es-CL"/>
          </a:p>
          <a:p>
            <a:pPr algn="ctr"/>
            <a:r>
              <a:rPr lang="es-CL" sz="960" b="1">
                <a:solidFill>
                  <a:srgbClr val="C00000"/>
                </a:solidFill>
                <a:latin typeface="Calibri"/>
              </a:rPr>
              <a:t>Selección</a:t>
            </a:r>
            <a:endParaRPr lang="es-CL"/>
          </a:p>
        </p:txBody>
      </p:sp>
      <p:sp>
        <p:nvSpPr>
          <p:cNvPr id="16" name="Arrow"/>
          <p:cNvSpPr/>
          <p:nvPr/>
        </p:nvSpPr>
        <p:spPr>
          <a:xfrm>
            <a:off x="7161010"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7" name="Card"/>
          <p:cNvSpPr/>
          <p:nvPr/>
        </p:nvSpPr>
        <p:spPr>
          <a:xfrm>
            <a:off x="7256010" y="2650000"/>
            <a:ext cx="209867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F8–F9</a:t>
            </a:r>
            <a:endParaRPr lang="es-CL"/>
          </a:p>
          <a:p>
            <a:pPr algn="ctr"/>
            <a:r>
              <a:rPr lang="es-CL" sz="960" b="1">
                <a:solidFill>
                  <a:srgbClr val="C00000"/>
                </a:solidFill>
                <a:latin typeface="Calibri"/>
              </a:rPr>
              <a:t>Contratación</a:t>
            </a:r>
            <a:endParaRPr lang="es-CL"/>
          </a:p>
        </p:txBody>
      </p:sp>
      <p:sp>
        <p:nvSpPr>
          <p:cNvPr id="18" name="Arrow"/>
          <p:cNvSpPr/>
          <p:nvPr/>
        </p:nvSpPr>
        <p:spPr>
          <a:xfrm>
            <a:off x="9369680"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9" name="Card"/>
          <p:cNvSpPr/>
          <p:nvPr/>
        </p:nvSpPr>
        <p:spPr>
          <a:xfrm>
            <a:off x="9464680" y="2650000"/>
            <a:ext cx="209867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F10</a:t>
            </a:r>
            <a:endParaRPr lang="es-CL"/>
          </a:p>
          <a:p>
            <a:pPr algn="ctr"/>
            <a:r>
              <a:rPr lang="es-CL" sz="960" b="1">
                <a:solidFill>
                  <a:srgbClr val="C00000"/>
                </a:solidFill>
                <a:latin typeface="Calibri"/>
              </a:rPr>
              <a:t>Onboarding</a:t>
            </a:r>
            <a:endParaRPr lang="es-CL"/>
          </a:p>
        </p:txBody>
      </p:sp>
      <p:sp>
        <p:nvSpPr>
          <p:cNvPr id="20"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578362141"/>
      </p:ext>
    </p:extLst>
  </p:cSld>
  <p:clrMapOvr>
    <a:masterClrMapping/>
  </p:clrMapOvr>
  <ns4:AlternateContent>
    <ns4:Choice Requires="p14">
      <p:transition ns3:dur="250">
        <p:fade/>
      </p:transition>
    </ns4:Choice>
    <ns4:Fallback>
      <p:transition>
        <p:fade/>
      </p:transition>
    </ns4:Fallback>
  </ns4:AlternateContent>
</p:sld>
</file>

<file path=ppt/slides/slide17.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BD6B806D-C267-F11E-ACA5-2C9A483F335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F3 | Requisición y apertura</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F3 · Subproceso levantado</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Validar necesidad</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Vacante · cargo · urgencia</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Configurar apertura</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Rango · perfil · condiciones · posición</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Definir búsqueda</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Fuentes · modalidad · oferta</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383561884"/>
      </p:ext>
    </p:extLst>
  </p:cSld>
  <p:clrMapOvr>
    <a:masterClrMapping/>
  </p:clrMapOvr>
  <ns4:AlternateContent>
    <ns4:Choice Requires="p14">
      <p:transition ns3:dur="250">
        <p:fade/>
      </p:transition>
    </ns4:Choice>
    <ns4:Fallback>
      <p:transition>
        <p:fade/>
      </p:transition>
    </ns4:Fallback>
  </ns4:AlternateContent>
</p:sld>
</file>

<file path=ppt/slides/slide18.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F4–F5 | Reclutamiento y preselección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F4</a:t>
            </a:r>
            <a:endParaRPr lang="es-CL"/>
          </a:p>
          <a:p>
            <a:pPr algn="ctr"/>
            <a:r>
              <a:rPr lang="es-CL" sz="850" b="1">
                <a:solidFill>
                  <a:srgbClr val="FFFFFF"/>
                </a:solidFill>
                <a:latin typeface="Calibri"/>
              </a:rPr>
              <a:t>Reclutar y filtrar CV</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Compliance · publicación · postulaciones · filtro</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F5</a:t>
            </a:r>
            <a:endParaRPr lang="es-CL"/>
          </a:p>
          <a:p>
            <a:pPr algn="ctr"/>
            <a:r>
              <a:rPr lang="es-CL" sz="850" b="1">
                <a:solidFill>
                  <a:srgbClr val="FFFFFF"/>
                </a:solidFill>
                <a:latin typeface="Calibri"/>
              </a:rPr>
              <a:t>Revisión de jefatura</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Preselección · segunda entrega · avance</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331656951"/>
      </p:ext>
    </p:extLst>
  </p:cSld>
  <p:clrMapOvr>
    <a:masterClrMapping/>
  </p:clrMapOvr>
  <ns3:AlternateContent>
    <ns3:Choice Requires="p14">
      <p:transition ns2:dur="250">
        <p:fade/>
      </p:transition>
    </ns3:Choice>
    <ns3:Fallback>
      <p:transition>
        <p:fade/>
      </p:transition>
    </ns3:Fallback>
  </ns3:AlternateContent>
</p:sld>
</file>

<file path=ppt/slides/slide19.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C45753E6-411B-C6F3-90E9-88B1DD0D04B1}"/>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F6–F7 | Evaluación y selección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F6</a:t>
            </a:r>
            <a:endParaRPr lang="es-CL"/>
          </a:p>
          <a:p>
            <a:pPr algn="ctr"/>
            <a:r>
              <a:rPr lang="es-CL" sz="850" b="1">
                <a:solidFill>
                  <a:srgbClr val="FFFFFF"/>
                </a:solidFill>
                <a:latin typeface="Calibri"/>
              </a:rPr>
              <a:t>Evaluación psicolaboral</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Entrevista · pruebas · referencias · informe</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F7</a:t>
            </a:r>
            <a:endParaRPr lang="es-CL"/>
          </a:p>
          <a:p>
            <a:pPr algn="ctr"/>
            <a:r>
              <a:rPr lang="es-CL" sz="850" b="1">
                <a:solidFill>
                  <a:srgbClr val="FFFFFF"/>
                </a:solidFill>
                <a:latin typeface="Calibri"/>
              </a:rPr>
              <a:t>Entrevista área solicitante</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Entrevista · decisión · ruta PcD</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4012120767"/>
      </p:ext>
    </p:extLst>
  </p:cSld>
  <p:clrMapOvr>
    <a:masterClrMapping/>
  </p:clrMapOvr>
  <ns4:AlternateContent>
    <ns4:Choice Requires="p14">
      <p:transition ns3:dur="250">
        <p:fade/>
      </p:transition>
    </ns4:Choice>
    <ns4:Fallback>
      <p:transition>
        <p:fade/>
      </p:transition>
    </ns4:Fallback>
  </ns4:AlternateContent>
</p:sld>
</file>

<file path=ppt/slides/slide20.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676F3631-BB1C-D886-8E58-8B009EFB4A37}"/>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F8–F9 | Validación y contratación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F8</a:t>
            </a:r>
            <a:endParaRPr lang="es-CL"/>
          </a:p>
          <a:p>
            <a:pPr algn="ctr"/>
            <a:r>
              <a:rPr lang="es-CL" sz="850" b="1">
                <a:solidFill>
                  <a:srgbClr val="FFFFFF"/>
                </a:solidFill>
                <a:latin typeface="Calibri"/>
              </a:rPr>
              <a:t>Examen preocupacional</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Coordinar · revisar aptitud · cargar</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F9</a:t>
            </a:r>
            <a:endParaRPr lang="es-CL"/>
          </a:p>
          <a:p>
            <a:pPr algn="ctr"/>
            <a:r>
              <a:rPr lang="es-CL" sz="850" b="1">
                <a:solidFill>
                  <a:srgbClr val="FFFFFF"/>
                </a:solidFill>
                <a:latin typeface="Calibri"/>
              </a:rPr>
              <a:t>Carta oferta y contratación</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Oferta · contraoferta · firma · cierre SSFF</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812612278"/>
      </p:ext>
    </p:extLst>
  </p:cSld>
  <p:clrMapOvr>
    <a:masterClrMapping/>
  </p:clrMapOvr>
  <ns4:AlternateContent>
    <ns4:Choice Requires="p14">
      <p:transition ns3:dur="250">
        <p:fade/>
      </p:transition>
    </ns4:Choice>
    <ns4:Fallback>
      <p:transition>
        <p:fade/>
      </p:transition>
    </ns4:Fallback>
  </ns4:AlternateContent>
</p:sld>
</file>

<file path=ppt/slides/slide2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36F29A49-ED01-A20E-5825-ACA6739C2324}"/>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F10 | Onboarding e incorporación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Estructura propuesta</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F10.1</a:t>
            </a:r>
            <a:endParaRPr lang="es-CL"/>
          </a:p>
          <a:p>
            <a:pPr algn="ctr"/>
            <a:r>
              <a:rPr lang="es-CL" sz="960" b="1">
                <a:solidFill>
                  <a:srgbClr val="C00000"/>
                </a:solidFill>
                <a:latin typeface="Calibri"/>
              </a:rPr>
              <a:t>Ingreso y bienvenida</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F10.2</a:t>
            </a:r>
            <a:endParaRPr lang="es-CL"/>
          </a:p>
          <a:p>
            <a:pPr algn="ctr"/>
            <a:r>
              <a:rPr lang="es-CL" sz="960" b="1">
                <a:solidFill>
                  <a:srgbClr val="C00000"/>
                </a:solidFill>
                <a:latin typeface="Calibri"/>
              </a:rPr>
              <a:t>Inducción y habilitación inicial</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F10.3</a:t>
            </a:r>
            <a:endParaRPr lang="es-CL"/>
          </a:p>
          <a:p>
            <a:pPr algn="ctr"/>
            <a:r>
              <a:rPr lang="es-CL" sz="960" b="1">
                <a:solidFill>
                  <a:srgbClr val="C00000"/>
                </a:solidFill>
                <a:latin typeface="Calibri"/>
              </a:rPr>
              <a:t>Seguimiento y mejora</a:t>
            </a:r>
            <a:endParaRPr lang="es-CL"/>
          </a:p>
        </p:txBody>
      </p:sp>
      <p:sp>
        <p:nvSpPr>
          <p:cNvPr id="14"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23791645"/>
      </p:ext>
    </p:extLst>
  </p:cSld>
  <p:clrMapOvr>
    <a:masterClrMapping/>
  </p:clrMapOvr>
  <ns4:AlternateContent>
    <ns4:Choice Requires="p14">
      <p:transition ns3:dur="250">
        <p:fade/>
      </p:transition>
    </ns4:Choice>
    <ns4:Fallback>
      <p:transition>
        <p:fade/>
      </p:transition>
    </ns4:Fallback>
  </ns4:AlternateContent>
</p:sld>
</file>

<file path=ppt/slides/slide22.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P3 | Desarrollo organizacional y talento</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Agrupación propuesta</a:t>
            </a:r>
            <a:endParaRPr lang="es-CL"/>
          </a:p>
        </p:txBody>
      </p:sp>
      <p:sp>
        <p:nvSpPr>
          <p:cNvPr id="11" name="Card"/>
          <p:cNvSpPr/>
          <p:nvPr/>
        </p:nvSpPr>
        <p:spPr>
          <a:xfrm>
            <a:off x="630000" y="1800000"/>
            <a:ext cx="354445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F11</a:t>
            </a:r>
            <a:endParaRPr lang="es-CL"/>
          </a:p>
          <a:p>
            <a:pPr algn="ctr"/>
            <a:r>
              <a:rPr lang="es-CL" sz="960" b="1">
                <a:solidFill>
                  <a:srgbClr val="FFFFFF"/>
                </a:solidFill>
                <a:latin typeface="Calibri"/>
              </a:rPr>
              <a:t>Formación</a:t>
            </a:r>
            <a:endParaRPr lang="es-CL"/>
          </a:p>
        </p:txBody>
      </p:sp>
      <p:sp>
        <p:nvSpPr>
          <p:cNvPr id="12" name="Card"/>
          <p:cNvSpPr/>
          <p:nvPr/>
        </p:nvSpPr>
        <p:spPr>
          <a:xfrm>
            <a:off x="4324450" y="1800000"/>
            <a:ext cx="354445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F12</a:t>
            </a:r>
            <a:endParaRPr lang="es-CL"/>
          </a:p>
          <a:p>
            <a:pPr algn="ctr"/>
            <a:r>
              <a:rPr lang="es-CL" sz="960" b="1">
                <a:solidFill>
                  <a:srgbClr val="FFFFFF"/>
                </a:solidFill>
                <a:latin typeface="Calibri"/>
              </a:rPr>
              <a:t>Gestión del desempeño</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a:t>
            </a:r>
            <a:endParaRPr lang="es-CL"/>
          </a:p>
          <a:p>
            <a:pPr algn="ctr"/>
            <a:r>
              <a:rPr lang="es-CL" sz="960" b="1">
                <a:solidFill>
                  <a:srgbClr val="C00000"/>
                </a:solidFill>
                <a:latin typeface="Calibri"/>
              </a:rPr>
              <a:t>Carrera · sucesión · movilidad</a:t>
            </a:r>
            <a:endParaRPr lang="es-CL"/>
          </a:p>
        </p:txBody>
      </p:sp>
      <p:sp>
        <p:nvSpPr>
          <p:cNvPr id="14"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833729705"/>
      </p:ext>
    </p:extLst>
  </p:cSld>
  <p:clrMapOvr>
    <a:masterClrMapping/>
  </p:clrMapOvr>
  <ns3:AlternateContent>
    <ns3:Choice Requires="p14">
      <p:transition ns2:dur="250">
        <p:fade/>
      </p:transition>
    </ns3:Choice>
    <ns3:Fallback>
      <p:transition>
        <p:fade/>
      </p:transition>
    </ns3:Fallback>
  </ns3:AlternateContent>
</p:sld>
</file>

<file path=ppt/slides/slide23.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EC151683-1B9D-6745-627B-58BDB4E6F44D}"/>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F11 | Formación</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F11 · Subproceso levantado</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Diagnosticar brechas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Procedimientos · controles · tareas críticas</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Diseñar y ejecutar formación</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Programas · guías · e-learning · terreno</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Evaluar y habilitar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Rúbricas · calibración · refuerzo</a:t>
            </a:r>
            <a:endParaRPr lang="es-CL"/>
          </a:p>
        </p:txBody>
      </p:sp>
      <p:sp>
        <p:nvSpPr>
          <p:cNvPr id="17" name="Activity"/>
          <p:cNvSpPr/>
          <p:nvPr/>
        </p:nvSpPr>
        <p:spPr>
          <a:xfrm>
            <a:off x="630000" y="40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A4</a:t>
            </a:r>
            <a:endParaRPr lang="es-CL"/>
          </a:p>
          <a:p>
            <a:pPr algn="ctr"/>
            <a:r>
              <a:rPr lang="es-CL" sz="850" b="1">
                <a:solidFill>
                  <a:srgbClr val="FFFFFF"/>
                </a:solidFill>
                <a:latin typeface="Calibri"/>
              </a:rPr>
              <a:t>Medir eficacia</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KPI de habilitación y back-up</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785971529"/>
      </p:ext>
    </p:extLst>
  </p:cSld>
  <p:clrMapOvr>
    <a:masterClrMapping/>
  </p:clrMapOvr>
  <ns4:AlternateContent>
    <ns4:Choice Requires="p14">
      <p:transition ns3:dur="250">
        <p:fade/>
      </p:transition>
    </ns4:Choice>
    <ns4:Fallback>
      <p:transition>
        <p:fade/>
      </p:transition>
    </ns4:Fallback>
  </ns4:AlternateContent>
</p:sld>
</file>

<file path=ppt/slides/slide24.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9D713757-A723-399A-0AD0-EE495E74F600}"/>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F12 | Gestión del desempeño</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F12 · Subproceso levantado</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Planificar ciclo</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Calendario · objetivos · competencias</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Evaluar y calibrar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Autoevaluación · jefatura · calibración</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Retroalimentar y cerrar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Feedback · calificaciones · registro</a:t>
            </a:r>
            <a:endParaRPr lang="es-CL"/>
          </a:p>
        </p:txBody>
      </p:sp>
      <p:sp>
        <p:nvSpPr>
          <p:cNvPr id="17" name="Activity"/>
          <p:cNvSpPr/>
          <p:nvPr/>
        </p:nvSpPr>
        <p:spPr>
          <a:xfrm>
            <a:off x="630000" y="40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A4</a:t>
            </a:r>
            <a:endParaRPr lang="es-CL"/>
          </a:p>
          <a:p>
            <a:pPr algn="ctr"/>
            <a:r>
              <a:rPr lang="es-CL" sz="850" b="1">
                <a:solidFill>
                  <a:srgbClr val="FFFFFF"/>
                </a:solidFill>
                <a:latin typeface="Calibri"/>
              </a:rPr>
              <a:t>Desarrollar</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Compromisos · planes de desarrollo</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607719710"/>
      </p:ext>
    </p:extLst>
  </p:cSld>
  <p:clrMapOvr>
    <a:masterClrMapping/>
  </p:clrMapOvr>
  <ns4:AlternateContent>
    <ns4:Choice Requires="p14">
      <p:transition ns3:dur="250">
        <p:fade/>
      </p:transition>
    </ns4:Choice>
    <ns4:Fallback>
      <p:transition>
        <p:fade/>
      </p:transition>
    </ns4:Fallback>
  </ns4:AlternateContent>
</p:sld>
</file>

<file path=ppt/slides/slide25.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B820312-A204-91D1-657D-77C425687C73}"/>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F13 | Carrera, sucesión y movilidad</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Descomposición propuesta</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F13.1</a:t>
            </a:r>
            <a:endParaRPr lang="es-CL"/>
          </a:p>
          <a:p>
            <a:pPr algn="ctr"/>
            <a:r>
              <a:rPr lang="es-CL" sz="960" b="1">
                <a:solidFill>
                  <a:srgbClr val="C00000"/>
                </a:solidFill>
                <a:latin typeface="Calibri"/>
              </a:rPr>
              <a:t>Carrera</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F13.2</a:t>
            </a:r>
            <a:endParaRPr lang="es-CL"/>
          </a:p>
          <a:p>
            <a:pPr algn="ctr"/>
            <a:r>
              <a:rPr lang="es-CL" sz="960" b="1">
                <a:solidFill>
                  <a:srgbClr val="C00000"/>
                </a:solidFill>
                <a:latin typeface="Calibri"/>
              </a:rPr>
              <a:t>Sucesión</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F13.3</a:t>
            </a:r>
            <a:endParaRPr lang="es-CL"/>
          </a:p>
          <a:p>
            <a:pPr algn="ctr"/>
            <a:r>
              <a:rPr lang="es-CL" sz="960" b="1">
                <a:solidFill>
                  <a:srgbClr val="C00000"/>
                </a:solidFill>
                <a:latin typeface="Calibri"/>
              </a:rPr>
              <a:t>Movilidad</a:t>
            </a:r>
            <a:endParaRPr lang="es-CL"/>
          </a:p>
        </p:txBody>
      </p:sp>
      <p:sp>
        <p:nvSpPr>
          <p:cNvPr id="14" name="Card"/>
          <p:cNvSpPr/>
          <p:nvPr/>
        </p:nvSpPr>
        <p:spPr>
          <a:xfrm>
            <a:off x="630000" y="30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F13.4</a:t>
            </a:r>
            <a:endParaRPr lang="es-CL"/>
          </a:p>
          <a:p>
            <a:pPr algn="ctr"/>
            <a:r>
              <a:rPr lang="es-CL" sz="960" b="1">
                <a:solidFill>
                  <a:srgbClr val="C00000"/>
                </a:solidFill>
                <a:latin typeface="Calibri"/>
              </a:rPr>
              <a:t>Back-up y desarrollo</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858349182"/>
      </p:ext>
    </p:extLst>
  </p:cSld>
  <p:clrMapOvr>
    <a:masterClrMapping/>
  </p:clrMapOvr>
  <ns4:AlternateContent>
    <ns4:Choice Requires="p14">
      <p:transition ns3:dur="250">
        <p:fade/>
      </p:transition>
    </ns4:Choice>
    <ns4:Fallback>
      <p:transition>
        <p:fade/>
      </p:transition>
    </ns4:Fallback>
  </ns4:AlternateContent>
</p:sld>
</file>

<file path=ppt/slides/slide2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32C59A14-73BA-99FD-2D68-6CFFB4843C07}"/>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F16 | Clima, experiencia y retención</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F16.1</a:t>
            </a:r>
            <a:endParaRPr lang="es-CL"/>
          </a:p>
          <a:p>
            <a:pPr algn="ctr"/>
            <a:r>
              <a:rPr lang="es-CL" sz="960" b="1">
                <a:solidFill>
                  <a:srgbClr val="00A6D6"/>
                </a:solidFill>
                <a:latin typeface="Calibri"/>
              </a:rPr>
              <a:t>Escucha y medición</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F16.2</a:t>
            </a:r>
            <a:endParaRPr lang="es-CL"/>
          </a:p>
          <a:p>
            <a:pPr algn="ctr"/>
            <a:r>
              <a:rPr lang="es-CL" sz="960" b="1">
                <a:solidFill>
                  <a:srgbClr val="00A6D6"/>
                </a:solidFill>
                <a:latin typeface="Calibri"/>
              </a:rPr>
              <a:t>Análisis y reporte</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F16.3</a:t>
            </a:r>
            <a:endParaRPr lang="es-CL"/>
          </a:p>
          <a:p>
            <a:pPr algn="ctr"/>
            <a:r>
              <a:rPr lang="es-CL" sz="960" b="1">
                <a:solidFill>
                  <a:srgbClr val="00A6D6"/>
                </a:solidFill>
                <a:latin typeface="Calibri"/>
              </a:rPr>
              <a:t>Planes de acción</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F16.4</a:t>
            </a:r>
            <a:endParaRPr lang="es-CL"/>
          </a:p>
          <a:p>
            <a:pPr algn="ctr"/>
            <a:r>
              <a:rPr lang="es-CL" sz="960" b="1">
                <a:solidFill>
                  <a:srgbClr val="00A6D6"/>
                </a:solidFill>
                <a:latin typeface="Calibri"/>
              </a:rPr>
              <a:t>Seguimiento de retención</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450734776"/>
      </p:ext>
    </p:extLst>
  </p:cSld>
  <p:clrMapOvr>
    <a:masterClrMapping/>
  </p:clrMapOvr>
  <ns4:AlternateContent>
    <ns4:Choice Requires="p14">
      <p:transition ns3:dur="250">
        <p:fade/>
      </p:transition>
    </ns4:Choice>
    <ns4:Fallback>
      <p:transition>
        <p:fade/>
      </p:transition>
    </ns4:Fallback>
  </ns4:AlternateContent>
</p:sld>
</file>

<file path=ppt/slides/slide27.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A9F374AC-2CF3-CB7D-5713-D22E063895D2}"/>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F17 | Salida y desvinculación</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F17.1</a:t>
            </a:r>
            <a:endParaRPr lang="es-CL"/>
          </a:p>
          <a:p>
            <a:pPr algn="ctr"/>
            <a:r>
              <a:rPr lang="es-CL" sz="960" b="1">
                <a:solidFill>
                  <a:srgbClr val="00A6D6"/>
                </a:solidFill>
                <a:latin typeface="Calibri"/>
              </a:rPr>
              <a:t>Renuncia / término</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F17.2</a:t>
            </a:r>
            <a:endParaRPr lang="es-CL"/>
          </a:p>
          <a:p>
            <a:pPr algn="ctr"/>
            <a:r>
              <a:rPr lang="es-CL" sz="960" b="1">
                <a:solidFill>
                  <a:srgbClr val="00A6D6"/>
                </a:solidFill>
                <a:latin typeface="Calibri"/>
              </a:rPr>
              <a:t>Offboarding y accesos</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F17.3</a:t>
            </a:r>
            <a:endParaRPr lang="es-CL"/>
          </a:p>
          <a:p>
            <a:pPr algn="ctr"/>
            <a:r>
              <a:rPr lang="es-CL" sz="960" b="1">
                <a:solidFill>
                  <a:srgbClr val="00A6D6"/>
                </a:solidFill>
                <a:latin typeface="Calibri"/>
              </a:rPr>
              <a:t>Encuesta de salida</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F17.4</a:t>
            </a:r>
            <a:endParaRPr lang="es-CL"/>
          </a:p>
          <a:p>
            <a:pPr algn="ctr"/>
            <a:r>
              <a:rPr lang="es-CL" sz="960" b="1">
                <a:solidFill>
                  <a:srgbClr val="00A6D6"/>
                </a:solidFill>
                <a:latin typeface="Calibri"/>
              </a:rPr>
              <a:t>Archivo y cierre</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669808614"/>
      </p:ext>
    </p:extLst>
  </p:cSld>
  <p:clrMapOvr>
    <a:masterClrMapping/>
  </p:clrMapOvr>
  <ns4:AlternateContent>
    <ns4:Choice Requires="p14">
      <p:transition ns3:dur="250">
        <p:fade/>
      </p:transition>
    </ns4:Choice>
    <ns4:Fallback>
      <p:transition>
        <p:fade/>
      </p:transition>
    </ns4:Fallback>
  </ns4:AlternateContent>
</p:sld>
</file>

<file path=ppt/slides/slide28.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4A91CD51-6B7C-CEED-5ACB-3AD0442E5D5F}"/>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F18 | Datos, sistemas, analítica y gobierno de datos</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Habilitador transversal · 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F18.1</a:t>
            </a:r>
            <a:endParaRPr lang="es-CL"/>
          </a:p>
          <a:p>
            <a:pPr algn="ctr"/>
            <a:r>
              <a:rPr lang="es-CL" sz="960" b="1">
                <a:solidFill>
                  <a:srgbClr val="00A6D6"/>
                </a:solidFill>
                <a:latin typeface="Calibri"/>
              </a:rPr>
              <a:t>Datos maestros y SSFF</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F18.2</a:t>
            </a:r>
            <a:endParaRPr lang="es-CL"/>
          </a:p>
          <a:p>
            <a:pPr algn="ctr"/>
            <a:r>
              <a:rPr lang="es-CL" sz="960" b="1">
                <a:solidFill>
                  <a:srgbClr val="00A6D6"/>
                </a:solidFill>
                <a:latin typeface="Calibri"/>
              </a:rPr>
              <a:t>Integración y trazabilidad</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F18.3</a:t>
            </a:r>
            <a:endParaRPr lang="es-CL"/>
          </a:p>
          <a:p>
            <a:pPr algn="ctr"/>
            <a:r>
              <a:rPr lang="es-CL" sz="960" b="1">
                <a:solidFill>
                  <a:srgbClr val="00A6D6"/>
                </a:solidFill>
                <a:latin typeface="Calibri"/>
              </a:rPr>
              <a:t>Analítica e indicadores</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F18.4</a:t>
            </a:r>
            <a:endParaRPr lang="es-CL"/>
          </a:p>
          <a:p>
            <a:pPr algn="ctr"/>
            <a:r>
              <a:rPr lang="es-CL" sz="960" b="1">
                <a:solidFill>
                  <a:srgbClr val="00A6D6"/>
                </a:solidFill>
                <a:latin typeface="Calibri"/>
              </a:rPr>
              <a:t>Calidad, acceso y gobierno</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929844829"/>
      </p:ext>
    </p:extLst>
  </p:cSld>
  <p:clrMapOvr>
    <a:masterClrMapping/>
  </p:clrMapOvr>
  <ns4:AlternateContent>
    <ns4:Choice Requires="p14">
      <p:transition ns3:dur="250">
        <p:fade/>
      </p:transition>
    </ns4:Choice>
    <ns4:Fallback>
      <p:transition>
        <p:fade/>
      </p:transition>
    </ns4:Fallback>
  </ns4:AlternateContent>
</p:sld>
</file>

<file path=ppt/slides/slide29.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DBEA589B-43A5-EA6B-83CD-939E202C1236}"/>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F18 | Interfaces transversales</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P1</a:t>
            </a:r>
            <a:endParaRPr lang="es-CL"/>
          </a:p>
          <a:p>
            <a:pPr algn="ctr"/>
            <a:r>
              <a:rPr lang="es-CL" sz="960" b="1">
                <a:solidFill>
                  <a:srgbClr val="00A6D6"/>
                </a:solidFill>
                <a:latin typeface="Calibri"/>
              </a:rPr>
              <a:t>Rangos y ajustes</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P2</a:t>
            </a:r>
            <a:endParaRPr lang="es-CL"/>
          </a:p>
          <a:p>
            <a:pPr algn="ctr"/>
            <a:r>
              <a:rPr lang="es-CL" sz="960" b="1">
                <a:solidFill>
                  <a:srgbClr val="00A6D6"/>
                </a:solidFill>
                <a:latin typeface="Calibri"/>
              </a:rPr>
              <a:t>Vacantes y contratación</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P3</a:t>
            </a:r>
            <a:endParaRPr lang="es-CL"/>
          </a:p>
          <a:p>
            <a:pPr algn="ctr"/>
            <a:r>
              <a:rPr lang="es-CL" sz="960" b="1">
                <a:solidFill>
                  <a:srgbClr val="00A6D6"/>
                </a:solidFill>
                <a:latin typeface="Calibri"/>
              </a:rPr>
              <a:t>Formación y desempeño</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F15–F17</a:t>
            </a:r>
            <a:endParaRPr lang="es-CL"/>
          </a:p>
          <a:p>
            <a:pPr algn="ctr"/>
            <a:r>
              <a:rPr lang="es-CL" sz="960" b="1">
                <a:solidFill>
                  <a:srgbClr val="00A6D6"/>
                </a:solidFill>
                <a:latin typeface="Calibri"/>
              </a:rPr>
              <a:t>Nómina, clima y salida</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744661584"/>
      </p:ext>
    </p:extLst>
  </p:cSld>
  <p:clrMapOvr>
    <a:masterClrMapping/>
  </p:clrMapOvr>
  <ns4:AlternateContent>
    <ns4:Choice Requires="p14">
      <p:transition ns3:dur="250">
        <p:fade/>
      </p:transition>
    </ns4:Choice>
    <ns4:Fallback>
      <p:transition>
        <p:fade/>
      </p:transition>
    </ns4:Fallback>
  </ns4:AlternateContent>
</p:sld>
</file>

<file path=ppt/slides/slide30.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1930CE8-F186-C178-59BB-874730B5EE4B}"/>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Pendientes de validación con Isi</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Bloques celestes: requieren revisión antes de cerrar arquitectura</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F0/S0</a:t>
            </a:r>
            <a:endParaRPr lang="es-CL"/>
          </a:p>
          <a:p>
            <a:pPr algn="ctr"/>
            <a:r>
              <a:rPr lang="es-CL" sz="960" b="1">
                <a:solidFill>
                  <a:srgbClr val="00A6D6"/>
                </a:solidFill>
                <a:latin typeface="Calibri"/>
              </a:rPr>
              <a:t>Entradas y contexto</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F15</a:t>
            </a:r>
            <a:endParaRPr lang="es-CL"/>
          </a:p>
          <a:p>
            <a:pPr algn="ctr"/>
            <a:r>
              <a:rPr lang="es-CL" sz="960" b="1">
                <a:solidFill>
                  <a:srgbClr val="00A6D6"/>
                </a:solidFill>
                <a:latin typeface="Calibri"/>
              </a:rPr>
              <a:t>Nómina y asistencia</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F16</a:t>
            </a:r>
            <a:endParaRPr lang="es-CL"/>
          </a:p>
          <a:p>
            <a:pPr algn="ctr"/>
            <a:r>
              <a:rPr lang="es-CL" sz="960" b="1">
                <a:solidFill>
                  <a:srgbClr val="00A6D6"/>
                </a:solidFill>
                <a:latin typeface="Calibri"/>
              </a:rPr>
              <a:t>Clima y retención</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F17</a:t>
            </a:r>
            <a:endParaRPr lang="es-CL"/>
          </a:p>
          <a:p>
            <a:pPr algn="ctr"/>
            <a:r>
              <a:rPr lang="es-CL" sz="960" b="1">
                <a:solidFill>
                  <a:srgbClr val="00A6D6"/>
                </a:solidFill>
                <a:latin typeface="Calibri"/>
              </a:rPr>
              <a:t>Salida y desvinculación</a:t>
            </a:r>
            <a:endParaRPr lang="es-CL"/>
          </a:p>
        </p:txBody>
      </p:sp>
      <p:sp>
        <p:nvSpPr>
          <p:cNvPr id="15" name="Card"/>
          <p:cNvSpPr/>
          <p:nvPr/>
        </p:nvSpPr>
        <p:spPr>
          <a:xfrm>
            <a:off x="432445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F18</a:t>
            </a:r>
            <a:endParaRPr lang="es-CL"/>
          </a:p>
          <a:p>
            <a:pPr algn="ctr"/>
            <a:r>
              <a:rPr lang="es-CL" sz="960" b="1">
                <a:solidFill>
                  <a:srgbClr val="00A6D6"/>
                </a:solidFill>
                <a:latin typeface="Calibri"/>
              </a:rPr>
              <a:t>Datos y analítica</a:t>
            </a:r>
            <a:endParaRPr lang="es-CL"/>
          </a:p>
        </p:txBody>
      </p:sp>
      <p:sp>
        <p:nvSpPr>
          <p:cNvPr id="16"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891492158"/>
      </p:ext>
    </p:extLst>
  </p:cSld>
  <p:clrMapOvr>
    <a:masterClrMapping/>
  </p:clrMapOvr>
  <ns4:AlternateContent>
    <ns4:Choice Requires="p14">
      <p:transition ns3:dur="250">
        <p:fade/>
      </p:transition>
    </ns4:Choice>
    <ns4:Fallback>
      <p:transition>
        <p:fade/>
      </p:transition>
    </ns4:Fallback>
  </ns4:AlternateContent>
</p:sld>
</file>

<file path=ppt/slides/slide3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0ADD5DDF-F521-4504-E790-2B66622EF5C9}"/>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F2.1 | Benchmark remuneracional</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F2.1 · Benchmark remuneracional</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Encuestas de mercado</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Cotizar · adquirir · recopilar</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Job matching</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Rubro · nivel · experiencia</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449417626"/>
      </p:ext>
    </p:extLst>
  </p:cSld>
  <p:clrMapOvr>
    <a:masterClrMapping/>
  </p:clrMapOvr>
  <ns4:AlternateContent>
    <ns4:Choice Requires="p14">
      <p:transition ns3:dur="250">
        <p:fade/>
      </p:transition>
    </ns4:Choice>
    <ns4:Fallback>
      <p:transition>
        <p:fade/>
      </p:transition>
    </ns4:Fallback>
  </ns4:AlternateContent>
</p:sld>
</file>

<file path=ppt/slides/slide32.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548CE248-DD64-9975-0796-535DC3FBA68D}"/>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F2.2 | Valoración del cargo y bandas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F2.2 · Valoración y bandas</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Datos internos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Sueldos · beneficios</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Valoración</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Grado del cargo</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A3</a:t>
            </a:r>
            <a:endParaRPr lang="es-CL"/>
          </a:p>
          <a:p>
            <a:pPr algn="ctr"/>
            <a:r>
              <a:rPr lang="es-CL" sz="850" b="1">
                <a:solidFill>
                  <a:srgbClr val="C00000"/>
                </a:solidFill>
                <a:latin typeface="Calibri"/>
              </a:rPr>
              <a:t>Banda</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Banda por grado</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141820923"/>
      </p:ext>
    </p:extLst>
  </p:cSld>
  <p:clrMapOvr>
    <a:masterClrMapping/>
  </p:clrMapOvr>
  <ns4:AlternateContent>
    <ns4:Choice Requires="p14">
      <p:transition ns3:dur="250">
        <p:fade/>
      </p:transition>
    </ns4:Choice>
    <ns4:Fallback>
      <p:transition>
        <p:fade/>
      </p:transition>
    </ns4:Fallback>
  </ns4:AlternateContent>
</p:sld>
</file>

<file path=ppt/slides/slide33.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A2A38648-3973-BDE0-A6A0-6ECABACC788A}"/>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F2.3 | Diseño y consistencia</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F2.3 · Diseño de bandas y presupuesto</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Analizar bandas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Coherencia interna</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Revisar presupuesto</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Disponibilidad y límites</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156999518"/>
      </p:ext>
    </p:extLst>
  </p:cSld>
  <p:clrMapOvr>
    <a:masterClrMapping/>
  </p:clrMapOvr>
  <ns4:AlternateContent>
    <ns4:Choice Requires="p14">
      <p:transition ns3:dur="250">
        <p:fade/>
      </p:transition>
    </ns4:Choice>
    <ns4:Fallback>
      <p:transition>
        <p:fade/>
      </p:transition>
    </ns4:Fallback>
  </ns4:AlternateContent>
</p:sld>
</file>

<file path=ppt/slides/slide34.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A39BBDC-FDFA-FDFD-E50A-22D183131A86}"/>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F2.4 | Aprobación y actualización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F2.4 · Aprobación y actualización</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Validar estructura</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Aprobar marco</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Publicar rangos</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Esquema por cargo</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A3</a:t>
            </a:r>
            <a:endParaRPr lang="es-CL"/>
          </a:p>
          <a:p>
            <a:pPr algn="ctr"/>
            <a:r>
              <a:rPr lang="es-CL" sz="850" b="1">
                <a:solidFill>
                  <a:srgbClr val="C00000"/>
                </a:solidFill>
                <a:latin typeface="Calibri"/>
              </a:rPr>
              <a:t>Revalorizar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IPC · ajustes internos</a:t>
            </a:r>
            <a:endParaRPr lang="es-CL"/>
          </a:p>
        </p:txBody>
      </p:sp>
      <p:sp>
        <p:nvSpPr>
          <p:cNvPr id="17" name="Activity"/>
          <p:cNvSpPr/>
          <p:nvPr/>
        </p:nvSpPr>
        <p:spPr>
          <a:xfrm>
            <a:off x="630000" y="40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A4</a:t>
            </a:r>
            <a:endParaRPr lang="es-CL"/>
          </a:p>
          <a:p>
            <a:pPr algn="ctr"/>
            <a:r>
              <a:rPr lang="es-CL" sz="850" b="1">
                <a:solidFill>
                  <a:srgbClr val="C00000"/>
                </a:solidFill>
                <a:latin typeface="Calibri"/>
              </a:rPr>
              <a:t>Administrar marco</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Celulosa · madera · forestal</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534899389"/>
      </p:ext>
    </p:extLst>
  </p:cSld>
  <p:clrMapOvr>
    <a:masterClrMapping/>
  </p:clrMapOvr>
  <ns4:AlternateContent>
    <ns4:Choice Requires="p14">
      <p:transition ns3:dur="250">
        <p:fade/>
      </p:transition>
    </ns4:Choice>
    <ns4:Fallback>
      <p:transition>
        <p:fade/>
      </p:transition>
    </ns4:Fallback>
  </ns4:AlternateContent>
</p:sld>
</file>

<file path=ppt/slides/slide35.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A2A38648-3973-BDE0-A6A0-6ECABACC788A}"/>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F14.1 | Remuneración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F14.1 · Remuneración</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Mérito</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Desempeño y matriz</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Equidad y mercado</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Comparación y ajuste</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A3</a:t>
            </a:r>
            <a:endParaRPr lang="es-CL"/>
          </a:p>
          <a:p>
            <a:pPr algn="ctr"/>
            <a:r>
              <a:rPr lang="es-CL" sz="850" b="1">
                <a:solidFill>
                  <a:srgbClr val="C00000"/>
                </a:solidFill>
                <a:latin typeface="Calibri"/>
              </a:rPr>
              <a:t>Promoción y movilidad</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Ajuste por cambio de rol</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570454962"/>
      </p:ext>
    </p:extLst>
  </p:cSld>
  <p:clrMapOvr>
    <a:masterClrMapping/>
  </p:clrMapOvr>
  <ns4:AlternateContent>
    <ns4:Choice Requires="p14">
      <p:transition ns3:dur="250">
        <p:fade/>
      </p:transition>
    </ns4:Choice>
    <ns4:Fallback>
      <p:transition>
        <p:fade/>
      </p:transition>
    </ns4:Fallback>
  </ns4:AlternateContent>
</p:sld>
</file>

<file path=ppt/slides/slide3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A39BBDC-FDFA-FDFD-E50A-22D183131A86}"/>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F14.2 | Beneficios</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F14.2 · Beneficios</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Revisar beneficios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Oferta y cobertura</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Administrar beneficios</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Aplicación y seguimiento</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4089857254"/>
      </p:ext>
    </p:extLst>
  </p:cSld>
  <p:clrMapOvr>
    <a:masterClrMapping/>
  </p:clrMapOvr>
  <ns4:AlternateContent>
    <ns4:Choice Requires="p14">
      <p:transition ns3:dur="250">
        <p:fade/>
      </p:transition>
    </ns4:Choice>
    <ns4:Fallback>
      <p:transition>
        <p:fade/>
      </p:transition>
    </ns4:Fallback>
  </ns4:AlternateContent>
</p:sld>
</file>

<file path=ppt/slides/slide37.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F3F59DD7-EF0C-F9AA-9F87-59521A33AD4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F15 | Nómina y asistencia</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F15 · No revisado con Isi</a:t>
            </a:r>
            <a:endParaRPr lang="es-CL"/>
          </a:p>
        </p:txBody>
      </p:sp>
      <p:sp>
        <p:nvSpPr>
          <p:cNvPr id="11" name="Activity"/>
          <p:cNvSpPr/>
          <p:nvPr/>
        </p:nvSpPr>
        <p:spPr>
          <a:xfrm>
            <a:off x="630000" y="16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F15.1</a:t>
            </a:r>
            <a:endParaRPr lang="es-CL"/>
          </a:p>
          <a:p>
            <a:pPr algn="ctr"/>
            <a:r>
              <a:rPr lang="es-CL" sz="850" b="1">
                <a:solidFill>
                  <a:srgbClr val="00A6D6"/>
                </a:solidFill>
                <a:latin typeface="Calibri"/>
              </a:rPr>
              <a:t>Nómina</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Corte · novedades · pago</a:t>
            </a:r>
            <a:endParaRPr lang="es-CL"/>
          </a:p>
        </p:txBody>
      </p:sp>
      <p:sp>
        <p:nvSpPr>
          <p:cNvPr id="13" name="Activity"/>
          <p:cNvSpPr/>
          <p:nvPr/>
        </p:nvSpPr>
        <p:spPr>
          <a:xfrm>
            <a:off x="630000" y="24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F15.2</a:t>
            </a:r>
            <a:endParaRPr lang="es-CL"/>
          </a:p>
          <a:p>
            <a:pPr algn="ctr"/>
            <a:r>
              <a:rPr lang="es-CL" sz="850" b="1">
                <a:solidFill>
                  <a:srgbClr val="00A6D6"/>
                </a:solidFill>
                <a:latin typeface="Calibri"/>
              </a:rPr>
              <a:t>Asistencia</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Jornada · marcación · excepciones</a:t>
            </a:r>
            <a:endParaRPr lang="es-CL"/>
          </a:p>
        </p:txBody>
      </p:sp>
      <p:sp>
        <p:nvSpPr>
          <p:cNvPr id="15" name="Activity"/>
          <p:cNvSpPr/>
          <p:nvPr/>
        </p:nvSpPr>
        <p:spPr>
          <a:xfrm>
            <a:off x="630000" y="32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F15.3</a:t>
            </a:r>
            <a:endParaRPr lang="es-CL"/>
          </a:p>
          <a:p>
            <a:pPr algn="ctr"/>
            <a:r>
              <a:rPr lang="es-CL" sz="850" b="1">
                <a:solidFill>
                  <a:srgbClr val="00A6D6"/>
                </a:solidFill>
                <a:latin typeface="Calibri"/>
              </a:rPr>
              <a:t>Control</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Validación · auditoría · corrección</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889997264"/>
      </p:ext>
    </p:extLst>
  </p:cSld>
  <p:clrMapOvr>
    <a:masterClrMapping/>
  </p:clrMapOvr>
  <ns4:AlternateContent>
    <ns4:Choice Requires="p14">
      <p:transition ns3:dur="250">
        <p:fade/>
      </p:transition>
    </ns4:Choice>
    <ns4:Fallback>
      <p:transition>
        <p:fade/>
      </p:transition>
    </ns4:Fallback>
  </ns4:AlternateContent>
</p:sld>
</file>

<file path=ppt/slides/slide38.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490B3663-4788-DADE-E55F-01C6DC4B72AD}"/>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F3 | Apertura de vacante</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F3 · Requisición y apertura</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Verificar vacante</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Disponibilidad · posición</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Abrir en SSFF</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Cargo · rango · perfil</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Publicar necesidad</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Fuentes · modalidad · oferta</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521198778"/>
      </p:ext>
    </p:extLst>
  </p:cSld>
  <p:clrMapOvr>
    <a:masterClrMapping/>
  </p:clrMapOvr>
  <ns4:AlternateContent>
    <ns4:Choice Requires="p14">
      <p:transition ns3:dur="250">
        <p:fade/>
      </p:transition>
    </ns4:Choice>
    <ns4:Fallback>
      <p:transition>
        <p:fade/>
      </p:transition>
    </ns4:Fallback>
  </ns4:AlternateContent>
</p:sld>
</file>

<file path=ppt/slides/slide39.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F4 | Reclutamiento y filtro curricular</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F4 · Reclutamiento</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Compliance</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Supervisor · ex ARAUCO · visa</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Publicar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Portal interno y externo</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Filtrar CV</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Mujeres · PcD · requisitos</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1460534347"/>
      </p:ext>
    </p:extLst>
  </p:cSld>
  <p:clrMapOvr>
    <a:masterClrMapping/>
  </p:clrMapOvr>
  <ns3:AlternateContent>
    <ns3:Choice Requires="p14">
      <p:transition ns2:dur="250">
        <p:fade/>
      </p:transition>
    </ns3:Choice>
    <ns3:Fallback>
      <p:transition>
        <p:fade/>
      </p:transition>
    </ns3:Fallback>
  </ns3:AlternateContent>
</p:sld>
</file>

<file path=ppt/slides/slide40.xml><?xml version="1.0" encoding="utf-8"?>
<p:sld xmlns:a="http://schemas.openxmlformats.org/drawingml/2006/main" xmlns:ns2="http://schemas.microsoft.com/office/powerpoint/2010/main" xmlns:ns3="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F5 | Revisión del área solicitante</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F5 · Revisión de jefatura</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Revisar CV</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Perfil y requisitos</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Preseleccionar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Máximo seis perfiles</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Decidir avance</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Segunda entrega o entrevistas</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2:creationId val="77571706"/>
      </p:ext>
    </p:extLst>
  </p:cSld>
  <p:clrMapOvr>
    <a:masterClrMapping/>
  </p:clrMapOvr>
  <ns3:AlternateContent>
    <ns3:Choice Requires="p14">
      <p:transition ns2:dur="250">
        <p:fade/>
      </p:transition>
    </ns3:Choice>
    <ns3:Fallback>
      <p:transition>
        <p:fade/>
      </p:transition>
    </ns3:Fallback>
  </ns3:AlternateContent>
</p:sld>
</file>

<file path=ppt/slides/slide4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79A939E-973A-8EE3-2571-FD57E0B8295A}"/>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F6 | Evaluación psicolaboral</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F6 · Evaluación psicolaboral</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Entrevistar</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Competencias y ajuste</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Aplicar pruebas</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HAL y evaluaciones</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Emitir informe</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Referencias y resultado</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68629799"/>
      </p:ext>
    </p:extLst>
  </p:cSld>
  <p:clrMapOvr>
    <a:masterClrMapping/>
  </p:clrMapOvr>
  <ns4:AlternateContent>
    <ns4:Choice Requires="p14">
      <p:transition ns3:dur="250">
        <p:fade/>
      </p:transition>
    </ns4:Choice>
    <ns4:Fallback>
      <p:transition>
        <p:fade/>
      </p:transition>
    </ns4:Fallback>
  </ns4:AlternateContent>
</p:sld>
</file>

<file path=ppt/slides/slide42.xml><?xml version="1.0" encoding="utf-8"?>
<p:sld xmlns:a="http://schemas.openxmlformats.org/drawingml/2006/main" xmlns:ns2="http://schemas.microsoft.com/office/drawing/2014/main" xmlns:ns3="http://schemas.microsoft.com/office/powerpoint/2010/main" xmlns:ns4="http://schemas.openxmlformats.org/markup-compatibility/2006" xmlns:ns5="http://schemas.microsoft.com/office/powerpoint/2018/8/main" xmlns:p="http://schemas.openxmlformats.org/presentationml/2006/main" xmlns:r="http://schemas.openxmlformats.org/officeDocument/2006/relationships">
  <p:cSld>
    <p:spTree>
      <p:nvGrpSpPr>
        <p:cNvPr id="1" name="">
          <a:extLst>
            <a:ext uri="{FF2B5EF4-FFF2-40B4-BE49-F238E27FC236}">
              <ns2:creationId id="{A245245A-A144-CFA7-DDFF-6E6026A74587}"/>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F7 | Entrevistas del área solicitante</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F7 · Entrevista de jefatura</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Entrevistar</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Área solicitante</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Comparar candidatos</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Ajuste al rol</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Seleccionar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Ruta PcD cuando aplica</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493843339"/>
      </p:ext>
    </p:extLst>
  </p:cSld>
  <p:clrMapOvr>
    <a:masterClrMapping/>
  </p:clrMapOvr>
  <ns4:AlternateContent>
    <ns4:Choice Requires="p14">
      <p:transition ns3:dur="250">
        <p:fade/>
      </p:transition>
    </ns4:Choice>
    <ns4:Fallback>
      <p:transition>
        <p:fade/>
      </p:transition>
    </ns4:Fallback>
  </ns4:AlternateContent>
  <p:extLst>
    <p:ext uri="{6950BFC3-D8DA-4A85-94F7-54DA5524770B}">
      <ns5:commentRel r:id="rId4"/>
    </p:ext>
  </p:extLst>
</p:sld>
</file>

<file path=ppt/slides/slide43.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show="0">
  <p:cSld>
    <p:spTree>
      <p:nvGrpSpPr>
        <p:cNvPr id="1" name="">
          <a:extLst>
            <a:ext uri="{FF2B5EF4-FFF2-40B4-BE49-F238E27FC236}">
              <ns2:creationId id="{70632397-2D00-4AB9-5441-4ACD9165F38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F8 | Examen preocupacional</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F8 · Examen preocupacional</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Coordinar</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Agenda y laboratorio</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Revisar aptitud</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Resultado preocupacional</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Registrar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Carga y continuidad</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781291033"/>
      </p:ext>
    </p:extLst>
  </p:cSld>
  <p:clrMapOvr>
    <a:masterClrMapping/>
  </p:clrMapOvr>
  <ns4:AlternateContent>
    <ns4:Choice Requires="p14">
      <p:transition ns3:dur="250">
        <p:fade/>
      </p:transition>
    </ns4:Choice>
    <ns4:Fallback>
      <p:transition>
        <p:fade/>
      </p:transition>
    </ns4:Fallback>
  </ns4:AlternateContent>
</p:sld>
</file>

<file path=ppt/slides/slide44.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F413AF26-4B51-583C-B521-2CD7FA8FD8AA}"/>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F9 | Carta oferta y contratación</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F9 · Contratación</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Preparar oferta</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Rango · condiciones</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Gestionar respuesta</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Aceptación o contraoferta</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Firmar y cerrar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Contrato · SSFF</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219617344"/>
      </p:ext>
    </p:extLst>
  </p:cSld>
  <p:clrMapOvr>
    <a:masterClrMapping/>
  </p:clrMapOvr>
  <ns4:AlternateContent>
    <ns4:Choice Requires="p14">
      <p:transition ns3:dur="250">
        <p:fade/>
      </p:transition>
    </ns4:Choice>
    <ns4:Fallback>
      <p:transition>
        <p:fade/>
      </p:transition>
    </ns4:Fallback>
  </ns4:AlternateContent>
</p:sld>
</file>

<file path=ppt/slides/slide45.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E328F1B9-9585-F895-E2D5-74B618CF278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F10 | Onboarding</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F10 · Estructura propuesta</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A1</a:t>
            </a:r>
            <a:endParaRPr lang="es-CL"/>
          </a:p>
          <a:p>
            <a:pPr algn="ctr"/>
            <a:r>
              <a:rPr lang="es-CL" sz="850" b="1">
                <a:solidFill>
                  <a:srgbClr val="C00000"/>
                </a:solidFill>
                <a:latin typeface="Calibri"/>
              </a:rPr>
              <a:t>Preparar ingreso</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Bienvenida y accesos</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A2</a:t>
            </a:r>
            <a:endParaRPr lang="es-CL"/>
          </a:p>
          <a:p>
            <a:pPr algn="ctr"/>
            <a:r>
              <a:rPr lang="es-CL" sz="850" b="1">
                <a:solidFill>
                  <a:srgbClr val="C00000"/>
                </a:solidFill>
                <a:latin typeface="Calibri"/>
              </a:rPr>
              <a:t>Inducir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Cultura · rol · seguridad</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A3</a:t>
            </a:r>
            <a:endParaRPr lang="es-CL"/>
          </a:p>
          <a:p>
            <a:pPr algn="ctr"/>
            <a:r>
              <a:rPr lang="es-CL" sz="850" b="1">
                <a:solidFill>
                  <a:srgbClr val="C00000"/>
                </a:solidFill>
                <a:latin typeface="Calibri"/>
              </a:rPr>
              <a:t>Acompañar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Seguimiento de incorporación</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772004701"/>
      </p:ext>
    </p:extLst>
  </p:cSld>
  <p:clrMapOvr>
    <a:masterClrMapping/>
  </p:clrMapOvr>
  <ns4:AlternateContent>
    <ns4:Choice Requires="p14">
      <p:transition ns3:dur="250">
        <p:fade/>
      </p:transition>
    </ns4:Choice>
    <ns4:Fallback>
      <p:transition>
        <p:fade/>
      </p:transition>
    </ns4:Fallback>
  </ns4:AlternateContent>
</p:sld>
</file>

<file path=ppt/slides/slide4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8B58D4E0-CAAE-53AE-0F62-C147AC977D89}"/>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F11 | Formación y habilitación</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F11 · Formación</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Diagnosticar</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Brechas y tareas críticas</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Diseñar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Programa · guía · rúbrica</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Ejecutar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E-learning · terreno · normativa</a:t>
            </a:r>
            <a:endParaRPr lang="es-CL"/>
          </a:p>
        </p:txBody>
      </p:sp>
      <p:sp>
        <p:nvSpPr>
          <p:cNvPr id="17" name="Activity"/>
          <p:cNvSpPr/>
          <p:nvPr/>
        </p:nvSpPr>
        <p:spPr>
          <a:xfrm>
            <a:off x="630000" y="40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A4</a:t>
            </a:r>
            <a:endParaRPr lang="es-CL"/>
          </a:p>
          <a:p>
            <a:pPr algn="ctr"/>
            <a:r>
              <a:rPr lang="es-CL" sz="850" b="1">
                <a:solidFill>
                  <a:srgbClr val="FFFFFF"/>
                </a:solidFill>
                <a:latin typeface="Calibri"/>
              </a:rPr>
              <a:t>Habilitar</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Aprobar o reforzar</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191731991"/>
      </p:ext>
    </p:extLst>
  </p:cSld>
  <p:clrMapOvr>
    <a:masterClrMapping/>
  </p:clrMapOvr>
  <ns4:AlternateContent>
    <ns4:Choice Requires="p14">
      <p:transition ns3:dur="250">
        <p:fade/>
      </p:transition>
    </ns4:Choice>
    <ns4:Fallback>
      <p:transition>
        <p:fade/>
      </p:transition>
    </ns4:Fallback>
  </ns4:AlternateContent>
</p:sld>
</file>

<file path=ppt/slides/slide47.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C151B6F7-7FBC-8053-C8AD-E1BE827A1D3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F12 | Desempeño y desarrollo</a:t>
            </a:r>
            <a:endParaRPr lang="es-CL"/>
          </a:p>
        </p:txBody>
      </p:sp>
      <p:sp>
        <p:nvSpPr>
          <p:cNvPr id="10" name="Section"/>
          <p:cNvSpPr/>
          <p:nvPr/>
        </p:nvSpPr>
        <p:spPr>
          <a:xfrm>
            <a:off x="630000" y="1050000"/>
            <a:ext cx="10933350" cy="33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970" b="1">
                <a:solidFill>
                  <a:srgbClr val="FFFFFF"/>
                </a:solidFill>
                <a:latin typeface="Calibri"/>
              </a:rPr>
              <a:t>F12 · Gestión del desempeño</a:t>
            </a:r>
            <a:endParaRPr lang="es-CL"/>
          </a:p>
        </p:txBody>
      </p:sp>
      <p:sp>
        <p:nvSpPr>
          <p:cNvPr id="11" name="Activity"/>
          <p:cNvSpPr/>
          <p:nvPr/>
        </p:nvSpPr>
        <p:spPr>
          <a:xfrm>
            <a:off x="630000" y="16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A1</a:t>
            </a:r>
            <a:endParaRPr lang="es-CL"/>
          </a:p>
          <a:p>
            <a:pPr algn="ctr"/>
            <a:r>
              <a:rPr lang="es-CL" sz="850" b="1">
                <a:solidFill>
                  <a:srgbClr val="FFFFFF"/>
                </a:solidFill>
                <a:latin typeface="Calibri"/>
              </a:rPr>
              <a:t>Definir objetivos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Objetivos · competencias</a:t>
            </a:r>
            <a:endParaRPr lang="es-CL"/>
          </a:p>
        </p:txBody>
      </p:sp>
      <p:sp>
        <p:nvSpPr>
          <p:cNvPr id="13" name="Activity"/>
          <p:cNvSpPr/>
          <p:nvPr/>
        </p:nvSpPr>
        <p:spPr>
          <a:xfrm>
            <a:off x="630000" y="24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A2</a:t>
            </a:r>
            <a:endParaRPr lang="es-CL"/>
          </a:p>
          <a:p>
            <a:pPr algn="ctr"/>
            <a:r>
              <a:rPr lang="es-CL" sz="850" b="1">
                <a:solidFill>
                  <a:srgbClr val="FFFFFF"/>
                </a:solidFill>
                <a:latin typeface="Calibri"/>
              </a:rPr>
              <a:t>Evaluar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Autoevaluación · jefatura</a:t>
            </a:r>
            <a:endParaRPr lang="es-CL"/>
          </a:p>
        </p:txBody>
      </p:sp>
      <p:sp>
        <p:nvSpPr>
          <p:cNvPr id="15" name="Activity"/>
          <p:cNvSpPr/>
          <p:nvPr/>
        </p:nvSpPr>
        <p:spPr>
          <a:xfrm>
            <a:off x="630000" y="32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A3</a:t>
            </a:r>
            <a:endParaRPr lang="es-CL"/>
          </a:p>
          <a:p>
            <a:pPr algn="ctr"/>
            <a:r>
              <a:rPr lang="es-CL" sz="850" b="1">
                <a:solidFill>
                  <a:srgbClr val="FFFFFF"/>
                </a:solidFill>
                <a:latin typeface="Calibri"/>
              </a:rPr>
              <a:t>Calibrar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Resultado · potencial</a:t>
            </a:r>
            <a:endParaRPr lang="es-CL"/>
          </a:p>
        </p:txBody>
      </p:sp>
      <p:sp>
        <p:nvSpPr>
          <p:cNvPr id="17" name="Activity"/>
          <p:cNvSpPr/>
          <p:nvPr/>
        </p:nvSpPr>
        <p:spPr>
          <a:xfrm>
            <a:off x="630000" y="4050000"/>
            <a:ext cx="2500000" cy="6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00" b="1">
                <a:solidFill>
                  <a:srgbClr val="FFFFFF"/>
                </a:solidFill>
                <a:latin typeface="Calibri"/>
              </a:rPr>
              <a:t>A4</a:t>
            </a:r>
            <a:endParaRPr lang="es-CL"/>
          </a:p>
          <a:p>
            <a:pPr algn="ctr"/>
            <a:r>
              <a:rPr lang="es-CL" sz="850" b="1">
                <a:solidFill>
                  <a:srgbClr val="FFFFFF"/>
                </a:solidFill>
                <a:latin typeface="Calibri"/>
              </a:rPr>
              <a:t>Desarrollar</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7E766C"/>
            </a:solidFill>
          </a:ln>
        </p:spPr>
        <p:txBody>
          <a:bodyPr wrap="square" lIns="60000" rIns="60000" tIns="60000" bIns="60000" anchor="ctr"/>
          <a:lstStyle/>
          <a:p>
            <a:pPr algn="l"/>
            <a:r>
              <a:rPr lang="es-CL" sz="760" b="0">
                <a:solidFill>
                  <a:srgbClr val="3F3A33"/>
                </a:solidFill>
                <a:latin typeface="Calibri"/>
              </a:rPr>
              <a:t>Feedback · compromisos</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362708731"/>
      </p:ext>
    </p:extLst>
  </p:cSld>
  <p:clrMapOvr>
    <a:masterClrMapping/>
  </p:clrMapOvr>
  <ns4:AlternateContent>
    <ns4:Choice Requires="p14">
      <p:transition ns3:dur="250">
        <p:fade/>
      </p:transition>
    </ns4:Choice>
    <ns4:Fallback>
      <p:transition>
        <p:fade/>
      </p:transition>
    </ns4:Fallback>
  </ns4:AlternateContent>
</p:sld>
</file>

<file path=ppt/slides/slide48.xml><?xml version="1.0" encoding="utf-8"?>
<p:sld xmlns:a="http://schemas.openxmlformats.org/drawingml/2006/main" xmlns:ns2="http://schemas.microsoft.com/office/drawing/2014/main" xmlns:ns3="http://schemas.microsoft.com/office/powerpoint/2010/main" xmlns:ns4="http://schemas.openxmlformats.org/markup-compatibility/2006" xmlns:ns5="http://schemas.microsoft.com/office/powerpoint/2018/8/main" xmlns:p="http://schemas.openxmlformats.org/presentationml/2006/main" xmlns:r="http://schemas.openxmlformats.org/officeDocument/2006/relationships">
  <p:cSld>
    <p:spTree>
      <p:nvGrpSpPr>
        <p:cNvPr id="1" name="">
          <a:extLst>
            <a:ext uri="{FF2B5EF4-FFF2-40B4-BE49-F238E27FC236}">
              <ns2:creationId id="{03EC3E0C-E355-1025-F076-A8375FBD4534}"/>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F13 | Carrera, sucesión y movilidad</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F13 · Descomposición propuesta</a:t>
            </a:r>
            <a:endParaRPr lang="es-CL"/>
          </a:p>
        </p:txBody>
      </p:sp>
      <p:sp>
        <p:nvSpPr>
          <p:cNvPr id="11" name="Activity"/>
          <p:cNvSpPr/>
          <p:nvPr/>
        </p:nvSpPr>
        <p:spPr>
          <a:xfrm>
            <a:off x="630000" y="16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F13.1</a:t>
            </a:r>
            <a:endParaRPr lang="es-CL"/>
          </a:p>
          <a:p>
            <a:pPr algn="ctr"/>
            <a:r>
              <a:rPr lang="es-CL" sz="850" b="1">
                <a:solidFill>
                  <a:srgbClr val="C00000"/>
                </a:solidFill>
                <a:latin typeface="Calibri"/>
              </a:rPr>
              <a:t>Carrera</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Roles y trayectorias</a:t>
            </a:r>
            <a:endParaRPr lang="es-CL"/>
          </a:p>
        </p:txBody>
      </p:sp>
      <p:sp>
        <p:nvSpPr>
          <p:cNvPr id="13" name="Activity"/>
          <p:cNvSpPr/>
          <p:nvPr/>
        </p:nvSpPr>
        <p:spPr>
          <a:xfrm>
            <a:off x="630000" y="24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F13.2</a:t>
            </a:r>
            <a:endParaRPr lang="es-CL"/>
          </a:p>
          <a:p>
            <a:pPr algn="ctr"/>
            <a:r>
              <a:rPr lang="es-CL" sz="850" b="1">
                <a:solidFill>
                  <a:srgbClr val="C00000"/>
                </a:solidFill>
                <a:latin typeface="Calibri"/>
              </a:rPr>
              <a:t>Sucesión</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Roles críticos · sucesores</a:t>
            </a:r>
            <a:endParaRPr lang="es-CL"/>
          </a:p>
        </p:txBody>
      </p:sp>
      <p:sp>
        <p:nvSpPr>
          <p:cNvPr id="15" name="Activity"/>
          <p:cNvSpPr/>
          <p:nvPr/>
        </p:nvSpPr>
        <p:spPr>
          <a:xfrm>
            <a:off x="630000" y="32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F13.3</a:t>
            </a:r>
            <a:endParaRPr lang="es-CL"/>
          </a:p>
          <a:p>
            <a:pPr algn="ctr"/>
            <a:r>
              <a:rPr lang="es-CL" sz="850" b="1">
                <a:solidFill>
                  <a:srgbClr val="C00000"/>
                </a:solidFill>
                <a:latin typeface="Calibri"/>
              </a:rPr>
              <a:t>Movilidad</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Promoción · traslado · descenso</a:t>
            </a:r>
            <a:endParaRPr lang="es-CL"/>
          </a:p>
        </p:txBody>
      </p:sp>
      <p:sp>
        <p:nvSpPr>
          <p:cNvPr id="17" name="Activity"/>
          <p:cNvSpPr/>
          <p:nvPr/>
        </p:nvSpPr>
        <p:spPr>
          <a:xfrm>
            <a:off x="630000" y="4050000"/>
            <a:ext cx="2500000" cy="6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00" b="1">
                <a:solidFill>
                  <a:srgbClr val="C00000"/>
                </a:solidFill>
                <a:latin typeface="Calibri"/>
              </a:rPr>
              <a:t>F13.4</a:t>
            </a:r>
            <a:endParaRPr lang="es-CL"/>
          </a:p>
          <a:p>
            <a:pPr algn="ctr"/>
            <a:r>
              <a:rPr lang="es-CL" sz="850" b="1">
                <a:solidFill>
                  <a:srgbClr val="C00000"/>
                </a:solidFill>
                <a:latin typeface="Calibri"/>
              </a:rPr>
              <a:t>Back-up</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C00000"/>
            </a:solidFill>
            <a:prstDash val="dash"/>
          </a:ln>
        </p:spPr>
        <p:txBody>
          <a:bodyPr wrap="square" lIns="60000" rIns="60000" tIns="60000" bIns="60000" anchor="ctr"/>
          <a:lstStyle/>
          <a:p>
            <a:pPr algn="l"/>
            <a:r>
              <a:rPr lang="es-CL" sz="760" b="0">
                <a:solidFill>
                  <a:srgbClr val="3F3A33"/>
                </a:solidFill>
                <a:latin typeface="Calibri"/>
              </a:rPr>
              <a:t>Desarrollo de cobertura</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518441260"/>
      </p:ext>
    </p:extLst>
  </p:cSld>
  <p:clrMapOvr>
    <a:masterClrMapping/>
  </p:clrMapOvr>
  <ns4:AlternateContent>
    <ns4:Choice Requires="p14">
      <p:transition ns3:dur="250">
        <p:fade/>
      </p:transition>
    </ns4:Choice>
    <ns4:Fallback>
      <p:transition>
        <p:fade/>
      </p:transition>
    </ns4:Fallback>
  </ns4:AlternateContent>
  <p:extLst>
    <p:ext uri="{6950BFC3-D8DA-4A85-94F7-54DA5524770B}">
      <ns5:commentRel r:id="rId4"/>
    </p:ext>
  </p:extLst>
</p:sld>
</file>

<file path=ppt/slides/slide49.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B78A063E-2D88-2D23-8253-15403A35D0B3}"/>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F16 | Clima, experiencia y retención</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F16 · No revisado con Isi</a:t>
            </a:r>
            <a:endParaRPr lang="es-CL"/>
          </a:p>
        </p:txBody>
      </p:sp>
      <p:sp>
        <p:nvSpPr>
          <p:cNvPr id="11" name="Activity"/>
          <p:cNvSpPr/>
          <p:nvPr/>
        </p:nvSpPr>
        <p:spPr>
          <a:xfrm>
            <a:off x="630000" y="16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F16.1</a:t>
            </a:r>
            <a:endParaRPr lang="es-CL"/>
          </a:p>
          <a:p>
            <a:pPr algn="ctr"/>
            <a:r>
              <a:rPr lang="es-CL" sz="850" b="1">
                <a:solidFill>
                  <a:srgbClr val="00A6D6"/>
                </a:solidFill>
                <a:latin typeface="Calibri"/>
              </a:rPr>
              <a:t>Medir</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Encuesta · pulso</a:t>
            </a:r>
            <a:endParaRPr lang="es-CL"/>
          </a:p>
        </p:txBody>
      </p:sp>
      <p:sp>
        <p:nvSpPr>
          <p:cNvPr id="13" name="Activity"/>
          <p:cNvSpPr/>
          <p:nvPr/>
        </p:nvSpPr>
        <p:spPr>
          <a:xfrm>
            <a:off x="630000" y="24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F16.2</a:t>
            </a:r>
            <a:endParaRPr lang="es-CL"/>
          </a:p>
          <a:p>
            <a:pPr algn="ctr"/>
            <a:r>
              <a:rPr lang="es-CL" sz="850" b="1">
                <a:solidFill>
                  <a:srgbClr val="00A6D6"/>
                </a:solidFill>
                <a:latin typeface="Calibri"/>
              </a:rPr>
              <a:t>Analizar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Segmentar · reportar</a:t>
            </a:r>
            <a:endParaRPr lang="es-CL"/>
          </a:p>
        </p:txBody>
      </p:sp>
      <p:sp>
        <p:nvSpPr>
          <p:cNvPr id="15" name="Activity"/>
          <p:cNvSpPr/>
          <p:nvPr/>
        </p:nvSpPr>
        <p:spPr>
          <a:xfrm>
            <a:off x="630000" y="32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F16.3</a:t>
            </a:r>
            <a:endParaRPr lang="es-CL"/>
          </a:p>
          <a:p>
            <a:pPr algn="ctr"/>
            <a:r>
              <a:rPr lang="es-CL" sz="850" b="1">
                <a:solidFill>
                  <a:srgbClr val="00A6D6"/>
                </a:solidFill>
                <a:latin typeface="Calibri"/>
              </a:rPr>
              <a:t>Actuar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Plan y seguimiento</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227982742"/>
      </p:ext>
    </p:extLst>
  </p:cSld>
  <p:clrMapOvr>
    <a:masterClrMapping/>
  </p:clrMapOvr>
  <ns4:AlternateContent>
    <ns4:Choice Requires="p14">
      <p:transition ns3:dur="250">
        <p:fade/>
      </p:transition>
    </ns4:Choice>
    <ns4:Fallback>
      <p:transition>
        <p:fade/>
      </p:transition>
    </ns4:Fallback>
  </ns4:AlternateContent>
</p:sld>
</file>

<file path=ppt/slides/slide50.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830B98ED-F903-2B85-6C78-B7CCF2DE98A4}"/>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F17 | Salida y desvinculación</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F17 · No revisado con Isi</a:t>
            </a:r>
            <a:endParaRPr lang="es-CL"/>
          </a:p>
        </p:txBody>
      </p:sp>
      <p:sp>
        <p:nvSpPr>
          <p:cNvPr id="11" name="Activity"/>
          <p:cNvSpPr/>
          <p:nvPr/>
        </p:nvSpPr>
        <p:spPr>
          <a:xfrm>
            <a:off x="630000" y="16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F17.1</a:t>
            </a:r>
            <a:endParaRPr lang="es-CL"/>
          </a:p>
          <a:p>
            <a:pPr algn="ctr"/>
            <a:r>
              <a:rPr lang="es-CL" sz="850" b="1">
                <a:solidFill>
                  <a:srgbClr val="00A6D6"/>
                </a:solidFill>
                <a:latin typeface="Calibri"/>
              </a:rPr>
              <a:t>Gestionar salida</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Renuncia · término · jubilación</a:t>
            </a:r>
            <a:endParaRPr lang="es-CL"/>
          </a:p>
        </p:txBody>
      </p:sp>
      <p:sp>
        <p:nvSpPr>
          <p:cNvPr id="13" name="Activity"/>
          <p:cNvSpPr/>
          <p:nvPr/>
        </p:nvSpPr>
        <p:spPr>
          <a:xfrm>
            <a:off x="630000" y="24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F17.2</a:t>
            </a:r>
            <a:endParaRPr lang="es-CL"/>
          </a:p>
          <a:p>
            <a:pPr algn="ctr"/>
            <a:r>
              <a:rPr lang="es-CL" sz="850" b="1">
                <a:solidFill>
                  <a:srgbClr val="00A6D6"/>
                </a:solidFill>
                <a:latin typeface="Calibri"/>
              </a:rPr>
              <a:t>Cerrar accesos</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Equipo · TI · seguridad</a:t>
            </a:r>
            <a:endParaRPr lang="es-CL"/>
          </a:p>
        </p:txBody>
      </p:sp>
      <p:sp>
        <p:nvSpPr>
          <p:cNvPr id="15" name="Activity"/>
          <p:cNvSpPr/>
          <p:nvPr/>
        </p:nvSpPr>
        <p:spPr>
          <a:xfrm>
            <a:off x="630000" y="32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F17.3</a:t>
            </a:r>
            <a:endParaRPr lang="es-CL"/>
          </a:p>
          <a:p>
            <a:pPr algn="ctr"/>
            <a:r>
              <a:rPr lang="es-CL" sz="850" b="1">
                <a:solidFill>
                  <a:srgbClr val="00A6D6"/>
                </a:solidFill>
                <a:latin typeface="Calibri"/>
              </a:rPr>
              <a:t>Cierre de datos</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Archivo · encuesta de salida</a:t>
            </a:r>
            <a:endParaRPr lang="es-CL"/>
          </a:p>
        </p:txBody>
      </p:sp>
      <p:sp>
        <p:nvSpPr>
          <p:cNvPr id="17"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768572188"/>
      </p:ext>
    </p:extLst>
  </p:cSld>
  <p:clrMapOvr>
    <a:masterClrMapping/>
  </p:clrMapOvr>
  <ns4:AlternateContent>
    <ns4:Choice Requires="p14">
      <p:transition ns3:dur="250">
        <p:fade/>
      </p:transition>
    </ns4:Choice>
    <ns4:Fallback>
      <p:transition>
        <p:fade/>
      </p:transition>
    </ns4:Fallback>
  </ns4:AlternateContent>
</p:sld>
</file>

<file path=ppt/slides/slide5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F9F127FF-60E4-B83A-5F16-E221713BA6F9}"/>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F18 | Datos, sistemas y analítica</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F18 · No revisado con Isi</a:t>
            </a:r>
            <a:endParaRPr lang="es-CL"/>
          </a:p>
        </p:txBody>
      </p:sp>
      <p:sp>
        <p:nvSpPr>
          <p:cNvPr id="11" name="Activity"/>
          <p:cNvSpPr/>
          <p:nvPr/>
        </p:nvSpPr>
        <p:spPr>
          <a:xfrm>
            <a:off x="630000" y="16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F18.1</a:t>
            </a:r>
            <a:endParaRPr lang="es-CL"/>
          </a:p>
          <a:p>
            <a:pPr algn="ctr"/>
            <a:r>
              <a:rPr lang="es-CL" sz="850" b="1">
                <a:solidFill>
                  <a:srgbClr val="00A6D6"/>
                </a:solidFill>
                <a:latin typeface="Calibri"/>
              </a:rPr>
              <a:t>Datos maestros</a:t>
            </a:r>
            <a:endParaRPr lang="es-CL"/>
          </a:p>
        </p:txBody>
      </p:sp>
      <p:sp>
        <p:nvSpPr>
          <p:cNvPr id="12" name="Task"/>
          <p:cNvSpPr/>
          <p:nvPr/>
        </p:nvSpPr>
        <p:spPr>
          <a:xfrm>
            <a:off x="3330000" y="16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Persona · cargo · posición</a:t>
            </a:r>
            <a:endParaRPr lang="es-CL"/>
          </a:p>
        </p:txBody>
      </p:sp>
      <p:sp>
        <p:nvSpPr>
          <p:cNvPr id="13" name="Activity"/>
          <p:cNvSpPr/>
          <p:nvPr/>
        </p:nvSpPr>
        <p:spPr>
          <a:xfrm>
            <a:off x="630000" y="24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F18.2</a:t>
            </a:r>
            <a:endParaRPr lang="es-CL"/>
          </a:p>
          <a:p>
            <a:pPr algn="ctr"/>
            <a:r>
              <a:rPr lang="es-CL" sz="850" b="1">
                <a:solidFill>
                  <a:srgbClr val="00A6D6"/>
                </a:solidFill>
                <a:latin typeface="Calibri"/>
              </a:rPr>
              <a:t>Integrar</a:t>
            </a:r>
            <a:endParaRPr lang="es-CL"/>
          </a:p>
        </p:txBody>
      </p:sp>
      <p:sp>
        <p:nvSpPr>
          <p:cNvPr id="14" name="Task"/>
          <p:cNvSpPr/>
          <p:nvPr/>
        </p:nvSpPr>
        <p:spPr>
          <a:xfrm>
            <a:off x="3330000" y="24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SSFF · plataformas · trazabilidad</a:t>
            </a:r>
            <a:endParaRPr lang="es-CL"/>
          </a:p>
        </p:txBody>
      </p:sp>
      <p:sp>
        <p:nvSpPr>
          <p:cNvPr id="15" name="Activity"/>
          <p:cNvSpPr/>
          <p:nvPr/>
        </p:nvSpPr>
        <p:spPr>
          <a:xfrm>
            <a:off x="630000" y="32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F18.3</a:t>
            </a:r>
            <a:endParaRPr lang="es-CL"/>
          </a:p>
          <a:p>
            <a:pPr algn="ctr"/>
            <a:r>
              <a:rPr lang="es-CL" sz="850" b="1">
                <a:solidFill>
                  <a:srgbClr val="00A6D6"/>
                </a:solidFill>
                <a:latin typeface="Calibri"/>
              </a:rPr>
              <a:t>Analizar</a:t>
            </a:r>
            <a:endParaRPr lang="es-CL"/>
          </a:p>
        </p:txBody>
      </p:sp>
      <p:sp>
        <p:nvSpPr>
          <p:cNvPr id="16" name="Task"/>
          <p:cNvSpPr/>
          <p:nvPr/>
        </p:nvSpPr>
        <p:spPr>
          <a:xfrm>
            <a:off x="3330000" y="32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Indicadores y reportes</a:t>
            </a:r>
            <a:endParaRPr lang="es-CL"/>
          </a:p>
        </p:txBody>
      </p:sp>
      <p:sp>
        <p:nvSpPr>
          <p:cNvPr id="17" name="Activity"/>
          <p:cNvSpPr/>
          <p:nvPr/>
        </p:nvSpPr>
        <p:spPr>
          <a:xfrm>
            <a:off x="630000" y="4050000"/>
            <a:ext cx="2500000" cy="6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00" b="1">
                <a:solidFill>
                  <a:srgbClr val="00A6D6"/>
                </a:solidFill>
                <a:latin typeface="Calibri"/>
              </a:rPr>
              <a:t>F18.4</a:t>
            </a:r>
            <a:endParaRPr lang="es-CL"/>
          </a:p>
          <a:p>
            <a:pPr algn="ctr"/>
            <a:r>
              <a:rPr lang="es-CL" sz="850" b="1">
                <a:solidFill>
                  <a:srgbClr val="00A6D6"/>
                </a:solidFill>
                <a:latin typeface="Calibri"/>
              </a:rPr>
              <a:t>Gobernar</a:t>
            </a:r>
            <a:endParaRPr lang="es-CL"/>
          </a:p>
        </p:txBody>
      </p:sp>
      <p:sp>
        <p:nvSpPr>
          <p:cNvPr id="18" name="Task"/>
          <p:cNvSpPr/>
          <p:nvPr/>
        </p:nvSpPr>
        <p:spPr>
          <a:xfrm>
            <a:off x="3330000" y="4050000"/>
            <a:ext cx="8233350" cy="650000"/>
          </a:xfrm>
          <a:prstGeom prst="roundRect">
            <a:avLst>
              <a:gd name="adj" fmla="val 3500"/>
            </a:avLst>
          </a:prstGeom>
          <a:solidFill>
            <a:srgbClr val="FFFFFF"/>
          </a:solidFill>
          <a:ln w="12700">
            <a:solidFill>
              <a:srgbClr val="00A6D6"/>
            </a:solidFill>
            <a:prstDash val="dash"/>
          </a:ln>
        </p:spPr>
        <p:txBody>
          <a:bodyPr wrap="square" lIns="60000" rIns="60000" tIns="60000" bIns="60000" anchor="ctr"/>
          <a:lstStyle/>
          <a:p>
            <a:pPr algn="l"/>
            <a:r>
              <a:rPr lang="es-CL" sz="760" b="0">
                <a:solidFill>
                  <a:srgbClr val="3F3A33"/>
                </a:solidFill>
                <a:latin typeface="Calibri"/>
              </a:rPr>
              <a:t>Calidad · acceso · seguridad</a:t>
            </a:r>
            <a:endParaRPr lang="es-CL"/>
          </a:p>
        </p:txBody>
      </p:sp>
      <p:sp>
        <p:nvSpPr>
          <p:cNvPr id="19"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63381834"/>
      </p:ext>
    </p:extLst>
  </p:cSld>
  <p:clrMapOvr>
    <a:masterClrMapping/>
  </p:clrMapOvr>
  <ns4:AlternateContent>
    <ns4:Choice Requires="p14">
      <p:transition ns3:dur="250">
        <p:fade/>
      </p:transition>
    </ns4:Choice>
    <ns4:Fallback>
      <p:transition>
        <p:fade/>
      </p:transition>
    </ns4:Fallback>
  </ns4:AlternateContent>
</p:sld>
</file>

<file path=ppt/slides/slide52.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745FB044-7A29-ABCB-DCC5-F062C87BA45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F18 | Relación con los procesos</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Habilitador transversal</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P0</a:t>
            </a:r>
            <a:endParaRPr lang="es-CL"/>
          </a:p>
          <a:p>
            <a:pPr algn="ctr"/>
            <a:r>
              <a:rPr lang="es-CL" sz="960" b="1">
                <a:solidFill>
                  <a:srgbClr val="00A6D6"/>
                </a:solidFill>
                <a:latin typeface="Calibri"/>
              </a:rPr>
              <a:t>Plan y dotación</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P1</a:t>
            </a:r>
            <a:endParaRPr lang="es-CL"/>
          </a:p>
          <a:p>
            <a:pPr algn="ctr"/>
            <a:r>
              <a:rPr lang="es-CL" sz="960" b="1">
                <a:solidFill>
                  <a:srgbClr val="00A6D6"/>
                </a:solidFill>
                <a:latin typeface="Calibri"/>
              </a:rPr>
              <a:t>Compensaciones</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P2</a:t>
            </a:r>
            <a:endParaRPr lang="es-CL"/>
          </a:p>
          <a:p>
            <a:pPr algn="ctr"/>
            <a:r>
              <a:rPr lang="es-CL" sz="960" b="1">
                <a:solidFill>
                  <a:srgbClr val="00A6D6"/>
                </a:solidFill>
                <a:latin typeface="Calibri"/>
              </a:rPr>
              <a:t>Selección e incorporación</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P3</a:t>
            </a:r>
            <a:endParaRPr lang="es-CL"/>
          </a:p>
          <a:p>
            <a:pPr algn="ctr"/>
            <a:r>
              <a:rPr lang="es-CL" sz="960" b="1">
                <a:solidFill>
                  <a:srgbClr val="00A6D6"/>
                </a:solidFill>
                <a:latin typeface="Calibri"/>
              </a:rPr>
              <a:t>Desarrollo y talento</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2246446473"/>
      </p:ext>
    </p:extLst>
  </p:cSld>
  <p:clrMapOvr>
    <a:masterClrMapping/>
  </p:clrMapOvr>
  <ns4:AlternateContent>
    <ns4:Choice Requires="p14">
      <p:transition ns3:dur="250">
        <p:fade/>
      </p:transition>
    </ns4:Choice>
    <ns4:Fallback>
      <p:transition>
        <p:fade/>
      </p:transition>
    </ns4:Fallback>
  </ns4:AlternateContent>
</p:sld>
</file>

<file path=ppt/slides/slide53.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C8B5EFF0-ACA8-5809-F971-79B91220BD38}"/>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F0 / S0 | Entradas de la cadena</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No revisado con Isi</a:t>
            </a:r>
            <a:endParaRPr lang="es-CL"/>
          </a:p>
        </p:txBody>
      </p:sp>
      <p:sp>
        <p:nvSpPr>
          <p:cNvPr id="11" name="Card"/>
          <p:cNvSpPr/>
          <p:nvPr/>
        </p:nvSpPr>
        <p:spPr>
          <a:xfrm>
            <a:off x="6300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S0.1</a:t>
            </a:r>
            <a:endParaRPr lang="es-CL"/>
          </a:p>
          <a:p>
            <a:pPr algn="ctr"/>
            <a:r>
              <a:rPr lang="es-CL" sz="960" b="1">
                <a:solidFill>
                  <a:srgbClr val="00A6D6"/>
                </a:solidFill>
                <a:latin typeface="Calibri"/>
              </a:rPr>
              <a:t>Estrategia</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S0.2</a:t>
            </a:r>
            <a:endParaRPr lang="es-CL"/>
          </a:p>
          <a:p>
            <a:pPr algn="ctr"/>
            <a:r>
              <a:rPr lang="es-CL" sz="960" b="1">
                <a:solidFill>
                  <a:srgbClr val="00A6D6"/>
                </a:solidFill>
                <a:latin typeface="Calibri"/>
              </a:rPr>
              <a:t>Operación</a:t>
            </a:r>
            <a:endParaRPr lang="es-CL"/>
          </a:p>
        </p:txBody>
      </p:sp>
      <p:sp>
        <p:nvSpPr>
          <p:cNvPr id="13" name="Card"/>
          <p:cNvSpPr/>
          <p:nvPr/>
        </p:nvSpPr>
        <p:spPr>
          <a:xfrm>
            <a:off x="801890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S0.3</a:t>
            </a:r>
            <a:endParaRPr lang="es-CL"/>
          </a:p>
          <a:p>
            <a:pPr algn="ctr"/>
            <a:r>
              <a:rPr lang="es-CL" sz="960" b="1">
                <a:solidFill>
                  <a:srgbClr val="00A6D6"/>
                </a:solidFill>
                <a:latin typeface="Calibri"/>
              </a:rPr>
              <a:t>Presupuesto</a:t>
            </a:r>
            <a:endParaRPr lang="es-CL"/>
          </a:p>
        </p:txBody>
      </p:sp>
      <p:sp>
        <p:nvSpPr>
          <p:cNvPr id="14" name="Card"/>
          <p:cNvSpPr/>
          <p:nvPr/>
        </p:nvSpPr>
        <p:spPr>
          <a:xfrm>
            <a:off x="630000" y="30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S0.4</a:t>
            </a:r>
            <a:endParaRPr lang="es-CL"/>
          </a:p>
          <a:p>
            <a:pPr algn="ctr"/>
            <a:r>
              <a:rPr lang="es-CL" sz="960" b="1">
                <a:solidFill>
                  <a:srgbClr val="00A6D6"/>
                </a:solidFill>
                <a:latin typeface="Calibri"/>
              </a:rPr>
              <a:t>Marco legal</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008358402"/>
      </p:ext>
    </p:extLst>
  </p:cSld>
  <p:clrMapOvr>
    <a:masterClrMapping/>
  </p:clrMapOvr>
  <ns4:AlternateContent>
    <ns4:Choice Requires="p14">
      <p:transition ns3:dur="250">
        <p:fade/>
      </p:transition>
    </ns4:Choice>
    <ns4:Fallback>
      <p:transition>
        <p:fade/>
      </p:transition>
    </ns4:Fallback>
  </ns4:AlternateContent>
</p:sld>
</file>

<file path=ppt/slides/slide54.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1725BEB2-A1F3-2B59-FCCC-980D2F96FD85}"/>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Interfaces | Desempeño a compensación</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Interfaz trazada · agrupación propuesta</a:t>
            </a:r>
            <a:endParaRPr lang="es-CL"/>
          </a:p>
        </p:txBody>
      </p:sp>
      <p:sp>
        <p:nvSpPr>
          <p:cNvPr id="11" name="Card"/>
          <p:cNvSpPr/>
          <p:nvPr/>
        </p:nvSpPr>
        <p:spPr>
          <a:xfrm>
            <a:off x="630000" y="2650000"/>
            <a:ext cx="3571116"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F12</a:t>
            </a:r>
            <a:endParaRPr lang="es-CL"/>
          </a:p>
          <a:p>
            <a:pPr algn="ctr"/>
            <a:r>
              <a:rPr lang="es-CL" sz="960" b="1">
                <a:solidFill>
                  <a:srgbClr val="FFFFFF"/>
                </a:solidFill>
                <a:latin typeface="Calibri"/>
              </a:rPr>
              <a:t>Desempeño</a:t>
            </a:r>
            <a:endParaRPr lang="es-CL"/>
          </a:p>
        </p:txBody>
      </p:sp>
      <p:sp>
        <p:nvSpPr>
          <p:cNvPr id="12" name="Arrow"/>
          <p:cNvSpPr/>
          <p:nvPr/>
        </p:nvSpPr>
        <p:spPr>
          <a:xfrm>
            <a:off x="4216116" y="3060000"/>
            <a:ext cx="80000" cy="200000"/>
          </a:xfrm>
          <a:prstGeom prst="rect">
            <a:avLst/>
          </a:prstGeom>
          <a:noFill/>
          <a:ln w="12700">
            <a:noFill/>
          </a:ln>
        </p:spPr>
        <p:txBody>
          <a:bodyPr wrap="square" lIns="60000" rIns="60000" tIns="60000" bIns="60000" anchor="ctr"/>
          <a:lstStyle/>
          <a:p>
            <a:pPr algn="ctr"/>
            <a:r>
              <a:rPr lang="es-CL" sz="1600" b="1">
                <a:solidFill>
                  <a:srgbClr val="7E766C"/>
                </a:solidFill>
                <a:latin typeface="Calibri"/>
              </a:rPr>
              <a:t>›</a:t>
            </a:r>
            <a:endParaRPr lang="es-CL"/>
          </a:p>
        </p:txBody>
      </p:sp>
      <p:sp>
        <p:nvSpPr>
          <p:cNvPr id="13" name="Card"/>
          <p:cNvSpPr/>
          <p:nvPr/>
        </p:nvSpPr>
        <p:spPr>
          <a:xfrm>
            <a:off x="4311116" y="2650000"/>
            <a:ext cx="3571116"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F13</a:t>
            </a:r>
            <a:endParaRPr lang="es-CL"/>
          </a:p>
          <a:p>
            <a:pPr algn="ctr"/>
            <a:r>
              <a:rPr lang="es-CL" sz="960" b="1">
                <a:solidFill>
                  <a:srgbClr val="C00000"/>
                </a:solidFill>
                <a:latin typeface="Calibri"/>
              </a:rPr>
              <a:t>Promoción / movilidad</a:t>
            </a:r>
            <a:endParaRPr lang="es-CL"/>
          </a:p>
        </p:txBody>
      </p:sp>
      <p:sp>
        <p:nvSpPr>
          <p:cNvPr id="14" name="Arrow"/>
          <p:cNvSpPr/>
          <p:nvPr/>
        </p:nvSpPr>
        <p:spPr>
          <a:xfrm>
            <a:off x="7897232" y="3060000"/>
            <a:ext cx="80000" cy="200000"/>
          </a:xfrm>
          <a:prstGeom prst="rect">
            <a:avLst/>
          </a:prstGeom>
          <a:noFill/>
          <a:ln w="12700">
            <a:noFill/>
          </a:ln>
        </p:spPr>
        <p:txBody>
          <a:bodyPr wrap="square" lIns="60000" rIns="60000" tIns="60000" bIns="60000" anchor="ctr"/>
          <a:lstStyle/>
          <a:p>
            <a:pPr algn="ctr"/>
            <a:r>
              <a:rPr lang="es-CL" sz="1600" b="1">
                <a:solidFill>
                  <a:srgbClr val="C00000"/>
                </a:solidFill>
                <a:latin typeface="Calibri"/>
              </a:rPr>
              <a:t>›</a:t>
            </a:r>
            <a:endParaRPr lang="es-CL"/>
          </a:p>
        </p:txBody>
      </p:sp>
      <p:sp>
        <p:nvSpPr>
          <p:cNvPr id="15" name="Card"/>
          <p:cNvSpPr/>
          <p:nvPr/>
        </p:nvSpPr>
        <p:spPr>
          <a:xfrm>
            <a:off x="7992232" y="2650000"/>
            <a:ext cx="3571116"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F14</a:t>
            </a:r>
            <a:endParaRPr lang="es-CL"/>
          </a:p>
          <a:p>
            <a:pPr algn="ctr"/>
            <a:r>
              <a:rPr lang="es-CL" sz="960" b="1">
                <a:solidFill>
                  <a:srgbClr val="C00000"/>
                </a:solidFill>
                <a:latin typeface="Calibri"/>
              </a:rPr>
              <a:t>Ajuste remuneracional</a:t>
            </a:r>
            <a:endParaRPr lang="es-CL"/>
          </a:p>
        </p:txBody>
      </p:sp>
      <p:sp>
        <p:nvSpPr>
          <p:cNvPr id="16"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1142384189"/>
      </p:ext>
    </p:extLst>
  </p:cSld>
  <p:clrMapOvr>
    <a:masterClrMapping/>
  </p:clrMapOvr>
  <ns4:AlternateContent>
    <ns4:Choice Requires="p14">
      <p:transition ns3:dur="250">
        <p:fade/>
      </p:transition>
    </ns4:Choice>
    <ns4:Fallback>
      <p:transition>
        <p:fade/>
      </p:transition>
    </ns4:Fallback>
  </ns4:AlternateContent>
</p:sld>
</file>

<file path=ppt/slides/slide55.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27B050D8-4E43-247D-5E5A-DCDF838600F4}"/>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Lectura de la arquitectura</a:t>
            </a:r>
            <a:endParaRPr lang="es-CL"/>
          </a:p>
        </p:txBody>
      </p:sp>
      <p:sp>
        <p:nvSpPr>
          <p:cNvPr id="10" name="Section"/>
          <p:cNvSpPr/>
          <p:nvPr/>
        </p:nvSpPr>
        <p:spPr>
          <a:xfrm>
            <a:off x="630000" y="1050000"/>
            <a:ext cx="10933350" cy="33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970" b="1">
                <a:solidFill>
                  <a:srgbClr val="C00000"/>
                </a:solidFill>
                <a:latin typeface="Calibri"/>
              </a:rPr>
              <a:t>Jerarquía preliminar</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Proceso</a:t>
            </a:r>
            <a:endParaRPr lang="es-CL"/>
          </a:p>
          <a:p>
            <a:pPr algn="ctr"/>
            <a:r>
              <a:rPr lang="es-CL" sz="960" b="1">
                <a:solidFill>
                  <a:srgbClr val="C00000"/>
                </a:solidFill>
                <a:latin typeface="Calibri"/>
              </a:rPr>
              <a:t>P0–P3</a:t>
            </a:r>
            <a:endParaRPr lang="es-CL"/>
          </a:p>
        </p:txBody>
      </p:sp>
      <p:sp>
        <p:nvSpPr>
          <p:cNvPr id="12" name="Card"/>
          <p:cNvSpPr/>
          <p:nvPr/>
        </p:nvSpPr>
        <p:spPr>
          <a:xfrm>
            <a:off x="432445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Subproceso</a:t>
            </a:r>
            <a:endParaRPr lang="es-CL"/>
          </a:p>
          <a:p>
            <a:pPr algn="ctr"/>
            <a:r>
              <a:rPr lang="es-CL" sz="960" b="1">
                <a:solidFill>
                  <a:srgbClr val="C00000"/>
                </a:solidFill>
                <a:latin typeface="Calibri"/>
              </a:rPr>
              <a:t>F1–F18</a:t>
            </a:r>
            <a:endParaRPr lang="es-CL"/>
          </a:p>
        </p:txBody>
      </p:sp>
      <p:sp>
        <p:nvSpPr>
          <p:cNvPr id="13" name="Card"/>
          <p:cNvSpPr/>
          <p:nvPr/>
        </p:nvSpPr>
        <p:spPr>
          <a:xfrm>
            <a:off x="80189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Actividad</a:t>
            </a:r>
            <a:endParaRPr lang="es-CL"/>
          </a:p>
          <a:p>
            <a:pPr algn="ctr"/>
            <a:r>
              <a:rPr lang="es-CL" sz="960" b="1">
                <a:solidFill>
                  <a:srgbClr val="C00000"/>
                </a:solidFill>
                <a:latin typeface="Calibri"/>
              </a:rPr>
              <a:t>Agrupaciones visuales</a:t>
            </a:r>
            <a:endParaRPr lang="es-CL"/>
          </a:p>
        </p:txBody>
      </p:sp>
      <p:sp>
        <p:nvSpPr>
          <p:cNvPr id="14" name="Card"/>
          <p:cNvSpPr/>
          <p:nvPr/>
        </p:nvSpPr>
        <p:spPr>
          <a:xfrm>
            <a:off x="630000" y="3000000"/>
            <a:ext cx="354445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Tarea</a:t>
            </a:r>
            <a:endParaRPr lang="es-CL"/>
          </a:p>
          <a:p>
            <a:pPr algn="ctr"/>
            <a:r>
              <a:rPr lang="es-CL" sz="960" b="1">
                <a:solidFill>
                  <a:srgbClr val="FFFFFF"/>
                </a:solidFill>
                <a:latin typeface="Calibri"/>
              </a:rPr>
              <a:t>Acción con responsable</a:t>
            </a:r>
            <a:endParaRPr lang="es-CL"/>
          </a:p>
        </p:txBody>
      </p:sp>
      <p:sp>
        <p:nvSpPr>
          <p:cNvPr id="15"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780305899"/>
      </p:ext>
    </p:extLst>
  </p:cSld>
  <p:clrMapOvr>
    <a:masterClrMapping/>
  </p:clrMapOvr>
  <ns4:AlternateContent>
    <ns4:Choice Requires="p14">
      <p:transition ns3:dur="250">
        <p:fade/>
      </p:transition>
    </ns4:Choice>
    <ns4:Fallback>
      <p:transition>
        <p:fade/>
      </p:transition>
    </ns4:Fallback>
  </ns4:AlternateContent>
</p:sld>
</file>

<file path=ppt/slides/slide5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a:extLst>
            <a:ext uri="{FF2B5EF4-FFF2-40B4-BE49-F238E27FC236}">
              <ns2:creationId id="{0681DEDA-9C70-A5BA-59F9-E52E31D6AB18}"/>
            </a:ext>
          </a:extLst>
        </p:cNvPr>
        <p:cNvGrpSpPr/>
        <p:nvPr/>
      </p:nvGrpSpPr>
      <p:grpSpPr>
        <a:xfrm>
          <a:off x="0" y="0"/>
          <a:ext cx="0" cy="0"/>
          <a:chOff x="0" y="0"/>
          <a:chExt cx="0" cy="0"/>
        </a:xfrm>
      </p:grpSpPr>
      <p:sp>
        <p:nvSpPr>
          <p:cNvPr id="2" name="Title 1"/>
          <p:cNvSpPr/>
          <p:nvPr/>
        </p:nvSpPr>
        <p:spPr>
          <a:xfrm>
            <a:off x="630000" y="520000"/>
            <a:ext cx="10933350" cy="360000"/>
          </a:xfrm>
          <a:prstGeom prst="rect">
            <a:avLst/>
          </a:prstGeom>
          <a:noFill/>
          <a:ln w="12700">
            <a:noFill/>
          </a:ln>
        </p:spPr>
        <p:txBody>
          <a:bodyPr wrap="square" lIns="0" rIns="0" tIns="0" bIns="0" anchor="ctr"/>
          <a:lstStyle/>
          <a:p>
            <a:pPr algn="l"/>
            <a:r>
              <a:rPr lang="es-CL" sz="1950" b="1">
                <a:solidFill>
                  <a:srgbClr val="3F3A33"/>
                </a:solidFill>
                <a:latin typeface="Calibri"/>
              </a:rPr>
              <a:t>Cierre preliminar_v2</a:t>
            </a:r>
            <a:endParaRPr lang="es-CL"/>
          </a:p>
        </p:txBody>
      </p:sp>
      <p:sp>
        <p:nvSpPr>
          <p:cNvPr id="10" name="Section"/>
          <p:cNvSpPr/>
          <p:nvPr/>
        </p:nvSpPr>
        <p:spPr>
          <a:xfrm>
            <a:off x="630000" y="1050000"/>
            <a:ext cx="10933350" cy="33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970" b="1">
                <a:solidFill>
                  <a:srgbClr val="00A6D6"/>
                </a:solidFill>
                <a:latin typeface="Calibri"/>
              </a:rPr>
              <a:t>Validación pendiente con Isi</a:t>
            </a:r>
            <a:endParaRPr lang="es-CL"/>
          </a:p>
        </p:txBody>
      </p:sp>
      <p:sp>
        <p:nvSpPr>
          <p:cNvPr id="11" name="Card"/>
          <p:cNvSpPr/>
          <p:nvPr/>
        </p:nvSpPr>
        <p:spPr>
          <a:xfrm>
            <a:off x="630000" y="1800000"/>
            <a:ext cx="3544450" cy="1050000"/>
          </a:xfrm>
          <a:prstGeom prst="roundRect">
            <a:avLst>
              <a:gd name="adj" fmla="val 3500"/>
            </a:avLst>
          </a:prstGeom>
          <a:solidFill>
            <a:srgbClr val="FCE4D6"/>
          </a:solidFill>
          <a:ln w="12700">
            <a:solidFill>
              <a:srgbClr val="C00000"/>
            </a:solidFill>
            <a:prstDash val="dash"/>
          </a:ln>
        </p:spPr>
        <p:txBody>
          <a:bodyPr wrap="square" lIns="60000" rIns="60000" tIns="60000" bIns="60000" anchor="ctr"/>
          <a:lstStyle/>
          <a:p>
            <a:pPr algn="ctr"/>
            <a:r>
              <a:rPr lang="es-CL" sz="720" b="1">
                <a:solidFill>
                  <a:srgbClr val="C00000"/>
                </a:solidFill>
                <a:latin typeface="Calibri"/>
              </a:rPr>
              <a:t>Rojo</a:t>
            </a:r>
            <a:endParaRPr lang="es-CL"/>
          </a:p>
          <a:p>
            <a:pPr algn="ctr"/>
            <a:r>
              <a:rPr lang="es-CL" sz="960" b="1">
                <a:solidFill>
                  <a:srgbClr val="C00000"/>
                </a:solidFill>
                <a:latin typeface="Calibri"/>
              </a:rPr>
              <a:t>Agrupación o nombre propuesto</a:t>
            </a:r>
            <a:endParaRPr lang="es-CL"/>
          </a:p>
        </p:txBody>
      </p:sp>
      <p:sp>
        <p:nvSpPr>
          <p:cNvPr id="12" name="Card"/>
          <p:cNvSpPr/>
          <p:nvPr/>
        </p:nvSpPr>
        <p:spPr>
          <a:xfrm>
            <a:off x="4324450" y="1800000"/>
            <a:ext cx="3544450" cy="1050000"/>
          </a:xfrm>
          <a:prstGeom prst="roundRect">
            <a:avLst>
              <a:gd name="adj" fmla="val 3500"/>
            </a:avLst>
          </a:prstGeom>
          <a:solidFill>
            <a:srgbClr val="DDEBF7"/>
          </a:solidFill>
          <a:ln w="12700">
            <a:solidFill>
              <a:srgbClr val="00A6D6"/>
            </a:solidFill>
            <a:prstDash val="dash"/>
          </a:ln>
        </p:spPr>
        <p:txBody>
          <a:bodyPr wrap="square" lIns="60000" rIns="60000" tIns="60000" bIns="60000" anchor="ctr"/>
          <a:lstStyle/>
          <a:p>
            <a:pPr algn="ctr"/>
            <a:r>
              <a:rPr lang="es-CL" sz="720" b="1">
                <a:solidFill>
                  <a:srgbClr val="00A6D6"/>
                </a:solidFill>
                <a:latin typeface="Calibri"/>
              </a:rPr>
              <a:t>Celeste</a:t>
            </a:r>
            <a:endParaRPr lang="es-CL"/>
          </a:p>
          <a:p>
            <a:pPr algn="ctr"/>
            <a:r>
              <a:rPr lang="es-CL" sz="960" b="1">
                <a:solidFill>
                  <a:srgbClr val="00A6D6"/>
                </a:solidFill>
                <a:latin typeface="Calibri"/>
              </a:rPr>
              <a:t>No revisado con Isi</a:t>
            </a:r>
            <a:endParaRPr lang="es-CL"/>
          </a:p>
        </p:txBody>
      </p:sp>
      <p:sp>
        <p:nvSpPr>
          <p:cNvPr id="13" name="Card"/>
          <p:cNvSpPr/>
          <p:nvPr/>
        </p:nvSpPr>
        <p:spPr>
          <a:xfrm>
            <a:off x="8018900" y="1800000"/>
            <a:ext cx="3544450" cy="1050000"/>
          </a:xfrm>
          <a:prstGeom prst="roundRect">
            <a:avLst>
              <a:gd name="adj" fmla="val 3500"/>
            </a:avLst>
          </a:prstGeom>
          <a:solidFill>
            <a:srgbClr val="A9A095"/>
          </a:solidFill>
          <a:ln w="12700">
            <a:solidFill>
              <a:srgbClr val="7E766C"/>
            </a:solidFill>
          </a:ln>
        </p:spPr>
        <p:txBody>
          <a:bodyPr wrap="square" lIns="60000" rIns="60000" tIns="60000" bIns="60000" anchor="ctr"/>
          <a:lstStyle/>
          <a:p>
            <a:pPr algn="ctr"/>
            <a:r>
              <a:rPr lang="es-CL" sz="720" b="1">
                <a:solidFill>
                  <a:srgbClr val="FFFFFF"/>
                </a:solidFill>
                <a:latin typeface="Calibri"/>
              </a:rPr>
              <a:t>Gris</a:t>
            </a:r>
            <a:endParaRPr lang="es-CL"/>
          </a:p>
          <a:p>
            <a:pPr algn="ctr"/>
            <a:r>
              <a:rPr lang="es-CL" sz="960" b="1">
                <a:solidFill>
                  <a:srgbClr val="FFFFFF"/>
                </a:solidFill>
                <a:latin typeface="Calibri"/>
              </a:rPr>
              <a:t>Levantado</a:t>
            </a:r>
            <a:endParaRPr lang="es-CL"/>
          </a:p>
        </p:txBody>
      </p:sp>
      <p:sp>
        <p:nvSpPr>
          <p:cNvPr id="14" name="Footer"/>
          <p:cNvSpPr/>
          <p:nvPr/>
        </p:nvSpPr>
        <p:spPr>
          <a:xfrm>
            <a:off x="630000" y="6420000"/>
            <a:ext cx="10933350" cy="150000"/>
          </a:xfrm>
          <a:prstGeom prst="rect">
            <a:avLst/>
          </a:prstGeom>
          <a:noFill/>
          <a:ln w="12700">
            <a:noFill/>
          </a:ln>
        </p:spPr>
        <p:txBody>
          <a:bodyPr wrap="square" lIns="60000" rIns="60000" tIns="60000" bIns="60000" anchor="ctr"/>
          <a:lstStyle/>
          <a:p>
            <a:pPr algn="ctr"/>
            <a:r>
              <a:rPr lang="es-CL" sz="650" b="0">
                <a:solidFill>
                  <a:srgbClr val="696158"/>
                </a:solidFill>
                <a:latin typeface="Calibri"/>
              </a:rPr>
              <a:t>Preliminar_v2 · Gestión de Personas</a:t>
            </a:r>
            <a:endParaRPr lang="es-CL"/>
          </a:p>
        </p:txBody>
      </p:sp>
    </p:spTree>
    <p:extLst>
      <p:ext uri="{BB962C8B-B14F-4D97-AF65-F5344CB8AC3E}">
        <ns3:creationId val="3117448936"/>
      </p:ext>
    </p:extLst>
  </p:cSld>
  <p:clrMapOvr>
    <a:masterClrMapping/>
  </p:clrMapOvr>
  <ns4:AlternateContent>
    <ns4:Choice Requires="p14">
      <p:transition ns3:dur="250">
        <p:fade/>
      </p:transition>
    </ns4:Choice>
    <ns4:Fallback>
      <p:transition>
        <p:fade/>
      </p:transition>
    </ns4:Fallback>
  </ns4: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3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3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5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9E35590500FFD4BB6D05B34108B1210" ma:contentTypeVersion="15" ma:contentTypeDescription="Crear nuevo documento." ma:contentTypeScope="" ma:versionID="f8b0f18d71c294ff992b226ddac6f6ed">
  <xsd:schema xmlns:xsd="http://www.w3.org/2001/XMLSchema" xmlns:xs="http://www.w3.org/2001/XMLSchema" xmlns:p="http://schemas.microsoft.com/office/2006/metadata/properties" xmlns:ns2="0b73e489-f742-4c68-8bbe-441f4455f5a7" xmlns:ns3="ff080255-02de-4aea-8fdc-cd6a1f05e83f" targetNamespace="http://schemas.microsoft.com/office/2006/metadata/properties" ma:root="true" ma:fieldsID="1b27b58f6fb9090f24a0fdb4976ccc68" ns2:_="" ns3:_="">
    <xsd:import namespace="0b73e489-f742-4c68-8bbe-441f4455f5a7"/>
    <xsd:import namespace="ff080255-02de-4aea-8fdc-cd6a1f05e8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73e489-f742-4c68-8bbe-441f4455f5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00a4a071-7ff2-4c61-8097-7437831337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Status" ma:index="22" nillable="true" ma:displayName="Status" ma:format="Dropdown" ma:internalName="Statu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080255-02de-4aea-8fdc-cd6a1f05e83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8e862e-3d4c-48ae-9d5f-da6bf01ce447}" ma:internalName="TaxCatchAll" ma:showField="CatchAllData" ma:web="ff080255-02de-4aea-8fdc-cd6a1f05e8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b73e489-f742-4c68-8bbe-441f4455f5a7">
      <Terms xmlns="http://schemas.microsoft.com/office/infopath/2007/PartnerControls"/>
    </lcf76f155ced4ddcb4097134ff3c332f>
    <TaxCatchAll xmlns="ff080255-02de-4aea-8fdc-cd6a1f05e83f" xsi:nil="true"/>
    <Status xmlns="0b73e489-f742-4c68-8bbe-441f4455f5a7" xsi:nil="true"/>
  </documentManagement>
</p:properties>
</file>

<file path=customXml/itemProps1.xml><?xml version="1.0" encoding="utf-8"?>
<ds:datastoreItem xmlns:ds="http://schemas.openxmlformats.org/officeDocument/2006/customXml" ds:itemID="{B125A8A1-2F91-49F2-82AF-A0A0431DA748}">
  <ds:schemaRefs>
    <ds:schemaRef ds:uri="http://schemas.microsoft.com/sharepoint/v3/contenttype/forms"/>
  </ds:schemaRefs>
</ds:datastoreItem>
</file>

<file path=customXml/itemProps2.xml><?xml version="1.0" encoding="utf-8"?>
<ds:datastoreItem xmlns:ds="http://schemas.openxmlformats.org/officeDocument/2006/customXml" ds:itemID="{44C212A3-0C5C-46A0-8A92-71D6ECB5F265}">
  <ds:schemaRefs>
    <ds:schemaRef ds:uri="0b73e489-f742-4c68-8bbe-441f4455f5a7"/>
    <ds:schemaRef ds:uri="ff080255-02de-4aea-8fdc-cd6a1f05e8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F1D1C3-3FA1-44BA-9E2A-B0C9A6026880}">
  <ds:schemaRefs>
    <ds:schemaRef ds:uri="http://www.w3.org/XML/1998/namespac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purl.org/dc/terms/"/>
    <ds:schemaRef ds:uri="http://schemas.openxmlformats.org/package/2006/metadata/core-properties"/>
    <ds:schemaRef ds:uri="ff080255-02de-4aea-8fdc-cd6a1f05e83f"/>
    <ds:schemaRef ds:uri="0b73e489-f742-4c68-8bbe-441f4455f5a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65</TotalTime>
  <Words>11345</Words>
  <Application>Microsoft Office PowerPoint</Application>
  <PresentationFormat>Widescreen</PresentationFormat>
  <Paragraphs>2619</Paragraphs>
  <Slides>56</Slides>
  <Notes>43</Notes>
  <HiddenSlides>1</HiddenSlides>
  <MMClips>0</MMClips>
  <ScaleCrop>false</ScaleCrop>
  <HeadingPairs>
    <vt:vector size="4" baseType="variant">
      <vt:variant>
        <vt:lpstr>Theme</vt:lpstr>
      </vt:variant>
      <vt:variant>
        <vt:i4>2</vt:i4>
      </vt:variant>
      <vt:variant>
        <vt:lpstr>Slide Titles</vt:lpstr>
      </vt:variant>
      <vt:variant>
        <vt:i4>56</vt:i4>
      </vt:variant>
    </vt:vector>
  </HeadingPairs>
  <TitlesOfParts>
    <vt:vector size="58" baseType="lpstr">
      <vt:lpstr>Arauco Grid 16:9</vt:lpstr>
      <vt:lpstr>1_Arauco Grid 16:9</vt:lpstr>
      <vt:lpstr>Macroprocesos | Negocio de celulosa cuenta con 21 macroprocesos</vt:lpstr>
      <vt:lpstr>1.1 Apertura macroproceso| Gestión de Mantenimiento</vt:lpstr>
      <vt:lpstr>1.2 Ficha resumen| Gestión de Mantenimiento</vt:lpstr>
      <vt:lpstr>1.3 SIPOC del macroproceso| Gestión de Mantenimiento</vt:lpstr>
      <vt:lpstr>A. Ficha resumen| Identificación</vt:lpstr>
      <vt:lpstr>A. SIPOC| Identificación</vt:lpstr>
      <vt:lpstr>A.1 Flujograma subproceso| Recepción y calidad de avisos</vt:lpstr>
      <vt:lpstr>A.1 Actividades y tareas| Recepción y calidad de avisos</vt:lpstr>
      <vt:lpstr>A.2 Flujograma subproceso| Gestión de Backlog de Avisos</vt:lpstr>
      <vt:lpstr>A.2 Actividades y tareas| Gestión Backlog Avisos</vt:lpstr>
      <vt:lpstr>1.4 Apertura macroproceso| Gestión de Mantenimiento</vt:lpstr>
      <vt:lpstr>B. Ficha resumen| Planificación</vt:lpstr>
      <vt:lpstr>B. SIPOC| Planificación</vt:lpstr>
      <vt:lpstr>B.1 Flujograma subproceso| Administración de datos maestros</vt:lpstr>
      <vt:lpstr>B.1 Actividades y tareas| Administración de datos maestros</vt:lpstr>
      <vt:lpstr>B.2 Flujograma subproceso| Gestión de repuestos</vt:lpstr>
      <vt:lpstr>B.2 Actividades y tareas | Gestión de repuestos</vt:lpstr>
      <vt:lpstr>B.3 Flujograma subproceso| Planificación de órdenes de trabajo</vt:lpstr>
      <vt:lpstr>B.3 Actividades y tareas| Planificación de órdenes de trabajo</vt:lpstr>
      <vt:lpstr>B.4 Flujograma subproceso| Administración de planes preventivos</vt:lpstr>
      <vt:lpstr>B.4 Actividades y tareas| Administración de planes preventivos</vt:lpstr>
      <vt:lpstr>B.5 Flujograma subproceso| Gestión del POI del Negocio Celulosa</vt:lpstr>
      <vt:lpstr>B.5 Actividades y tareas| Gestión del POI del Negocio Celulosa</vt:lpstr>
      <vt:lpstr>B.6 Flujograma subproceso| Gestión de presupuesto de mantenimiento</vt:lpstr>
      <vt:lpstr>B.6 Actividades y tareas| Gestión de presupuesto de mantenimiento</vt:lpstr>
      <vt:lpstr>B.7 Flujograma subproceso| Desarrollo de plan quinquenal</vt:lpstr>
      <vt:lpstr>B.7 Actividades y tareas| Desarrollo de plan quinquenal</vt:lpstr>
      <vt:lpstr>1.4 Apertura macroproceso| Gestión de Mantenimiento</vt:lpstr>
      <vt:lpstr>PowerPoint Presentation</vt:lpstr>
      <vt:lpstr>C. SIPOC| Programación</vt:lpstr>
      <vt:lpstr>C.1 Flujograma subproceso| Generación programa semanal</vt:lpstr>
      <vt:lpstr>C.1 Actividades y tareas| Gestión de programa semanal</vt:lpstr>
      <vt:lpstr>C.2 Flujograma subproceso| Generación programa Parada de Área</vt:lpstr>
      <vt:lpstr>C.1 Actividades y tareas| Gestión de programa detención programada</vt:lpstr>
      <vt:lpstr>C.3 Flujograma subproceso| Generación programa Contingencia</vt:lpstr>
      <vt:lpstr>C.3 Actividades y tareas| Generación Programa Contingencia</vt:lpstr>
      <vt:lpstr>C.3 Actividades y tareas| Generación Programa Contingencia</vt:lpstr>
      <vt:lpstr>1.4 Apertura macroproceso| Gestión de Mantenimiento</vt:lpstr>
      <vt:lpstr>D. Ficha resumen| Ejecución</vt:lpstr>
      <vt:lpstr>D. SIPOC| Ejecución</vt:lpstr>
      <vt:lpstr>D.1 Flujograma subproceso| Preparación para la ejecución</vt:lpstr>
      <vt:lpstr>D.1 Actividades y tareas| Preparación para la ejecución</vt:lpstr>
      <vt:lpstr>D.2 Flujograma subproceso| Ejecución de mantenimiento</vt:lpstr>
      <vt:lpstr>D.2 Flujograma subproceso| Ejecución de mantenimiento</vt:lpstr>
      <vt:lpstr>D.2 Flujograma subproceso| Ejecución de mantenimiento</vt:lpstr>
      <vt:lpstr>D.3 Flujograma subproceso| Gestión de fallas</vt:lpstr>
      <vt:lpstr>D.3 Actividades y tareas| Gestión de fallas</vt:lpstr>
      <vt:lpstr>D.4 Flujograma subproceso|Verificación, pruebas de Calidad y devolución</vt:lpstr>
      <vt:lpstr>D.4 Actividades y tareas| Verificación y pruebas operativas</vt:lpstr>
      <vt:lpstr>1.4 Apertura macroproceso| Gestión de Mantenimiento</vt:lpstr>
      <vt:lpstr>E. Ficha resumen| Seguimiento y Análisis</vt:lpstr>
      <vt:lpstr>E. SIPOC| Seguimiento y Análisis</vt:lpstr>
      <vt:lpstr>E.1 Flujograma subproceso| Evaluar ciclo de ejecución</vt:lpstr>
      <vt:lpstr>E.1 Actividades y tareas| Evaluar ciclo de ejecución</vt:lpstr>
      <vt:lpstr>E.2 Flujograma subproceso| Análisis de Mantenibilidad</vt:lpstr>
      <vt:lpstr>E.2 Actividades y tareas| Análisis Mantenibilidad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Analizamos la consistencia entre SIPOCs con 3 lentes</dc:title>
  <dc:creator>Isidora Patricia Correa Poblete</dc:creator>
  <cp:lastModifiedBy>Williams Santiago Hernández</cp:lastModifiedBy>
  <cp:revision>2</cp:revision>
  <cp:lastPrinted>2025-10-06T16:27:58Z</cp:lastPrinted>
  <dcterms:created xsi:type="dcterms:W3CDTF">2025-07-31T18:19:11Z</dcterms:created>
  <dcterms:modified xsi:type="dcterms:W3CDTF">2026-04-15T03:42:16Z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0x01010059E35590500FFD4BB6D05B34108B1210</vt:lpwstr>
  </property>
  <property fmtid="{D5CDD505-2E9C-101B-9397-08002B2CF9AE}" pid="3" name="MediaServiceImageTags">
    <vt:lpwstr/>
  </property>
  <property fmtid="{D5CDD505-2E9C-101B-9397-08002B2CF9AE}" pid="4" name="MSIP_Label_b0d5c4f4-7a29-4385-b7a5-afbe2154ae6f_Name">
    <vt:lpwstr>Confidential</vt:lpwstr>
  </property>
  <property fmtid="{D5CDD505-2E9C-101B-9397-08002B2CF9AE}" pid="5" name="MSIP_Label_b0d5c4f4-7a29-4385-b7a5-afbe2154ae6f_ActionId">
    <vt:lpwstr>3eed8319-1780-4910-a948-03fcd97ad372</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Tag">
    <vt:lpwstr>10, 3, 0, 1</vt:lpwstr>
  </property>
  <property fmtid="{D5CDD505-2E9C-101B-9397-08002B2CF9AE}" pid="8" name="MSIP_Label_b0d5c4f4-7a29-4385-b7a5-afbe2154ae6f_Method">
    <vt:lpwstr>Standard</vt:lpwstr>
  </property>
  <property fmtid="{D5CDD505-2E9C-101B-9397-08002B2CF9AE}" pid="9" name="MSIP_Label_b0d5c4f4-7a29-4385-b7a5-afbe2154ae6f_ContentBits">
    <vt:lpwstr>0</vt:lpwstr>
  </property>
  <property fmtid="{D5CDD505-2E9C-101B-9397-08002B2CF9AE}" pid="10" name="MSIP_Label_b0d5c4f4-7a29-4385-b7a5-afbe2154ae6f_Enabled">
    <vt:lpwstr>true</vt:lpwstr>
  </property>
  <property fmtid="{D5CDD505-2E9C-101B-9397-08002B2CF9AE}" pid="11" name="MSIP_Label_b0d5c4f4-7a29-4385-b7a5-afbe2154ae6f_SetDate">
    <vt:lpwstr>2025-08-04T16:41:55Z</vt:lpwstr>
  </property>
</Properties>
</file>